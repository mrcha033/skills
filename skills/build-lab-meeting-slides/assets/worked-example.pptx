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7752"/>
  </p:normalViewPr>
  <p:slideViewPr>
    <p:cSldViewPr snapToGrid="0">
      <p:cViewPr varScale="1">
        <p:scale>
          <a:sx n="69" d="100"/>
          <a:sy n="69" d="100"/>
        </p:scale>
        <p:origin x="216" y="1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0" algn="l">
              <a:lnSpc>
                <a:spcPct val="100000"/>
              </a:lnSpc>
              <a:buNone/>
            </a:pPr>
            <a:r>
              <a:rPr sz="1600" b="0" u="none">
                <a:solidFill>
                  <a:srgbClr val="808080"/>
                </a:solidFill>
                <a:latin typeface="Arial"/>
                <a:ea typeface="Arial"/>
                <a:cs typeface="Arial"/>
              </a:rPr>
              <a:t>Today we will use CUDA sum reduction as a controlled optimization story on an NVIDIA L40S. We begin with a source-inspired shared-memory kernel and change one mechanism at a time: lane assignment, shared-memory access, input pre-addition, warp shuffles, unrolling, and grid sizing. Every K1–K7 kernel in the main reduction ladder uses the same 2 GiB input; controls and scan runs are labeled separately. All measurements use physical Device 3.</a:t>
            </a:r>
          </a:p>
          <a:p>
            <a:pPr marL="228600" indent="0" algn="l">
              <a:lnSpc>
                <a:spcPct val="100000"/>
              </a:lnSpc>
              <a:buNone/>
            </a:pPr>
            <a:endParaRPr sz="1600" b="0" u="none">
              <a:solidFill>
                <a:srgbClr val="808080"/>
              </a:solidFill>
              <a:latin typeface="Arial"/>
              <a:ea typeface="Arial"/>
              <a:cs typeface="Arial"/>
            </a:endParaRPr>
          </a:p>
          <a:p>
            <a:pPr marL="228600" indent="0" algn="l">
              <a:lnSpc>
                <a:spcPct val="100000"/>
              </a:lnSpc>
              <a:buNone/>
            </a:pPr>
            <a:r>
              <a:rPr sz="1600" b="0" u="none">
                <a:solidFill>
                  <a:srgbClr val="808080"/>
                </a:solidFill>
                <a:latin typeface="Arial"/>
                <a:ea typeface="Arial"/>
                <a:cs typeface="Arial"/>
              </a:rPr>
              <a:t>The goal is not to memorize K1 through K7. It is to connect each code change to the hardware work it removes, then verify whether that work was actually on the critical path. After reduction, we will reuse the same reasoning for prefix sum, warp primitives, Tensor Cores, and CUDA libraries. First, let us establish the hardware limits behind the measurements.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Keep three hardware scales in mind. Device memory is the global transport limit: the L40S has 48 GB of GDDR6 and 864 GB/s of rated bandwidth. The chip has 142 SMs. One SM can hold up to 48 resident warps, or 1,536 threads, and its four warp schedulers choose among ready warps. A warp contains 32 lanes issuing a common instruction; shared memory provides a 100 KB, 32-bank staging area, while shuffle instructions exchange register values inside a warp.</a:t>
            </a:r>
          </a:p>
          <a:p>
            <a:pPr indent="0" algn="l">
              <a:buNone/>
            </a:pPr>
            <a:endParaRPr/>
          </a:p>
          <a:p>
            <a:pPr indent="0" algn="l">
              <a:buNone/>
            </a:pPr>
            <a:r>
              <a:t>These capacities explain the later traffic, residency, and communication effects, but they do not guarantee a particular speed. Reduction timings use three fresh Device-3 processes, each with 10 warmups and 101 CUDA-event samples; scan uses 20 warmups and 101 samples. Nsight Compute first-pass counters and Nsight Systems pass traces are collected in separate profiling runs, so they are evidence about mechanism rather than samples in the timing distribution. With that scope fixed, we can examine the baseline reduction tree.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This eight-value example shows the complete block-local reduction mechanism. In stage one, adjacent values combine into four partials: 4, 7, 5, and 9. A block barrier ensures that every partial is visible before stage two reads it. Stage two produces 11 and 14, followed by another barrier; stage three combines those values into the final block sum, 25.</a:t>
            </a:r>
          </a:p>
          <a:p>
            <a:pPr indent="0" algn="l">
              <a:buNone/>
            </a:pPr>
            <a:endParaRPr/>
          </a:p>
          <a:p>
            <a:pPr indent="0" algn="l">
              <a:buNone/>
            </a:pPr>
            <a:r>
              <a:t>For the power-of-two B used here, each level halves the number of live values, so the tile needs log₂B synchronized levels and B−1 additions. The additions are inexpensive, but every level also performs shared-memory accesses and forces the participating warps to rendezvous. This is the on-chip tree that the later kernels progressively streamline. Before changing it, however, we need to compare its work with the much larger cost of bringing the input from DRAM.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For N FP32 inputs, reduction performs approximately N additions while reading about 4N bytes from global memory. Ignoring the tiny partial-sum output, that is roughly one addition per four bytes, or 0.25 addition per byte. This is the global arithmetic intensity that makes the 2 GiB workload fundamentally bandwidth-oriented.</a:t>
            </a:r>
          </a:p>
          <a:p>
            <a:pPr indent="0" algn="l">
              <a:buNone/>
            </a:pPr>
            <a:endParaRPr/>
          </a:p>
          <a:p>
            <a:pPr indent="0" algn="l">
              <a:buNone/>
            </a:pPr>
            <a:r>
              <a:t>The 12-byte callout describes a different layer: one naïve shared-tree update reads two four-byte values, writes one four-byte result, and then reaches a block barrier. That traffic occurs in shared memory, not DRAM. We can still improve performance by removing waste from lane selection, shared-memory service, or repeated trees, but only until those costs stop delaying the global input stream. Once DRAM becomes the critical path, further on-chip savings can disappear from elapsed time. Next, we need to see how block-local results are combined across the grid.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__syncthreads() coordinates threads only inside one block; it cannot make every block in the grid stop at a common point. Therefore, each block completes its local tree, writes one partial sum to global memory, and terminates. A second kernel reduces those partials, and this process repeats until only one value remains.</a:t>
            </a:r>
          </a:p>
          <a:p>
            <a:pPr indent="0" algn="l">
              <a:buNone/>
            </a:pPr>
            <a:endParaRPr/>
          </a:p>
          <a:p>
            <a:pPr indent="0" algn="l">
              <a:buNone/>
            </a:pPr>
            <a:r>
              <a:t>For the 2 GiB K1–K6 measurements, the complete reduction requires four kernel launches. The later launches process progressively smaller partial arrays, so “four launches” does not mean reading the original 2 GiB four times. It describes the required hierarchy from many independent blocks to one final result. This multi-kernel structure is held constant across the comparable kernels, allowing us to attribute timing changes mainly to the first-pass block implementation. We can now establish K1, the interleaved-addressing baseline against which every subsequent change will be compared.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At the first K1 stage, s equals 1, so the modulo predicate selects lanes 0, 2, 4, and 6 to update destinations 0, 2, 4, and 6. The odd lanes remain inactive. A warp still issues the instruction as a group, but only the selected lanes perform useful additions; later stages make the active pattern even sparser.</a:t>
            </a:r>
          </a:p>
          <a:p>
            <a:pPr indent="0" algn="l">
              <a:buNone/>
            </a:pPr>
            <a:endParaRPr/>
          </a:p>
          <a:p>
            <a:pPr indent="0" algn="l">
              <a:buNone/>
            </a:pPr>
            <a:r>
              <a:t>The 47 predicated warp add-paths per block come from the kernel’s fixed control structure. Nsight Compute separately reports 4.188 billion first-pass instructions and 63.59% of peak-sustained DRAM throughput. CUDA-event timing gives 4.501504 milliseconds for the complete 2 GiB reduction. The reported 477 effective GB/s is derived from logical input bytes divided by that end-to-end time, not from a physical DRAM-traffic counter. Together, the code count and Compute profile show that on-chip control and addressing overhead prevent K1 from fully driving memory. K2 keeps the arithmetic identical but changes which lanes execute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K2 preserves the same first-stage pairs and destinations: values 0 and 1 still accumulate at destination 0, values 2 and 3 at destination 2, and so on. The difference is the execution mapping. Lanes 0 through 3 now compute indices 0, 2, 4, and 6, so useful work occupies contiguous lanes instead of every other lane. This is why the diagram retains the K1 destinations while moving the active arrows.</a:t>
            </a:r>
          </a:p>
          <a:p>
            <a:pPr indent="0" algn="l">
              <a:buNone/>
            </a:pPr>
            <a:endParaRPr/>
          </a:p>
          <a:p>
            <a:pPr indent="0" algn="l">
              <a:buNone/>
            </a:pPr>
            <a:r>
              <a:t>The arithmetic result and global input traffic do not change. The code-derived warp add-path count falls from 47 to 12 per block. Nsight Compute reports 51.68% fewer first-pass instructions and peak-sustained DRAM utilization rising from 63.59% to 88.20%. Separate CUDA-event timing drops from 4.501504 to 3.101696 milliseconds: a 31.10% reduction, or 1.451× speedup. The source labels on the slide separate those evidence types deliberately. Removing sparse-lane execution waste lets the kernel feed memory more effectively. K3 now keeps these compact lanes and reorganizes shared-memory destinations.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rPr dirty="0"/>
              <a:t>K3 switches to sequential addressing. The active execution lanes remain 0 through 3, so this slide should be compared directly with K2: the lane row is unchanged. What moves is the destination row, from the spaced locations s[0], s[2], s[4], and s[6] to the contiguous run s[0] through s[3]. Subsequent stages continue reducing the front of the shared array.</a:t>
            </a:r>
          </a:p>
          <a:p>
            <a:pPr indent="0" algn="l">
              <a:buNone/>
            </a:pPr>
            <a:endParaRPr dirty="0"/>
          </a:p>
          <a:p>
            <a:pPr indent="0" algn="l">
              <a:buNone/>
            </a:pPr>
            <a:r>
              <a:rPr dirty="0"/>
              <a:t>Nsight Compute reports that the shared-load wavefront count falls from 201.6 million to 52.5 million while global DRAM traffic remains unchanged. This confirms that the shared-memory request pattern becomes much cheaper to service. Separate CUDA-event timing improves only from 3.101696 to 3.013632 milliseconds—2.84%, or 1.029×—because K2 was already driving the global-memory path much more effectively. The optimization works exactly where intended, but that resource is no longer the dominant limit. K4 therefore attacks the number of block trees rather than merely refining one tree.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K4 performs the first addition while loading from global memory. Each thread reads g[i] and g[i+B], adds them in a register, and writes one value to s[tid]. From that point onward, the shared-memory tree is the same K3 tree; only the load band changes. Because one block now covers 2B input values instead of B, the first-pass block count is halved.</a:t>
            </a:r>
          </a:p>
          <a:p>
            <a:pPr indent="0" algn="l">
              <a:buNone/>
            </a:pPr>
            <a:endParaRPr/>
          </a:p>
          <a:p>
            <a:pPr indent="0" algn="l">
              <a:buNone/>
            </a:pPr>
            <a:r>
              <a:t>The total input stream is not halved—every FP32 value is still read once—so a twofold speedup would not be expected. The 50% block-count reduction follows from the launch geometry. Nsight Compute reports 45.96% fewer first-pass instructions and peak-sustained DRAM utilization rising from 90.40% to 97.44%. Separate CUDA-event timing improves from 3.013632 to 2.741248 milliseconds: 9.04%, or 1.099×. Half of the block setup, tree, and partial-output work disappears, but the unchanged input stream limits the gain. K4 has now nearly saturated the remaining memory path, preparing us for the K5 and K6 plateau.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Compare only the tail of K4 and K5. K4 keeps the last reductions in shared memory: each stage reads two locations, writes the result, and then waits at a block-wide barrier. K5 preserves the same addition order, including the shared-memory plus-32 handoff, but exchanges the remaining values inside one warp with shuffle operations at offsets 16, 8, 4, 2, and 1.</a:t>
            </a:r>
          </a:p>
          <a:p>
            <a:pPr indent="0" algn="l">
              <a:buNone/>
            </a:pPr>
            <a:endParaRPr/>
          </a:p>
          <a:p>
            <a:pPr indent="0" algn="l">
              <a:buNone/>
            </a:pPr>
            <a:r>
              <a:t>Nsight Compute reports 50.22% fewer first-pass instructions, while inspection of the kernel structure gives the tree-barrier reduction from eight to two. Separate CUDA-event timing changes from 2.741248 to 2.740224 milliseconds—about one microsecond, so this is a tie. The same Compute profile places K4 at 97.44% of peak-sustained DRAM throughput. The reason is workload compatibility: removing more on-chip work does not shorten the 2 GiB DRAM critical path.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K6 applies a smaller, more mechanical optimization. Because the block size is fixed at 256 threads, the upper tree always contains exactly the plus-128 and plus-64 stages. K6 writes those stages explicitly instead of evaluating a runtime loop condition and branch. The picture on the right is intentionally unchanged: the same lanes combine, the same shared-memory addresses are accessed, and the same two block barriers remain.</a:t>
            </a:r>
          </a:p>
          <a:p>
            <a:pPr indent="0" algn="l">
              <a:buNone/>
            </a:pPr>
            <a:endParaRPr/>
          </a:p>
          <a:p>
            <a:pPr indent="0" algn="l">
              <a:buNone/>
            </a:pPr>
            <a:r>
              <a:t>Nsight Compute reports 32.96% fewer first-pass instructions and 70.59% fewer branches, but the code comparison shows that the data movement and two synchronization points remain unchanged. Separate end-to-end CUDA-event timing moves from 2.740224 to 2.741120 milliseconds, a 0.9-microsecond difference within a tie. Unrolling succeeded at removing control overhead; that overhead simply was not the active bottleneck.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This slide verifies the K5/K6 plateau rather than merely labeling it. The end-to-end CUDA-event medians remain approximately 2.74 milliseconds for K4, K5, and K6. Meanwhile, Nsight Compute first-pass instruction counts fall from 939.5 million to 467.7 million and then 313.5 million, branch counts fall from 84.9 to 35.7 to 10.5 million, and the code-level tree-barrier count falls from eight to two.</a:t>
            </a:r>
          </a:p>
          <a:p>
            <a:pPr indent="0" algn="l">
              <a:buNone/>
            </a:pPr>
            <a:endParaRPr/>
          </a:p>
          <a:p>
            <a:pPr indent="0" algn="l">
              <a:buNone/>
            </a:pPr>
            <a:r>
              <a:t>Nsight Compute also places K4 at 97.44% of peak-sustained DRAM throughput; the 2 GiB working set is far larger than the L40S’s 96 MiB L2. A separate 64 MiB warm-cache CUDA-event control improves from 54.0 to 32.8 to 31.7 microseconds. Its absolute time is not directly comparable to the 2 GiB run, but it supports the diagnosis: on-chip optimizations become visible when DRAM is no longer the critical path.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K7 changes the assignment geometry much more aggressively. K6 launches 1,048,576 first-pass blocks, and each thread reads one local pair before contributing to its block reduction. K7 caps the grid at 568 blocks—142 SMs times four blocks per SM—and reuses those blocks. In each loop iteration, a thread reads four two-value streams separated by G, accumulates them, and advances by 4G. With only 568 blocks covering the full 2 GiB input, each thread processes roughly 3,692 values.</a:t>
            </a:r>
          </a:p>
          <a:p>
            <a:pPr indent="0" algn="l">
              <a:buNone/>
            </a:pPr>
            <a:endParaRPr/>
          </a:p>
          <a:p>
            <a:pPr indent="0" algn="l">
              <a:buNone/>
            </a:pPr>
            <a:r>
              <a:t>The logical input work is unchanged. End-to-end CUDA-event timing increases from 2.741120 to 2.975744 milliseconds, or 8.56%. In a separate profiling run, Nsight Compute reports that first-pass physical DRAM-read sectors rise from 71.767 to 78.488 million while logical sectors remain 67.109 million. The no-cap time shown in the result band is another CUDA-event control, not a Compute counter. The next slide uses those controls to determine whether the increase comes from the grid cap or from grid-stride code itself.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The control experiment isolates the cap. Nsight Compute reports the same 67.109 million logical first-pass sectors for K6 and capped K7, but physical DRAM-read sectors rise 9.37%, from 71.767 to 78.488 million. It also reports occupancy falling from 91.22% to 66.52% and the long-scoreboard-stall metric rising from 75.78% to 97.91%. Separate CUDA-event timing rises by 8.56%.</a:t>
            </a:r>
          </a:p>
          <a:p>
            <a:pPr indent="0" algn="l">
              <a:buNone/>
            </a:pPr>
            <a:endParaRPr/>
          </a:p>
          <a:p>
            <a:pPr indent="0" algn="l">
              <a:buNone/>
            </a:pPr>
            <a:r>
              <a:t>Nsight Systems places almost all of the regression in the first pass: plus 231.748 microseconds, while the tail becomes 6.432 microseconds shorter. For the no-cap control, Nsight Compute returns to 91.25% occupancy and 71.731 million DRAM sectors, while separate CUDA-event timing returns to 2.741248 milliseconds. This identifies the aggressive cap as the cause, but the counters do not prove one unique DRAM-row or burst-level mechanism.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Read the ladder as a sequence of changing bottlenecks. CUDA-event timing gives 4.502, 3.102, 3.014, 2.741, 2.740, 2.741, and 2.976 milliseconds across K1 through K7. The percentage changes and effective-bandwidth labels are derived from those end-to-end times; effective GB/s means logical input bytes divided by time, not physical DRAM traffic.</a:t>
            </a:r>
          </a:p>
          <a:p>
            <a:pPr indent="0" algn="l">
              <a:buNone/>
            </a:pPr>
            <a:endParaRPr/>
          </a:p>
          <a:p>
            <a:pPr indent="0" algn="l">
              <a:buNone/>
            </a:pPr>
            <a:r>
              <a:t>Nsight Compute supplies the first-pass shared-memory, instruction, throughput, and physical-DRAM evidence used to explain the changes. K1 to K2 removes control waste; K3 improves shared-memory service; K4 reaches the DRAM plateau; K5 and K6 remove work below that plateau; capped K7 adds physical DRAM service. Those Compute profiles are separate from the timing samples. The general rule carries into scan: an optimization matters only when it shortens the workload’s current critical path.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Reduction and scan use the same operator, addition here, but promise different outputs. Reduction may discard intermediate values because it returns only the final total, 25. An inclusive scan returns one value per position and includes the current input: 3, 4, 11, and so on, ending at 25. An exclusive scan returns the sum strictly before the current position, so it begins with the additive identity zero and is the inclusive sequence shifted right.</a:t>
            </a:r>
          </a:p>
          <a:p>
            <a:pPr indent="0" algn="l">
              <a:buNone/>
            </a:pPr>
            <a:endParaRPr/>
          </a:p>
          <a:p>
            <a:pPr indent="0" algn="l">
              <a:buNone/>
            </a:pPr>
            <a:r>
              <a:t>Algorithmically, a parallel scan requires an associative operator; exclusive scan also needs an identity or initial value. FP32 addition is only approximately associative because of rounding, so changing from serial order to a parallel tree can change low-order bits even when both executions are valid numerical sums. Scan must also preserve every prefix instead of only the final value, which creates more communication and motivates specialized prefix networks.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Kogge–Stone minimizes dependency depth by doubling how far each value can see at every stage. At distance one, indices 1 through 7 add their immediate left neighbor, producing seven combines. At distance two, indices 2 through 7 add a value representing the preceding two elements, producing six more. At distance four, indices 4 through 7 add the preceding four-element prefix, producing four more.</a:t>
            </a:r>
          </a:p>
          <a:p>
            <a:pPr indent="0" algn="l">
              <a:buNone/>
            </a:pPr>
            <a:endParaRPr/>
          </a:p>
          <a:p>
            <a:pPr indent="0" algn="l">
              <a:buNone/>
            </a:pPr>
            <a:r>
              <a:t>The dependency reach is therefore 2, then 4, then 8, so eight inputs finish in log₂8, or three, synchronized stages. Notice that every arrow reads from the previous row; mixing values updated within the same stage would violate the network’s dependencies. The short depth is attractive when synchronization is expensive, but the dense network performs 17 combines—more work than the alternative on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Brent–Kung reaches the same inclusive result with a sparser tree. The up-sweep first forms selected partial sums: four pair combines, then two four-element combines, and finally one eight-element combine. The down-sweep reuses those stored partials to fill missing prefixes, performing one combine in the first downward stage and three in the second. For eight inputs, that totals 11 combines. Its depth is five stages, or 2log₂8−1.</a:t>
            </a:r>
          </a:p>
          <a:p>
            <a:pPr indent="0" algn="l">
              <a:buNone/>
            </a:pPr>
            <a:endParaRPr/>
          </a:p>
          <a:p>
            <a:pPr indent="0" algn="l">
              <a:buNone/>
            </a:pPr>
            <a:r>
              <a:t>Compared with Kogge–Stone, Brent–Kung saves six combines but adds two synchronization levels. That is the core trade-off: less total work versus greater dependency depth. This slide shows canonical inclusive Brent–Kung. The lecture PDF’s six-round, 14-add up/down tree instead matches the Blelloch-style exclusive construction, which inserts the identity at the root. Which network wins on a GPU therefore depends on barrier cost, residency, and available arithmetic throughput.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Here the comparison is not just Kogge–Stone versus Brent–Kung; it is how each network fits the SM. With 256-thread blocks, each block occupies eight warps, so six blocks can fill the L40S’s 48 resident-warp slots. CUDA-event medians tie the two scans at about 0.821 milliseconds, while Nsight Compute reports 88.06% active warps for this residency regime.</a:t>
            </a:r>
          </a:p>
          <a:p>
            <a:pPr indent="0" algn="l">
              <a:buNone/>
            </a:pPr>
            <a:endParaRPr/>
          </a:p>
          <a:p>
            <a:pPr indent="0" algn="l">
              <a:buNone/>
            </a:pPr>
            <a:r>
              <a:t>A 1024-thread block has 32 warps, but a second such block cannot reside, leaving 16 warp slots unused. CUDA-event medians are 0.875 milliseconds for Kogge–Stone and 1.130 milliseconds for Brent–Kung, a 1.292× gap; Nsight Compute reports about 65.7% active warps. In the padding control, Compute reports 15.4× fewer bank conflicts, while separate CUDA-event timing improves Brent–Kung by only 5.7%. The 8 MiB control values are also CUDA-event measurements. These labels matter because the counters explain the mechanism but are not timing samples.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At device scope, the prefix network is no longer the main cost; full-array traffic is. For 268,435,456 FP32 elements, the minimum logical payload is one 1 GiB input read plus one 1 GiB output write, or 8 bytes per element. CUB’s single-pass look-back scan completes that job in 3.316 milliseconds, within 1.1% of the 3.280-millisecond device-to-device copy control.</a:t>
            </a:r>
          </a:p>
          <a:p>
            <a:pPr indent="0" algn="l">
              <a:buNone/>
            </a:pPr>
            <a:endParaRPr/>
          </a:p>
          <a:p>
            <a:pPr indent="0" algn="l">
              <a:buNone/>
            </a:pPr>
            <a:r>
              <a:t>The simple custom composition first writes local prefixes, then reads that full intermediate array and writes the uniformly offset result. Ignoring the tiny block-total array, that is roughly 16 bytes per element—two full-array passes. Its Kogge–Stone and Brent–Kung versions therefore converge at 6.236 and 6.262 milliseconds, only 0.4% apart, and close to the 6.560-millisecond two-copy estimate. The 1.881× CUB advantage comes primarily from avoiding the extra global round trip, not from a faster local tree. To understand the inner primitive used inside either device algorithm, zoom back to one warp.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This is the same Kogge–Stone dependency doubling, but confined to a single warp and held in registers. Every lane starts with one value. At distances 1, 2, 4, 8, and 16, __shfl_up_sync reads the prior partial sum from the lane d positions lower; lanes whose ID is at least d add that value. After five rounds, each lane contains its inclusive prefix, and lane 31 has accumulated all 32 inputs.</a:t>
            </a:r>
          </a:p>
          <a:p>
            <a:pPr indent="0" algn="l">
              <a:buNone/>
            </a:pPr>
            <a:endParaRPr/>
          </a:p>
          <a:p>
            <a:pPr indent="0" algn="l">
              <a:buNone/>
            </a:pPr>
            <a:r>
              <a:t>The important hardware match is that the exchange is between registers of participating lanes, so a block-wide __syncthreads() is unnecessary. The mask still has to name the lanes participating in the shuffle. This primitive stops at the warp boundary, however. A block scan must combine per-warp totals through shared memory or another cooperative step, which leads to the hierarchy on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A device scan is built by composing scopes; neither a warp shuffle nor __syncthreads() can synchronize unrelated blocks. In kernel 1, each block performs an exclusive local scan and writes its total. For block 0, inputs [1, 2, 3, 4] become [0, 1, 3, 6] with total 10; block 1 produces [0, 5, 11, 18] with total 26. Kernel 2 scans those totals to create block offsets [0, 10].</a:t>
            </a:r>
          </a:p>
          <a:p>
            <a:pPr indent="0" algn="l">
              <a:buNone/>
            </a:pPr>
            <a:endParaRPr/>
          </a:p>
          <a:p>
            <a:pPr indent="0" algn="l">
              <a:buNone/>
            </a:pPr>
            <a:r>
              <a:t>Kernel 3 adds the matching offset to every local result, so block 1 begins at 10 and the final grid result is [0, 1, 3, 6, 10, 15, 21, 28]. The red lines mark kernel boundaries: sequential kernel launches in the same stream provide the device-wide phase ordering that a block barrier cannot. This three-kernel structure is easy to reason about and validate, but its final uniform-add pass rereads and rewrites the full array, explaining the extra traffic measured on the previous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Tensor Cores are not simply “faster CUDA cores”; they are a specialized execution path with a specific operation contract. The lane path on the left supports per-lane communication such as shuffle-based scan and shared-memory synchronization. The Tensor Core path accepts supported matrix tiles and performs matrix multiply-accumulate, conventionally written D = A × B + C, for particular shapes, precisions, and layouts.</a:t>
            </a:r>
          </a:p>
          <a:p>
            <a:pPr indent="0" algn="l">
              <a:buNone/>
            </a:pPr>
            <a:endParaRPr/>
          </a:p>
          <a:p>
            <a:pPr indent="0" algn="l">
              <a:buNone/>
            </a:pPr>
            <a:r>
              <a:t>The standard FP32 scan shown here does not natively match a dense MMA tile and therefore uses the CUDA-lane path. Consequently, the L40S peak of 733 dense FP8 TFLOPS is not a meaningful roof for this FP32 scan workload. Peak numbers predict performance only when the algorithm enters the matching hardware branch. This contract idea is the bridge to libraries: they are valuable partly because they can recognize and select eligible branches.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cuBLAS and cuDNN expose richer contracts than a single hand-written kernel, and that gives them room to optimize. For GEMM, cuBLAS receives dimensions, transposition, leading dimensions or layouts, input and compute types, and the alpha and beta coefficients in C = alpha op(A) op(B) + beta C. cuBLAS or cuBLASLt can then choose a tiled implementation and, when the supplied precision and layout are eligible, a Tensor Core path; cuBLASLt also supports more flexible layouts and epilogues.</a:t>
            </a:r>
          </a:p>
          <a:p>
            <a:pPr indent="0" algn="l">
              <a:buNone/>
            </a:pPr>
            <a:endParaRPr/>
          </a:p>
          <a:p>
            <a:pPr indent="0" algn="l">
              <a:buNone/>
            </a:pPr>
            <a:r>
              <a:t>cuDNN works at operation-graph scope. A sequence such as convolution, bias, and activation is described as a graph, then heuristics select an execution plan. Compatible operations may be fused, reducing launches and intermediate memory traffic, but fusion is not automatic for every graph. The key point is not “libraries are always faster”; it is that a precise contract exposes optimization choices that raw arithmetic alone does not.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The same associative reduce or scan can be requested at several scopes, and the scope determines who owns coordination. Thrust provides the broadest interface here: STL-like algorithms operate on iterator ranges or containers. CUB DeviceScan and DeviceReduce explicitly manage a whole device range. Inside a custom kernel, CUB BlockScan cooperates across one thread block, while CUB WarpScan or shuffle primitives cooperate within one warp.</a:t>
            </a:r>
          </a:p>
          <a:p>
            <a:pPr indent="0" algn="l">
              <a:buNone/>
            </a:pPr>
            <a:endParaRPr/>
          </a:p>
          <a:p>
            <a:pPr indent="0" algn="l">
              <a:buNone/>
            </a:pPr>
            <a:r>
              <a:t>Moving outward gives a simpler interface and lets the implementation manage more of the schedule; moving inward gives the programmer more control over data already in registers or shared memory and makes fusion easier. It also transfers responsibility for temporary storage, synchronization, and composition to the caller. Start with the broadest abstraction that matches the required semantics. Descend only when measurement identifies a missing capability, such as a special data layout, fused producer or consumer, or scope the higher-level call cannot express efficiently.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t>The final routing question is data shape plus execution scope. For a one-dimensional range reduction or scan, establish a Thrust or CUB Device baseline. For dense matrix multiplication, use cuBLAS or cuBLASLt and check whether the requested shape, precision, and layout qualify for Tensor Cores. For a DNN operation graph, give cuDNN enough graph context to choose or fuse an execution plan. Custom CUDA is the right branch when the required fusion, communication pattern, or data layout is outside those contracts—not merely because custom code feels more controllable.</a:t>
            </a:r>
          </a:p>
          <a:p>
            <a:pPr indent="0" algn="l">
              <a:buNone/>
            </a:pPr>
            <a:endParaRPr/>
          </a:p>
          <a:p>
            <a:pPr indent="0" algn="l">
              <a:buNone/>
            </a:pPr>
            <a:r>
              <a:t>Compare alternatives with the same inputs, precision, semantics, and end-to-end scope, while accounting for every required transfer; validate correctness before timing. The reduction results give the closing rule: optimize the current bottleneck. A library baseline defines a credible target; measurements tell us whether a custom kernel actually removes a cost or only rearranges work below the performance plateau. Start broad, measure, and customize only with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WO_OBJECTS_WITH_TEXT">
    <p:bg>
      <p:bgPr>
        <a:solidFill>
          <a:srgbClr val="FFFFFF"/>
        </a:solidFill>
        <a:effectLst/>
      </p:bgPr>
    </p:bg>
    <p:spTree>
      <p:nvGrpSpPr>
        <p:cNvPr id="1" name=""/>
        <p:cNvGrpSpPr/>
        <p:nvPr/>
      </p:nvGrpSpPr>
      <p:grpSpPr>
        <a:xfrm>
          <a:off x="0" y="0"/>
          <a:ext cx="0" cy="0"/>
          <a:chOff x="0" y="0"/>
          <a:chExt cx="0" cy="0"/>
        </a:xfrm>
      </p:grpSpPr>
      <p:pic>
        <p:nvPicPr>
          <p:cNvPr id="2" name="Google Shape;37;p3" hidden="1"/>
          <p:cNvPicPr>
            <a:picLocks noChangeAspect="1"/>
          </p:cNvPicPr>
          <p:nvPr/>
        </p:nvPicPr>
        <p:blipFill>
          <a:blip r:embed="rId2"/>
          <a:srcRect l="8600" t="17401" r="11111" b="17855"/>
          <a:stretch/>
        </p:blipFill>
        <p:spPr>
          <a:xfrm>
            <a:off x="11563200" y="195840"/>
            <a:ext cx="564840" cy="455400"/>
          </a:xfrm>
          <a:prstGeom prst="rect">
            <a:avLst/>
          </a:prstGeom>
          <a:ln w="12700">
            <a:noFill/>
          </a:ln>
        </p:spPr>
      </p:pic>
      <p:sp>
        <p:nvSpPr>
          <p:cNvPr id="3" name="Google Shape;38;p3" hidden="1">
            <a:extLst>
              <a:ext uri="{FF2B5EF4-FFF2-40B4-BE49-F238E27FC236}">
                <a16:creationId xmlns:a16="http://schemas.microsoft.com/office/drawing/2014/main" id="{C21C248D-69CE-477A-9DC2-E1B4A6D9C2E8}"/>
              </a:ext>
            </a:extLst>
          </p:cNvPr>
          <p:cNvSpPr>
            <a:spLocks noGrp="1"/>
          </p:cNvSpPr>
          <p:nvPr/>
        </p:nvSpPr>
        <p:spPr>
          <a:xfrm>
            <a:off x="0" y="0"/>
            <a:ext cx="12191400" cy="135720"/>
          </a:xfrm>
          <a:prstGeom prst="rect">
            <a:avLst/>
          </a:prstGeom>
          <a:solidFill>
            <a:srgbClr val="D2E1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4" name="Google Shape;39;p3" hidden="1">
            <a:extLst>
              <a:ext uri="{FF2B5EF4-FFF2-40B4-BE49-F238E27FC236}">
                <a16:creationId xmlns:a16="http://schemas.microsoft.com/office/drawing/2014/main" id="{F12E4EDD-2FCD-4116-9352-7E6530F01F7E}"/>
              </a:ext>
            </a:extLst>
          </p:cNvPr>
          <p:cNvSpPr>
            <a:spLocks noGrp="1"/>
          </p:cNvSpPr>
          <p:nvPr/>
        </p:nvSpPr>
        <p:spPr>
          <a:xfrm>
            <a:off x="0" y="0"/>
            <a:ext cx="380160" cy="6857280"/>
          </a:xfrm>
          <a:prstGeom prst="rect">
            <a:avLst/>
          </a:prstGeom>
          <a:solidFill>
            <a:schemeClr val="accent1"/>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5" name="Google Shape;40;p3" hidden="1">
            <a:extLst>
              <a:ext uri="{FF2B5EF4-FFF2-40B4-BE49-F238E27FC236}">
                <a16:creationId xmlns:a16="http://schemas.microsoft.com/office/drawing/2014/main" id="{13966AFF-E18F-47C1-A996-71BB7C86AD8E}"/>
              </a:ext>
            </a:extLst>
          </p:cNvPr>
          <p:cNvSpPr>
            <a:spLocks noGrp="1"/>
          </p:cNvSpPr>
          <p:nvPr/>
        </p:nvSpPr>
        <p:spPr>
          <a:xfrm>
            <a:off x="0" y="0"/>
            <a:ext cx="302040" cy="6857280"/>
          </a:xfrm>
          <a:prstGeom prst="rect">
            <a:avLst/>
          </a:prstGeom>
          <a:solidFill>
            <a:srgbClr val="001845"/>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6" name="Google Shape;41;p3" hidden="1">
            <a:extLst>
              <a:ext uri="{FF2B5EF4-FFF2-40B4-BE49-F238E27FC236}">
                <a16:creationId xmlns:a16="http://schemas.microsoft.com/office/drawing/2014/main" id="{C8AD5F1E-B2F3-4CE5-BC6A-2795D0DA3A70}"/>
              </a:ext>
            </a:extLst>
          </p:cNvPr>
          <p:cNvSpPr>
            <a:spLocks noGrp="1"/>
          </p:cNvSpPr>
          <p:nvPr/>
        </p:nvSpPr>
        <p:spPr>
          <a:xfrm>
            <a:off x="0" y="0"/>
            <a:ext cx="380160" cy="135720"/>
          </a:xfrm>
          <a:prstGeom prst="rect">
            <a:avLst/>
          </a:prstGeom>
          <a:solidFill>
            <a:srgbClr val="77BAFC"/>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7" name="Google Shape;42;p3" hidden="1">
            <a:extLst>
              <a:ext uri="{FF2B5EF4-FFF2-40B4-BE49-F238E27FC236}">
                <a16:creationId xmlns:a16="http://schemas.microsoft.com/office/drawing/2014/main" id="{6098BC7E-4D68-430A-97F9-7A84BF70B47A}"/>
              </a:ext>
            </a:extLst>
          </p:cNvPr>
          <p:cNvSpPr>
            <a:spLocks noGrp="1"/>
          </p:cNvSpPr>
          <p:nvPr/>
        </p:nvSpPr>
        <p:spPr>
          <a:xfrm>
            <a:off x="0" y="0"/>
            <a:ext cx="302040" cy="135720"/>
          </a:xfrm>
          <a:prstGeom prst="rect">
            <a:avLst/>
          </a:prstGeom>
          <a:solidFill>
            <a:srgbClr val="2269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8" name="PlaceHolder 1">
            <a:extLst>
              <a:ext uri="{FF2B5EF4-FFF2-40B4-BE49-F238E27FC236}">
                <a16:creationId xmlns:a16="http://schemas.microsoft.com/office/drawing/2014/main" id="{2B945B13-AC28-4417-976E-26F580171E8A}"/>
              </a:ext>
            </a:extLst>
          </p:cNvPr>
          <p:cNvSpPr>
            <a:spLocks noGrp="1"/>
          </p:cNvSpPr>
          <p:nvPr>
            <p:ph type="title"/>
          </p:nvPr>
        </p:nvSpPr>
        <p:spPr>
          <a:xfrm>
            <a:off x="839880" y="365040"/>
            <a:ext cx="10514880" cy="1324800"/>
          </a:xfrm>
          <a:prstGeom prst="rect">
            <a:avLst/>
          </a:prstGeom>
          <a:noFill/>
          <a:ln w="12600">
            <a:noFill/>
          </a:ln>
        </p:spPr>
        <p:txBody>
          <a:bodyPr lIns="45720" tIns="45720" rIns="45720" bIns="45720" anchor="ctr">
            <a:noAutofit/>
          </a:bodyPr>
          <a:lstStyle>
            <a:lvl1pPr indent="0" algn="l">
              <a:lnSpc>
                <a:spcPct val="90000"/>
              </a:lnSpc>
              <a:buNone/>
              <a:defRPr sz="4400" b="0" u="none">
                <a:solidFill>
                  <a:srgbClr val="001233"/>
                </a:solidFill>
                <a:latin typeface="Arial"/>
                <a:ea typeface="Arial"/>
                <a:cs typeface="Arial"/>
              </a:defRPr>
            </a:lvl1pPr>
          </a:lstStyle>
          <a:p>
            <a:pPr indent="0" algn="l">
              <a:lnSpc>
                <a:spcPct val="90000"/>
              </a:lnSpc>
              <a:buNone/>
            </a:pPr>
            <a:r>
              <a:rPr sz="4400" b="0" u="none">
                <a:solidFill>
                  <a:srgbClr val="001233"/>
                </a:solidFill>
                <a:latin typeface="Arial"/>
                <a:ea typeface="Arial"/>
                <a:cs typeface="Arial"/>
              </a:rPr>
              <a:t>Title Text</a:t>
            </a:r>
          </a:p>
        </p:txBody>
      </p:sp>
      <p:sp>
        <p:nvSpPr>
          <p:cNvPr id="9" name="PlaceHolder 2">
            <a:extLst>
              <a:ext uri="{FF2B5EF4-FFF2-40B4-BE49-F238E27FC236}">
                <a16:creationId xmlns:a16="http://schemas.microsoft.com/office/drawing/2014/main" id="{32AA68AF-5EBD-4B16-866F-31BE3758A8B7}"/>
              </a:ext>
            </a:extLst>
          </p:cNvPr>
          <p:cNvSpPr>
            <a:spLocks noGrp="1"/>
          </p:cNvSpPr>
          <p:nvPr>
            <p:ph type="body"/>
          </p:nvPr>
        </p:nvSpPr>
        <p:spPr>
          <a:xfrm>
            <a:off x="839880" y="1681200"/>
            <a:ext cx="5157000" cy="823320"/>
          </a:xfrm>
          <a:prstGeom prst="rect">
            <a:avLst/>
          </a:prstGeom>
          <a:noFill/>
          <a:ln w="12600">
            <a:noFill/>
          </a:ln>
        </p:spPr>
        <p:txBody>
          <a:bodyPr lIns="45720" tIns="45720" rIns="45720" bIns="45720" anchor="b">
            <a:noAutofit/>
          </a:bodyPr>
          <a:lstStyle>
            <a:lvl1pPr marL="228600" indent="0" algn="l">
              <a:lnSpc>
                <a:spcPct val="90000"/>
              </a:lnSpc>
              <a:spcBef>
                <a:spcPts val="1001"/>
              </a:spcBef>
              <a:buNone/>
              <a:defRPr sz="2400" b="1" u="none">
                <a:solidFill>
                  <a:srgbClr val="001233"/>
                </a:solidFill>
                <a:latin typeface="Arial"/>
                <a:ea typeface="Arial"/>
                <a:cs typeface="Arial"/>
              </a:defRPr>
            </a:lvl1pPr>
            <a:lvl2pPr marL="228600" indent="0" algn="l">
              <a:lnSpc>
                <a:spcPct val="90000"/>
              </a:lnSpc>
              <a:spcBef>
                <a:spcPts val="1001"/>
              </a:spcBef>
              <a:buNone/>
              <a:defRPr sz="2400" b="1" u="none">
                <a:solidFill>
                  <a:srgbClr val="001233"/>
                </a:solidFill>
                <a:latin typeface="Arial"/>
                <a:ea typeface="Arial"/>
                <a:cs typeface="Arial"/>
              </a:defRPr>
            </a:lvl2pPr>
            <a:lvl3pPr marL="228600" indent="0" algn="l">
              <a:lnSpc>
                <a:spcPct val="90000"/>
              </a:lnSpc>
              <a:spcBef>
                <a:spcPts val="1001"/>
              </a:spcBef>
              <a:buNone/>
              <a:defRPr sz="2400" b="1" u="none">
                <a:solidFill>
                  <a:srgbClr val="001233"/>
                </a:solidFill>
                <a:latin typeface="Arial"/>
                <a:ea typeface="Arial"/>
                <a:cs typeface="Arial"/>
              </a:defRPr>
            </a:lvl3pPr>
            <a:lvl4pPr marL="228600" indent="0" algn="l">
              <a:lnSpc>
                <a:spcPct val="90000"/>
              </a:lnSpc>
              <a:spcBef>
                <a:spcPts val="1001"/>
              </a:spcBef>
              <a:buNone/>
              <a:defRPr sz="2400" b="1" u="none">
                <a:solidFill>
                  <a:srgbClr val="001233"/>
                </a:solidFill>
                <a:latin typeface="Arial"/>
                <a:ea typeface="Arial"/>
                <a:cs typeface="Arial"/>
              </a:defRPr>
            </a:lvl4pPr>
            <a:lvl5pPr marL="228600" indent="0" algn="l">
              <a:lnSpc>
                <a:spcPct val="90000"/>
              </a:lnSpc>
              <a:spcBef>
                <a:spcPts val="1001"/>
              </a:spcBef>
              <a:buNone/>
              <a:defRPr sz="2400" b="1" u="none">
                <a:solidFill>
                  <a:srgbClr val="001233"/>
                </a:solidFill>
                <a:latin typeface="Arial"/>
                <a:ea typeface="Arial"/>
                <a:cs typeface="Arial"/>
              </a:defRPr>
            </a:lvl5pPr>
          </a:lstStyle>
          <a:p>
            <a:pPr marL="228600" indent="0" algn="l">
              <a:lnSpc>
                <a:spcPct val="90000"/>
              </a:lnSpc>
              <a:spcBef>
                <a:spcPts val="1001"/>
              </a:spcBef>
              <a:buNone/>
            </a:pPr>
            <a:r>
              <a:rPr sz="2400" b="1" u="none">
                <a:solidFill>
                  <a:srgbClr val="001233"/>
                </a:solidFill>
                <a:latin typeface="Arial"/>
                <a:ea typeface="Arial"/>
                <a:cs typeface="Arial"/>
              </a:rPr>
              <a:t>Body Level One</a:t>
            </a:r>
          </a:p>
          <a:p>
            <a:pPr marL="228600" indent="0" algn="l">
              <a:lnSpc>
                <a:spcPct val="90000"/>
              </a:lnSpc>
              <a:spcBef>
                <a:spcPts val="1001"/>
              </a:spcBef>
              <a:buNone/>
            </a:pPr>
            <a:r>
              <a:rPr sz="2400" b="1" u="none">
                <a:solidFill>
                  <a:srgbClr val="001233"/>
                </a:solidFill>
                <a:latin typeface="Arial"/>
                <a:ea typeface="Arial"/>
                <a:cs typeface="Arial"/>
              </a:rPr>
              <a:t>Body Level Two</a:t>
            </a:r>
          </a:p>
          <a:p>
            <a:pPr marL="228600" indent="0" algn="l">
              <a:lnSpc>
                <a:spcPct val="90000"/>
              </a:lnSpc>
              <a:spcBef>
                <a:spcPts val="1001"/>
              </a:spcBef>
              <a:buNone/>
            </a:pPr>
            <a:r>
              <a:rPr sz="2400" b="1" u="none">
                <a:solidFill>
                  <a:srgbClr val="001233"/>
                </a:solidFill>
                <a:latin typeface="Arial"/>
                <a:ea typeface="Arial"/>
                <a:cs typeface="Arial"/>
              </a:rPr>
              <a:t>Body Level Three</a:t>
            </a:r>
          </a:p>
          <a:p>
            <a:pPr marL="228600" indent="0" algn="l">
              <a:lnSpc>
                <a:spcPct val="90000"/>
              </a:lnSpc>
              <a:spcBef>
                <a:spcPts val="1001"/>
              </a:spcBef>
              <a:buNone/>
            </a:pPr>
            <a:r>
              <a:rPr sz="2400" b="1" u="none">
                <a:solidFill>
                  <a:srgbClr val="001233"/>
                </a:solidFill>
                <a:latin typeface="Arial"/>
                <a:ea typeface="Arial"/>
                <a:cs typeface="Arial"/>
              </a:rPr>
              <a:t>Body Level Four</a:t>
            </a:r>
          </a:p>
          <a:p>
            <a:pPr marL="228600" indent="0" algn="l">
              <a:lnSpc>
                <a:spcPct val="90000"/>
              </a:lnSpc>
              <a:spcBef>
                <a:spcPts val="1001"/>
              </a:spcBef>
              <a:buNone/>
            </a:pPr>
            <a:r>
              <a:rPr sz="2400" b="1" u="none">
                <a:solidFill>
                  <a:srgbClr val="001233"/>
                </a:solidFill>
                <a:latin typeface="Arial"/>
                <a:ea typeface="Arial"/>
                <a:cs typeface="Arial"/>
              </a:rPr>
              <a:t>Body Level Five</a:t>
            </a:r>
          </a:p>
        </p:txBody>
      </p:sp>
      <p:sp>
        <p:nvSpPr>
          <p:cNvPr id="10" name="PlaceHolder 3">
            <a:extLst>
              <a:ext uri="{FF2B5EF4-FFF2-40B4-BE49-F238E27FC236}">
                <a16:creationId xmlns:a16="http://schemas.microsoft.com/office/drawing/2014/main" id="{D62CDA10-137D-4493-A3DE-9BA9A7198DAC}"/>
              </a:ext>
            </a:extLst>
          </p:cNvPr>
          <p:cNvSpPr>
            <a:spLocks noGrp="1"/>
          </p:cNvSpPr>
          <p:nvPr>
            <p:ph type="body"/>
          </p:nvPr>
        </p:nvSpPr>
        <p:spPr>
          <a:xfrm>
            <a:off x="839880" y="2505240"/>
            <a:ext cx="5157000" cy="3683880"/>
          </a:xfrm>
          <a:prstGeom prst="rect">
            <a:avLst/>
          </a:prstGeom>
          <a:noFill/>
          <a:ln w="12600">
            <a:noFill/>
          </a:ln>
        </p:spPr>
        <p:txBody>
          <a:bodyPr lIns="45720" tIns="45720" rIns="45720" bIns="45720" anchor="t">
            <a:noAutofit/>
          </a:bodyPr>
          <a:lstStyle>
            <a:lvl1pPr marL="228600" indent="0" algn="l">
              <a:lnSpc>
                <a:spcPct val="90000"/>
              </a:lnSpc>
              <a:spcBef>
                <a:spcPts val="1001"/>
              </a:spcBef>
              <a:buNone/>
              <a:defRPr sz="2400" b="1" u="none">
                <a:solidFill>
                  <a:srgbClr val="001233"/>
                </a:solidFill>
                <a:latin typeface="Arial"/>
                <a:ea typeface="Arial"/>
                <a:cs typeface="Arial"/>
              </a:defRPr>
            </a:lvl1pPr>
            <a:lvl2pPr algn="l">
              <a:lnSpc>
                <a:spcPct val="90000"/>
              </a:lnSpc>
              <a:spcBef>
                <a:spcPts val="1001"/>
              </a:spcBef>
              <a:buChar char="l"/>
              <a:defRPr sz="2400" b="1" u="none">
                <a:solidFill>
                  <a:srgbClr val="001233"/>
                </a:solidFill>
                <a:latin typeface="Arial"/>
                <a:ea typeface="Arial"/>
                <a:cs typeface="Arial"/>
              </a:defRPr>
            </a:lvl2pPr>
            <a:lvl3pPr algn="l">
              <a:lnSpc>
                <a:spcPct val="90000"/>
              </a:lnSpc>
              <a:spcBef>
                <a:spcPts val="1001"/>
              </a:spcBef>
              <a:buChar char="l"/>
              <a:defRPr sz="2400" b="1" u="none">
                <a:solidFill>
                  <a:srgbClr val="001233"/>
                </a:solidFill>
                <a:latin typeface="Arial"/>
                <a:ea typeface="Arial"/>
                <a:cs typeface="Arial"/>
              </a:defRPr>
            </a:lvl3pPr>
            <a:lvl4pPr algn="l">
              <a:lnSpc>
                <a:spcPct val="90000"/>
              </a:lnSpc>
              <a:spcBef>
                <a:spcPts val="1001"/>
              </a:spcBef>
              <a:buChar char="l"/>
              <a:defRPr sz="2400" b="1" u="none">
                <a:solidFill>
                  <a:srgbClr val="001233"/>
                </a:solidFill>
                <a:latin typeface="Arial"/>
                <a:ea typeface="Arial"/>
                <a:cs typeface="Arial"/>
              </a:defRPr>
            </a:lvl4pPr>
            <a:lvl5pPr algn="l">
              <a:lnSpc>
                <a:spcPct val="90000"/>
              </a:lnSpc>
              <a:spcBef>
                <a:spcPts val="1001"/>
              </a:spcBef>
              <a:buChar char="l"/>
              <a:defRPr sz="2400" b="1" u="none">
                <a:solidFill>
                  <a:srgbClr val="001233"/>
                </a:solidFill>
                <a:latin typeface="Arial"/>
                <a:ea typeface="Arial"/>
                <a:cs typeface="Arial"/>
              </a:defRPr>
            </a:lvl5pPr>
            <a:lvl6pPr algn="l">
              <a:lnSpc>
                <a:spcPct val="90000"/>
              </a:lnSpc>
              <a:spcBef>
                <a:spcPts val="283"/>
              </a:spcBef>
              <a:buChar char="l"/>
              <a:defRPr sz="2400" b="1" u="none">
                <a:solidFill>
                  <a:srgbClr val="001233"/>
                </a:solidFill>
                <a:latin typeface="Arial"/>
                <a:ea typeface="Arial"/>
                <a:cs typeface="Arial"/>
              </a:defRPr>
            </a:lvl6pPr>
            <a:lvl7pPr algn="l">
              <a:lnSpc>
                <a:spcPct val="90000"/>
              </a:lnSpc>
              <a:spcBef>
                <a:spcPts val="283"/>
              </a:spcBef>
              <a:buChar char="l"/>
              <a:defRPr sz="2400" b="1" u="none">
                <a:solidFill>
                  <a:srgbClr val="001233"/>
                </a:solidFill>
                <a:latin typeface="Arial"/>
                <a:ea typeface="Arial"/>
                <a:cs typeface="Arial"/>
              </a:defRPr>
            </a:lvl7pPr>
          </a:lstStyle>
          <a:p>
            <a:pPr marL="228600" indent="0" algn="l">
              <a:lnSpc>
                <a:spcPct val="90000"/>
              </a:lnSpc>
              <a:spcBef>
                <a:spcPts val="1001"/>
              </a:spcBef>
              <a:buNone/>
            </a:pPr>
            <a:r>
              <a:rPr sz="2400" b="1" u="none">
                <a:solidFill>
                  <a:srgbClr val="001233"/>
                </a:solidFill>
                <a:latin typeface="Arial"/>
                <a:ea typeface="Arial"/>
                <a:cs typeface="Arial"/>
              </a:rPr>
              <a:t>Click to edit the outline text format</a:t>
            </a:r>
          </a:p>
          <a:p>
            <a:pPr marL="228600" algn="l">
              <a:lnSpc>
                <a:spcPct val="90000"/>
              </a:lnSpc>
              <a:spcBef>
                <a:spcPts val="1001"/>
              </a:spcBef>
              <a:buChar char="l"/>
            </a:pPr>
            <a:r>
              <a:rPr sz="2400" b="1" u="none">
                <a:solidFill>
                  <a:srgbClr val="001233"/>
                </a:solidFill>
                <a:latin typeface="Arial"/>
                <a:ea typeface="Arial"/>
                <a:cs typeface="Arial"/>
              </a:rPr>
              <a:t>Second Outline Level</a:t>
            </a:r>
          </a:p>
          <a:p>
            <a:pPr marL="228600" algn="l">
              <a:lnSpc>
                <a:spcPct val="90000"/>
              </a:lnSpc>
              <a:spcBef>
                <a:spcPts val="1001"/>
              </a:spcBef>
              <a:buChar char="l"/>
            </a:pPr>
            <a:r>
              <a:rPr sz="2400" b="1" u="none">
                <a:solidFill>
                  <a:srgbClr val="001233"/>
                </a:solidFill>
                <a:latin typeface="Arial"/>
                <a:ea typeface="Arial"/>
                <a:cs typeface="Arial"/>
              </a:rPr>
              <a:t>Third Outline Level</a:t>
            </a:r>
          </a:p>
          <a:p>
            <a:pPr marL="228600" algn="l">
              <a:lnSpc>
                <a:spcPct val="90000"/>
              </a:lnSpc>
              <a:spcBef>
                <a:spcPts val="1001"/>
              </a:spcBef>
              <a:buChar char="l"/>
            </a:pPr>
            <a:r>
              <a:rPr sz="2400" b="1" u="none">
                <a:solidFill>
                  <a:srgbClr val="001233"/>
                </a:solidFill>
                <a:latin typeface="Arial"/>
                <a:ea typeface="Arial"/>
                <a:cs typeface="Arial"/>
              </a:rPr>
              <a:t>Fourth Outline Level</a:t>
            </a:r>
          </a:p>
          <a:p>
            <a:pPr marL="228600" algn="l">
              <a:lnSpc>
                <a:spcPct val="90000"/>
              </a:lnSpc>
              <a:spcBef>
                <a:spcPts val="1001"/>
              </a:spcBef>
              <a:buChar char="l"/>
            </a:pPr>
            <a:r>
              <a:rPr sz="2400" b="1" u="none">
                <a:solidFill>
                  <a:srgbClr val="001233"/>
                </a:solidFill>
                <a:latin typeface="Arial"/>
                <a:ea typeface="Arial"/>
                <a:cs typeface="Arial"/>
              </a:rPr>
              <a:t>Fifth Outline Level</a:t>
            </a:r>
          </a:p>
          <a:p>
            <a:pPr marL="228600" algn="l">
              <a:lnSpc>
                <a:spcPct val="90000"/>
              </a:lnSpc>
              <a:spcBef>
                <a:spcPts val="283"/>
              </a:spcBef>
              <a:buChar char="l"/>
            </a:pPr>
            <a:r>
              <a:rPr sz="2400" b="1" u="none">
                <a:solidFill>
                  <a:srgbClr val="001233"/>
                </a:solidFill>
                <a:latin typeface="Arial"/>
                <a:ea typeface="Arial"/>
                <a:cs typeface="Arial"/>
              </a:rPr>
              <a:t>Sixth Outline Level</a:t>
            </a:r>
          </a:p>
          <a:p>
            <a:pPr marL="228600" algn="l">
              <a:lnSpc>
                <a:spcPct val="90000"/>
              </a:lnSpc>
              <a:spcBef>
                <a:spcPts val="283"/>
              </a:spcBef>
              <a:buChar char="l"/>
            </a:pPr>
            <a:r>
              <a:rPr sz="2400" b="1" u="none">
                <a:solidFill>
                  <a:srgbClr val="001233"/>
                </a:solidFill>
                <a:latin typeface="Arial"/>
                <a:ea typeface="Arial"/>
                <a:cs typeface="Arial"/>
              </a:rPr>
              <a:t>Seventh Outline Level</a:t>
            </a:r>
          </a:p>
        </p:txBody>
      </p:sp>
      <p:sp>
        <p:nvSpPr>
          <p:cNvPr id="11" name="PlaceHolder 4">
            <a:extLst>
              <a:ext uri="{FF2B5EF4-FFF2-40B4-BE49-F238E27FC236}">
                <a16:creationId xmlns:a16="http://schemas.microsoft.com/office/drawing/2014/main" id="{F06399D5-9162-4793-9820-73F5332B69B9}"/>
              </a:ext>
            </a:extLst>
          </p:cNvPr>
          <p:cNvSpPr>
            <a:spLocks noGrp="1"/>
          </p:cNvSpPr>
          <p:nvPr>
            <p:ph type="body"/>
          </p:nvPr>
        </p:nvSpPr>
        <p:spPr>
          <a:xfrm>
            <a:off x="6172200" y="1681200"/>
            <a:ext cx="5182560" cy="823320"/>
          </a:xfrm>
          <a:prstGeom prst="rect">
            <a:avLst/>
          </a:prstGeom>
          <a:noFill/>
          <a:ln w="12600">
            <a:noFill/>
          </a:ln>
        </p:spPr>
        <p:txBody>
          <a:bodyPr lIns="45720" tIns="45720" rIns="45720" bIns="45720" anchor="b">
            <a:noAutofit/>
          </a:bodyPr>
          <a:lstStyle>
            <a:lvl1pPr marL="228600" indent="0" algn="l">
              <a:lnSpc>
                <a:spcPct val="90000"/>
              </a:lnSpc>
              <a:spcBef>
                <a:spcPts val="1001"/>
              </a:spcBef>
              <a:buNone/>
              <a:defRPr sz="2400" b="1" u="none">
                <a:solidFill>
                  <a:srgbClr val="001233"/>
                </a:solidFill>
                <a:latin typeface="Arial"/>
                <a:ea typeface="Arial"/>
                <a:cs typeface="Arial"/>
              </a:defRPr>
            </a:lvl1pPr>
            <a:lvl2pPr algn="l">
              <a:lnSpc>
                <a:spcPct val="90000"/>
              </a:lnSpc>
              <a:spcBef>
                <a:spcPts val="1001"/>
              </a:spcBef>
              <a:buChar char="l"/>
              <a:defRPr sz="2400" b="1" u="none">
                <a:solidFill>
                  <a:srgbClr val="001233"/>
                </a:solidFill>
                <a:latin typeface="Arial"/>
                <a:ea typeface="Arial"/>
                <a:cs typeface="Arial"/>
              </a:defRPr>
            </a:lvl2pPr>
            <a:lvl3pPr algn="l">
              <a:lnSpc>
                <a:spcPct val="90000"/>
              </a:lnSpc>
              <a:spcBef>
                <a:spcPts val="1001"/>
              </a:spcBef>
              <a:buChar char="l"/>
              <a:defRPr sz="2400" b="1" u="none">
                <a:solidFill>
                  <a:srgbClr val="001233"/>
                </a:solidFill>
                <a:latin typeface="Arial"/>
                <a:ea typeface="Arial"/>
                <a:cs typeface="Arial"/>
              </a:defRPr>
            </a:lvl3pPr>
            <a:lvl4pPr algn="l">
              <a:lnSpc>
                <a:spcPct val="90000"/>
              </a:lnSpc>
              <a:spcBef>
                <a:spcPts val="1001"/>
              </a:spcBef>
              <a:buChar char="l"/>
              <a:defRPr sz="2400" b="1" u="none">
                <a:solidFill>
                  <a:srgbClr val="001233"/>
                </a:solidFill>
                <a:latin typeface="Arial"/>
                <a:ea typeface="Arial"/>
                <a:cs typeface="Arial"/>
              </a:defRPr>
            </a:lvl4pPr>
            <a:lvl5pPr algn="l">
              <a:lnSpc>
                <a:spcPct val="90000"/>
              </a:lnSpc>
              <a:spcBef>
                <a:spcPts val="1001"/>
              </a:spcBef>
              <a:buChar char="l"/>
              <a:defRPr sz="2400" b="1" u="none">
                <a:solidFill>
                  <a:srgbClr val="001233"/>
                </a:solidFill>
                <a:latin typeface="Arial"/>
                <a:ea typeface="Arial"/>
                <a:cs typeface="Arial"/>
              </a:defRPr>
            </a:lvl5pPr>
            <a:lvl6pPr algn="l">
              <a:lnSpc>
                <a:spcPct val="90000"/>
              </a:lnSpc>
              <a:spcBef>
                <a:spcPts val="283"/>
              </a:spcBef>
              <a:buChar char="l"/>
              <a:defRPr sz="2400" b="1" u="none">
                <a:solidFill>
                  <a:srgbClr val="001233"/>
                </a:solidFill>
                <a:latin typeface="Arial"/>
                <a:ea typeface="Arial"/>
                <a:cs typeface="Arial"/>
              </a:defRPr>
            </a:lvl6pPr>
            <a:lvl7pPr algn="l">
              <a:lnSpc>
                <a:spcPct val="90000"/>
              </a:lnSpc>
              <a:spcBef>
                <a:spcPts val="283"/>
              </a:spcBef>
              <a:buChar char="l"/>
              <a:defRPr sz="2400" b="1" u="none">
                <a:solidFill>
                  <a:srgbClr val="001233"/>
                </a:solidFill>
                <a:latin typeface="Arial"/>
                <a:ea typeface="Arial"/>
                <a:cs typeface="Arial"/>
              </a:defRPr>
            </a:lvl7pPr>
          </a:lstStyle>
          <a:p>
            <a:pPr marL="228600" indent="0" algn="l">
              <a:lnSpc>
                <a:spcPct val="90000"/>
              </a:lnSpc>
              <a:spcBef>
                <a:spcPts val="1001"/>
              </a:spcBef>
              <a:buNone/>
            </a:pPr>
            <a:r>
              <a:rPr sz="2400" b="1" u="none">
                <a:solidFill>
                  <a:srgbClr val="001233"/>
                </a:solidFill>
                <a:latin typeface="Arial"/>
                <a:ea typeface="Arial"/>
                <a:cs typeface="Arial"/>
              </a:rPr>
              <a:t>Click to edit the outline text format</a:t>
            </a:r>
          </a:p>
          <a:p>
            <a:pPr marL="228600" algn="l">
              <a:lnSpc>
                <a:spcPct val="90000"/>
              </a:lnSpc>
              <a:spcBef>
                <a:spcPts val="1001"/>
              </a:spcBef>
              <a:buChar char="l"/>
            </a:pPr>
            <a:r>
              <a:rPr sz="2400" b="1" u="none">
                <a:solidFill>
                  <a:srgbClr val="001233"/>
                </a:solidFill>
                <a:latin typeface="Arial"/>
                <a:ea typeface="Arial"/>
                <a:cs typeface="Arial"/>
              </a:rPr>
              <a:t>Second Outline Level</a:t>
            </a:r>
          </a:p>
          <a:p>
            <a:pPr marL="228600" algn="l">
              <a:lnSpc>
                <a:spcPct val="90000"/>
              </a:lnSpc>
              <a:spcBef>
                <a:spcPts val="1001"/>
              </a:spcBef>
              <a:buChar char="l"/>
            </a:pPr>
            <a:r>
              <a:rPr sz="2400" b="1" u="none">
                <a:solidFill>
                  <a:srgbClr val="001233"/>
                </a:solidFill>
                <a:latin typeface="Arial"/>
                <a:ea typeface="Arial"/>
                <a:cs typeface="Arial"/>
              </a:rPr>
              <a:t>Third Outline Level</a:t>
            </a:r>
          </a:p>
          <a:p>
            <a:pPr marL="228600" algn="l">
              <a:lnSpc>
                <a:spcPct val="90000"/>
              </a:lnSpc>
              <a:spcBef>
                <a:spcPts val="1001"/>
              </a:spcBef>
              <a:buChar char="l"/>
            </a:pPr>
            <a:r>
              <a:rPr sz="2400" b="1" u="none">
                <a:solidFill>
                  <a:srgbClr val="001233"/>
                </a:solidFill>
                <a:latin typeface="Arial"/>
                <a:ea typeface="Arial"/>
                <a:cs typeface="Arial"/>
              </a:rPr>
              <a:t>Fourth Outline Level</a:t>
            </a:r>
          </a:p>
          <a:p>
            <a:pPr marL="228600" algn="l">
              <a:lnSpc>
                <a:spcPct val="90000"/>
              </a:lnSpc>
              <a:spcBef>
                <a:spcPts val="1001"/>
              </a:spcBef>
              <a:buChar char="l"/>
            </a:pPr>
            <a:r>
              <a:rPr sz="2400" b="1" u="none">
                <a:solidFill>
                  <a:srgbClr val="001233"/>
                </a:solidFill>
                <a:latin typeface="Arial"/>
                <a:ea typeface="Arial"/>
                <a:cs typeface="Arial"/>
              </a:rPr>
              <a:t>Fifth Outline Level</a:t>
            </a:r>
          </a:p>
          <a:p>
            <a:pPr marL="228600" algn="l">
              <a:lnSpc>
                <a:spcPct val="90000"/>
              </a:lnSpc>
              <a:spcBef>
                <a:spcPts val="283"/>
              </a:spcBef>
              <a:buChar char="l"/>
            </a:pPr>
            <a:r>
              <a:rPr sz="2400" b="1" u="none">
                <a:solidFill>
                  <a:srgbClr val="001233"/>
                </a:solidFill>
                <a:latin typeface="Arial"/>
                <a:ea typeface="Arial"/>
                <a:cs typeface="Arial"/>
              </a:rPr>
              <a:t>Sixth Outline Level</a:t>
            </a:r>
          </a:p>
          <a:p>
            <a:pPr marL="228600" algn="l">
              <a:lnSpc>
                <a:spcPct val="90000"/>
              </a:lnSpc>
              <a:spcBef>
                <a:spcPts val="283"/>
              </a:spcBef>
              <a:buChar char="l"/>
            </a:pPr>
            <a:r>
              <a:rPr sz="2400" b="1" u="none">
                <a:solidFill>
                  <a:srgbClr val="001233"/>
                </a:solidFill>
                <a:latin typeface="Arial"/>
                <a:ea typeface="Arial"/>
                <a:cs typeface="Arial"/>
              </a:rPr>
              <a:t>Seventh Outline Level</a:t>
            </a:r>
          </a:p>
        </p:txBody>
      </p:sp>
      <p:sp>
        <p:nvSpPr>
          <p:cNvPr id="12" name="PlaceHolder 5">
            <a:extLst>
              <a:ext uri="{FF2B5EF4-FFF2-40B4-BE49-F238E27FC236}">
                <a16:creationId xmlns:a16="http://schemas.microsoft.com/office/drawing/2014/main" id="{A2DAA362-13CD-45BE-BD45-D96A83FFB623}"/>
              </a:ext>
            </a:extLst>
          </p:cNvPr>
          <p:cNvSpPr>
            <a:spLocks noGrp="1"/>
          </p:cNvSpPr>
          <p:nvPr>
            <p:ph type="body"/>
          </p:nvPr>
        </p:nvSpPr>
        <p:spPr>
          <a:xfrm>
            <a:off x="6172200" y="2505240"/>
            <a:ext cx="5182560" cy="3683880"/>
          </a:xfrm>
          <a:prstGeom prst="rect">
            <a:avLst/>
          </a:prstGeom>
          <a:noFill/>
          <a:ln w="12600">
            <a:noFill/>
          </a:ln>
        </p:spPr>
        <p:txBody>
          <a:bodyPr lIns="45720" tIns="45720" rIns="45720" bIns="45720" anchor="t">
            <a:noAutofit/>
          </a:bodyPr>
          <a:lstStyle>
            <a:lvl1pPr marL="228600" indent="0" algn="l">
              <a:lnSpc>
                <a:spcPct val="90000"/>
              </a:lnSpc>
              <a:spcBef>
                <a:spcPts val="1001"/>
              </a:spcBef>
              <a:buNone/>
              <a:defRPr sz="2400" b="1" u="none">
                <a:solidFill>
                  <a:srgbClr val="001233"/>
                </a:solidFill>
                <a:latin typeface="Arial"/>
                <a:ea typeface="Arial"/>
                <a:cs typeface="Arial"/>
              </a:defRPr>
            </a:lvl1pPr>
            <a:lvl2pPr algn="l">
              <a:lnSpc>
                <a:spcPct val="90000"/>
              </a:lnSpc>
              <a:spcBef>
                <a:spcPts val="1001"/>
              </a:spcBef>
              <a:buChar char="l"/>
              <a:defRPr sz="2400" b="1" u="none">
                <a:solidFill>
                  <a:srgbClr val="001233"/>
                </a:solidFill>
                <a:latin typeface="Arial"/>
                <a:ea typeface="Arial"/>
                <a:cs typeface="Arial"/>
              </a:defRPr>
            </a:lvl2pPr>
            <a:lvl3pPr algn="l">
              <a:lnSpc>
                <a:spcPct val="90000"/>
              </a:lnSpc>
              <a:spcBef>
                <a:spcPts val="1001"/>
              </a:spcBef>
              <a:buChar char="l"/>
              <a:defRPr sz="2400" b="1" u="none">
                <a:solidFill>
                  <a:srgbClr val="001233"/>
                </a:solidFill>
                <a:latin typeface="Arial"/>
                <a:ea typeface="Arial"/>
                <a:cs typeface="Arial"/>
              </a:defRPr>
            </a:lvl3pPr>
            <a:lvl4pPr algn="l">
              <a:lnSpc>
                <a:spcPct val="90000"/>
              </a:lnSpc>
              <a:spcBef>
                <a:spcPts val="1001"/>
              </a:spcBef>
              <a:buChar char="l"/>
              <a:defRPr sz="2400" b="1" u="none">
                <a:solidFill>
                  <a:srgbClr val="001233"/>
                </a:solidFill>
                <a:latin typeface="Arial"/>
                <a:ea typeface="Arial"/>
                <a:cs typeface="Arial"/>
              </a:defRPr>
            </a:lvl4pPr>
            <a:lvl5pPr algn="l">
              <a:lnSpc>
                <a:spcPct val="90000"/>
              </a:lnSpc>
              <a:spcBef>
                <a:spcPts val="1001"/>
              </a:spcBef>
              <a:buChar char="l"/>
              <a:defRPr sz="2400" b="1" u="none">
                <a:solidFill>
                  <a:srgbClr val="001233"/>
                </a:solidFill>
                <a:latin typeface="Arial"/>
                <a:ea typeface="Arial"/>
                <a:cs typeface="Arial"/>
              </a:defRPr>
            </a:lvl5pPr>
            <a:lvl6pPr algn="l">
              <a:lnSpc>
                <a:spcPct val="90000"/>
              </a:lnSpc>
              <a:spcBef>
                <a:spcPts val="283"/>
              </a:spcBef>
              <a:buChar char="l"/>
              <a:defRPr sz="2400" b="1" u="none">
                <a:solidFill>
                  <a:srgbClr val="001233"/>
                </a:solidFill>
                <a:latin typeface="Arial"/>
                <a:ea typeface="Arial"/>
                <a:cs typeface="Arial"/>
              </a:defRPr>
            </a:lvl6pPr>
            <a:lvl7pPr algn="l">
              <a:lnSpc>
                <a:spcPct val="90000"/>
              </a:lnSpc>
              <a:spcBef>
                <a:spcPts val="283"/>
              </a:spcBef>
              <a:buChar char="l"/>
              <a:defRPr sz="2400" b="1" u="none">
                <a:solidFill>
                  <a:srgbClr val="001233"/>
                </a:solidFill>
                <a:latin typeface="Arial"/>
                <a:ea typeface="Arial"/>
                <a:cs typeface="Arial"/>
              </a:defRPr>
            </a:lvl7pPr>
          </a:lstStyle>
          <a:p>
            <a:pPr marL="228600" indent="0" algn="l">
              <a:lnSpc>
                <a:spcPct val="90000"/>
              </a:lnSpc>
              <a:spcBef>
                <a:spcPts val="1001"/>
              </a:spcBef>
              <a:buNone/>
            </a:pPr>
            <a:r>
              <a:rPr sz="2400" b="1" u="none">
                <a:solidFill>
                  <a:srgbClr val="001233"/>
                </a:solidFill>
                <a:latin typeface="Arial"/>
                <a:ea typeface="Arial"/>
                <a:cs typeface="Arial"/>
              </a:rPr>
              <a:t>Click to edit the outline text format</a:t>
            </a:r>
          </a:p>
          <a:p>
            <a:pPr marL="228600" algn="l">
              <a:lnSpc>
                <a:spcPct val="90000"/>
              </a:lnSpc>
              <a:spcBef>
                <a:spcPts val="1001"/>
              </a:spcBef>
              <a:buChar char="l"/>
            </a:pPr>
            <a:r>
              <a:rPr sz="2400" b="1" u="none">
                <a:solidFill>
                  <a:srgbClr val="001233"/>
                </a:solidFill>
                <a:latin typeface="Arial"/>
                <a:ea typeface="Arial"/>
                <a:cs typeface="Arial"/>
              </a:rPr>
              <a:t>Second Outline Level</a:t>
            </a:r>
          </a:p>
          <a:p>
            <a:pPr marL="228600" algn="l">
              <a:lnSpc>
                <a:spcPct val="90000"/>
              </a:lnSpc>
              <a:spcBef>
                <a:spcPts val="1001"/>
              </a:spcBef>
              <a:buChar char="l"/>
            </a:pPr>
            <a:r>
              <a:rPr sz="2400" b="1" u="none">
                <a:solidFill>
                  <a:srgbClr val="001233"/>
                </a:solidFill>
                <a:latin typeface="Arial"/>
                <a:ea typeface="Arial"/>
                <a:cs typeface="Arial"/>
              </a:rPr>
              <a:t>Third Outline Level</a:t>
            </a:r>
          </a:p>
          <a:p>
            <a:pPr marL="228600" algn="l">
              <a:lnSpc>
                <a:spcPct val="90000"/>
              </a:lnSpc>
              <a:spcBef>
                <a:spcPts val="1001"/>
              </a:spcBef>
              <a:buChar char="l"/>
            </a:pPr>
            <a:r>
              <a:rPr sz="2400" b="1" u="none">
                <a:solidFill>
                  <a:srgbClr val="001233"/>
                </a:solidFill>
                <a:latin typeface="Arial"/>
                <a:ea typeface="Arial"/>
                <a:cs typeface="Arial"/>
              </a:rPr>
              <a:t>Fourth Outline Level</a:t>
            </a:r>
          </a:p>
          <a:p>
            <a:pPr marL="228600" algn="l">
              <a:lnSpc>
                <a:spcPct val="90000"/>
              </a:lnSpc>
              <a:spcBef>
                <a:spcPts val="1001"/>
              </a:spcBef>
              <a:buChar char="l"/>
            </a:pPr>
            <a:r>
              <a:rPr sz="2400" b="1" u="none">
                <a:solidFill>
                  <a:srgbClr val="001233"/>
                </a:solidFill>
                <a:latin typeface="Arial"/>
                <a:ea typeface="Arial"/>
                <a:cs typeface="Arial"/>
              </a:rPr>
              <a:t>Fifth Outline Level</a:t>
            </a:r>
          </a:p>
          <a:p>
            <a:pPr marL="228600" algn="l">
              <a:lnSpc>
                <a:spcPct val="90000"/>
              </a:lnSpc>
              <a:spcBef>
                <a:spcPts val="283"/>
              </a:spcBef>
              <a:buChar char="l"/>
            </a:pPr>
            <a:r>
              <a:rPr sz="2400" b="1" u="none">
                <a:solidFill>
                  <a:srgbClr val="001233"/>
                </a:solidFill>
                <a:latin typeface="Arial"/>
                <a:ea typeface="Arial"/>
                <a:cs typeface="Arial"/>
              </a:rPr>
              <a:t>Sixth Outline Level</a:t>
            </a:r>
          </a:p>
          <a:p>
            <a:pPr marL="228600" algn="l">
              <a:lnSpc>
                <a:spcPct val="90000"/>
              </a:lnSpc>
              <a:spcBef>
                <a:spcPts val="283"/>
              </a:spcBef>
              <a:buChar char="l"/>
            </a:pPr>
            <a:r>
              <a:rPr sz="2400" b="1" u="none">
                <a:solidFill>
                  <a:srgbClr val="001233"/>
                </a:solidFill>
                <a:latin typeface="Arial"/>
                <a:ea typeface="Arial"/>
                <a:cs typeface="Arial"/>
              </a:rPr>
              <a:t>Seventh Outline Level</a:t>
            </a:r>
          </a:p>
        </p:txBody>
      </p:sp>
      <p:sp>
        <p:nvSpPr>
          <p:cNvPr id="13" name="PlaceHolder 6">
            <a:extLst>
              <a:ext uri="{FF2B5EF4-FFF2-40B4-BE49-F238E27FC236}">
                <a16:creationId xmlns:a16="http://schemas.microsoft.com/office/drawing/2014/main" id="{0163D043-41AD-429D-98D5-3A90BEB7A1CA}"/>
              </a:ext>
            </a:extLst>
          </p:cNvPr>
          <p:cNvSpPr>
            <a:spLocks noGrp="1"/>
          </p:cNvSpPr>
          <p:nvPr>
            <p:ph type="sldNum" idx="1"/>
          </p:nvPr>
        </p:nvSpPr>
        <p:spPr>
          <a:xfrm>
            <a:off x="11080080" y="6406920"/>
            <a:ext cx="272880" cy="263520"/>
          </a:xfrm>
          <a:prstGeom prst="rect">
            <a:avLst/>
          </a:prstGeom>
          <a:noFill/>
          <a:ln w="12600">
            <a:noFill/>
          </a:ln>
        </p:spPr>
        <p:txBody>
          <a:bodyPr lIns="45720" tIns="45720" rIns="45720" bIns="45720" anchor="ctr">
            <a:noAutofit/>
          </a:bodyPr>
          <a:lstStyle>
            <a:lvl1pPr indent="0" algn="r">
              <a:lnSpc>
                <a:spcPct val="100000"/>
              </a:lnSpc>
              <a:buNone/>
              <a:defRPr sz="1200" b="0" u="none">
                <a:solidFill>
                  <a:srgbClr val="88888D"/>
                </a:solidFill>
                <a:latin typeface="Arial"/>
                <a:ea typeface="Arial"/>
                <a:cs typeface="Arial"/>
              </a:defRPr>
            </a:lvl1pPr>
          </a:lstStyle>
          <a:p>
            <a:pPr indent="0" algn="r">
              <a:lnSpc>
                <a:spcPct val="100000"/>
              </a:lnSpc>
              <a:buNone/>
            </a:pPr>
            <a:fld id="{20034803-F4E7-4946-AEB3-660A95E46229}" type="slidenum">
              <a:rPr sz="1200" b="0" u="none">
                <a:solidFill>
                  <a:srgbClr val="88888D"/>
                </a:solidFill>
                <a:latin typeface="Arial"/>
                <a:ea typeface="Arial"/>
                <a:cs typeface="Arial"/>
              </a:rPr>
              <a:t>‹#›</a:t>
            </a:fld>
            <a:endParaRPr sz="1200" b="0" u="none">
              <a:solidFill>
                <a:srgbClr val="88888D"/>
              </a:solidFill>
              <a:latin typeface="Arial"/>
              <a:ea typeface="Arial"/>
              <a:cs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OBJECT_WITH_CAPTION_TEXT">
    <p:bg>
      <p:bgPr>
        <a:solidFill>
          <a:srgbClr val="FFFFFF"/>
        </a:solidFill>
        <a:effectLst/>
      </p:bgPr>
    </p:bg>
    <p:spTree>
      <p:nvGrpSpPr>
        <p:cNvPr id="1" name=""/>
        <p:cNvGrpSpPr/>
        <p:nvPr/>
      </p:nvGrpSpPr>
      <p:grpSpPr>
        <a:xfrm>
          <a:off x="0" y="0"/>
          <a:ext cx="0" cy="0"/>
          <a:chOff x="0" y="0"/>
          <a:chExt cx="0" cy="0"/>
        </a:xfrm>
      </p:grpSpPr>
      <p:pic>
        <p:nvPicPr>
          <p:cNvPr id="2" name="Google Shape;37;p3" hidden="1"/>
          <p:cNvPicPr>
            <a:picLocks noChangeAspect="1"/>
          </p:cNvPicPr>
          <p:nvPr/>
        </p:nvPicPr>
        <p:blipFill>
          <a:blip r:embed="rId2"/>
          <a:srcRect l="8600" t="17401" r="11111" b="17855"/>
          <a:stretch/>
        </p:blipFill>
        <p:spPr>
          <a:xfrm>
            <a:off x="11563200" y="195840"/>
            <a:ext cx="564840" cy="455400"/>
          </a:xfrm>
          <a:prstGeom prst="rect">
            <a:avLst/>
          </a:prstGeom>
          <a:ln w="12700">
            <a:noFill/>
          </a:ln>
        </p:spPr>
      </p:pic>
      <p:sp>
        <p:nvSpPr>
          <p:cNvPr id="15" name="Google Shape;38;p3" hidden="1">
            <a:extLst>
              <a:ext uri="{FF2B5EF4-FFF2-40B4-BE49-F238E27FC236}">
                <a16:creationId xmlns:a16="http://schemas.microsoft.com/office/drawing/2014/main" id="{93859160-B93A-410A-8E6C-7C8795DD701C}"/>
              </a:ext>
            </a:extLst>
          </p:cNvPr>
          <p:cNvSpPr>
            <a:spLocks noGrp="1"/>
          </p:cNvSpPr>
          <p:nvPr/>
        </p:nvSpPr>
        <p:spPr>
          <a:xfrm>
            <a:off x="0" y="0"/>
            <a:ext cx="12191400" cy="135720"/>
          </a:xfrm>
          <a:prstGeom prst="rect">
            <a:avLst/>
          </a:prstGeom>
          <a:solidFill>
            <a:srgbClr val="D2E1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16" name="Google Shape;39;p3" hidden="1">
            <a:extLst>
              <a:ext uri="{FF2B5EF4-FFF2-40B4-BE49-F238E27FC236}">
                <a16:creationId xmlns:a16="http://schemas.microsoft.com/office/drawing/2014/main" id="{54E256B1-0227-4892-907A-5A483EA9BB50}"/>
              </a:ext>
            </a:extLst>
          </p:cNvPr>
          <p:cNvSpPr>
            <a:spLocks noGrp="1"/>
          </p:cNvSpPr>
          <p:nvPr/>
        </p:nvSpPr>
        <p:spPr>
          <a:xfrm>
            <a:off x="0" y="0"/>
            <a:ext cx="380160" cy="6857280"/>
          </a:xfrm>
          <a:prstGeom prst="rect">
            <a:avLst/>
          </a:prstGeom>
          <a:solidFill>
            <a:schemeClr val="accent1"/>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17" name="Google Shape;40;p3" hidden="1">
            <a:extLst>
              <a:ext uri="{FF2B5EF4-FFF2-40B4-BE49-F238E27FC236}">
                <a16:creationId xmlns:a16="http://schemas.microsoft.com/office/drawing/2014/main" id="{B6D44E11-2083-4278-B7CE-C4D4DDB14928}"/>
              </a:ext>
            </a:extLst>
          </p:cNvPr>
          <p:cNvSpPr>
            <a:spLocks noGrp="1"/>
          </p:cNvSpPr>
          <p:nvPr/>
        </p:nvSpPr>
        <p:spPr>
          <a:xfrm>
            <a:off x="0" y="0"/>
            <a:ext cx="302040" cy="6857280"/>
          </a:xfrm>
          <a:prstGeom prst="rect">
            <a:avLst/>
          </a:prstGeom>
          <a:solidFill>
            <a:srgbClr val="001845"/>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18" name="Google Shape;41;p3" hidden="1">
            <a:extLst>
              <a:ext uri="{FF2B5EF4-FFF2-40B4-BE49-F238E27FC236}">
                <a16:creationId xmlns:a16="http://schemas.microsoft.com/office/drawing/2014/main" id="{737D5CA6-B04A-4670-892A-B685E266559F}"/>
              </a:ext>
            </a:extLst>
          </p:cNvPr>
          <p:cNvSpPr>
            <a:spLocks noGrp="1"/>
          </p:cNvSpPr>
          <p:nvPr/>
        </p:nvSpPr>
        <p:spPr>
          <a:xfrm>
            <a:off x="0" y="0"/>
            <a:ext cx="380160" cy="135720"/>
          </a:xfrm>
          <a:prstGeom prst="rect">
            <a:avLst/>
          </a:prstGeom>
          <a:solidFill>
            <a:srgbClr val="77BAFC"/>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19" name="Google Shape;42;p3" hidden="1">
            <a:extLst>
              <a:ext uri="{FF2B5EF4-FFF2-40B4-BE49-F238E27FC236}">
                <a16:creationId xmlns:a16="http://schemas.microsoft.com/office/drawing/2014/main" id="{4FE2B2F0-159A-40EF-9829-766A56F93CB1}"/>
              </a:ext>
            </a:extLst>
          </p:cNvPr>
          <p:cNvSpPr>
            <a:spLocks noGrp="1"/>
          </p:cNvSpPr>
          <p:nvPr/>
        </p:nvSpPr>
        <p:spPr>
          <a:xfrm>
            <a:off x="0" y="0"/>
            <a:ext cx="302040" cy="135720"/>
          </a:xfrm>
          <a:prstGeom prst="rect">
            <a:avLst/>
          </a:prstGeom>
          <a:solidFill>
            <a:srgbClr val="2269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20" name="PlaceHolder 1">
            <a:extLst>
              <a:ext uri="{FF2B5EF4-FFF2-40B4-BE49-F238E27FC236}">
                <a16:creationId xmlns:a16="http://schemas.microsoft.com/office/drawing/2014/main" id="{57D747AB-774B-4525-B04A-C92210824F03}"/>
              </a:ext>
            </a:extLst>
          </p:cNvPr>
          <p:cNvSpPr>
            <a:spLocks noGrp="1"/>
          </p:cNvSpPr>
          <p:nvPr>
            <p:ph type="title"/>
          </p:nvPr>
        </p:nvSpPr>
        <p:spPr>
          <a:xfrm>
            <a:off x="839880" y="457200"/>
            <a:ext cx="3931560" cy="1599480"/>
          </a:xfrm>
          <a:prstGeom prst="rect">
            <a:avLst/>
          </a:prstGeom>
          <a:noFill/>
          <a:ln w="12600">
            <a:noFill/>
          </a:ln>
        </p:spPr>
        <p:txBody>
          <a:bodyPr lIns="45720" tIns="45720" rIns="45720" bIns="45720" anchor="b">
            <a:noAutofit/>
          </a:bodyPr>
          <a:lstStyle>
            <a:lvl1pPr indent="0" algn="l">
              <a:lnSpc>
                <a:spcPct val="90000"/>
              </a:lnSpc>
              <a:buNone/>
              <a:defRPr sz="3200" b="0" u="none">
                <a:solidFill>
                  <a:srgbClr val="001233"/>
                </a:solidFill>
                <a:latin typeface="Arial"/>
                <a:ea typeface="Arial"/>
                <a:cs typeface="Arial"/>
              </a:defRPr>
            </a:lvl1pPr>
          </a:lstStyle>
          <a:p>
            <a:pPr indent="0" algn="l">
              <a:lnSpc>
                <a:spcPct val="90000"/>
              </a:lnSpc>
              <a:buNone/>
            </a:pPr>
            <a:r>
              <a:rPr sz="3200" b="0" u="none">
                <a:solidFill>
                  <a:srgbClr val="001233"/>
                </a:solidFill>
                <a:latin typeface="Arial"/>
                <a:ea typeface="Arial"/>
                <a:cs typeface="Arial"/>
              </a:rPr>
              <a:t>Title Text</a:t>
            </a:r>
          </a:p>
        </p:txBody>
      </p:sp>
      <p:sp>
        <p:nvSpPr>
          <p:cNvPr id="21" name="PlaceHolder 2">
            <a:extLst>
              <a:ext uri="{FF2B5EF4-FFF2-40B4-BE49-F238E27FC236}">
                <a16:creationId xmlns:a16="http://schemas.microsoft.com/office/drawing/2014/main" id="{ED7AC823-6F5A-4DB8-97CA-448D41573BB3}"/>
              </a:ext>
            </a:extLst>
          </p:cNvPr>
          <p:cNvSpPr>
            <a:spLocks noGrp="1"/>
          </p:cNvSpPr>
          <p:nvPr>
            <p:ph type="body"/>
          </p:nvPr>
        </p:nvSpPr>
        <p:spPr>
          <a:xfrm>
            <a:off x="5183280" y="987480"/>
            <a:ext cx="6171480" cy="4872960"/>
          </a:xfrm>
          <a:prstGeom prst="rect">
            <a:avLst/>
          </a:prstGeom>
          <a:noFill/>
          <a:ln w="12600">
            <a:noFill/>
          </a:ln>
        </p:spPr>
        <p:txBody>
          <a:bodyPr lIns="45720" tIns="45720" rIns="45720" bIns="45720" anchor="t">
            <a:noAutofit/>
          </a:bodyPr>
          <a:lstStyle>
            <a:lvl1pPr marL="457200" indent="-431640" algn="l">
              <a:lnSpc>
                <a:spcPct val="90000"/>
              </a:lnSpc>
              <a:spcBef>
                <a:spcPts val="1001"/>
              </a:spcBef>
              <a:buNone/>
              <a:defRPr sz="3200" b="0" u="none">
                <a:solidFill>
                  <a:srgbClr val="001233"/>
                </a:solidFill>
                <a:latin typeface="Arial"/>
                <a:ea typeface="Arial"/>
                <a:cs typeface="Arial"/>
              </a:defRPr>
            </a:lvl1pPr>
            <a:lvl2pPr marL="457200" indent="-431640" algn="l">
              <a:lnSpc>
                <a:spcPct val="90000"/>
              </a:lnSpc>
              <a:spcBef>
                <a:spcPts val="1001"/>
              </a:spcBef>
              <a:buNone/>
              <a:defRPr sz="3200" b="0" u="none">
                <a:solidFill>
                  <a:srgbClr val="001233"/>
                </a:solidFill>
                <a:latin typeface="Arial"/>
                <a:ea typeface="Arial"/>
                <a:cs typeface="Arial"/>
              </a:defRPr>
            </a:lvl2pPr>
            <a:lvl3pPr marL="457200" indent="-431640" algn="l">
              <a:lnSpc>
                <a:spcPct val="90000"/>
              </a:lnSpc>
              <a:spcBef>
                <a:spcPts val="1001"/>
              </a:spcBef>
              <a:buNone/>
              <a:defRPr sz="3200" b="0" u="none">
                <a:solidFill>
                  <a:srgbClr val="001233"/>
                </a:solidFill>
                <a:latin typeface="Arial"/>
                <a:ea typeface="Arial"/>
                <a:cs typeface="Arial"/>
              </a:defRPr>
            </a:lvl3pPr>
            <a:lvl4pPr marL="457200" indent="-431640" algn="l">
              <a:lnSpc>
                <a:spcPct val="90000"/>
              </a:lnSpc>
              <a:spcBef>
                <a:spcPts val="1001"/>
              </a:spcBef>
              <a:buNone/>
              <a:defRPr sz="3200" b="0" u="none">
                <a:solidFill>
                  <a:srgbClr val="001233"/>
                </a:solidFill>
                <a:latin typeface="Arial"/>
                <a:ea typeface="Arial"/>
                <a:cs typeface="Arial"/>
              </a:defRPr>
            </a:lvl4pPr>
            <a:lvl5pPr marL="457200" indent="-431640" algn="l">
              <a:lnSpc>
                <a:spcPct val="90000"/>
              </a:lnSpc>
              <a:spcBef>
                <a:spcPts val="1001"/>
              </a:spcBef>
              <a:buNone/>
              <a:defRPr sz="3200" b="0" u="none">
                <a:solidFill>
                  <a:srgbClr val="001233"/>
                </a:solidFill>
                <a:latin typeface="Arial"/>
                <a:ea typeface="Arial"/>
                <a:cs typeface="Arial"/>
              </a:defRPr>
            </a:lvl5pPr>
          </a:lstStyle>
          <a:p>
            <a:pPr marL="457200" indent="-431640" algn="l">
              <a:lnSpc>
                <a:spcPct val="90000"/>
              </a:lnSpc>
              <a:spcBef>
                <a:spcPts val="1001"/>
              </a:spcBef>
              <a:buNone/>
            </a:pPr>
            <a:r>
              <a:rPr sz="3200" b="0" u="none">
                <a:solidFill>
                  <a:srgbClr val="001233"/>
                </a:solidFill>
                <a:latin typeface="Arial"/>
                <a:ea typeface="Arial"/>
                <a:cs typeface="Arial"/>
              </a:rPr>
              <a:t>Body Level One</a:t>
            </a:r>
          </a:p>
          <a:p>
            <a:pPr marL="457200" indent="-431640" algn="l">
              <a:lnSpc>
                <a:spcPct val="90000"/>
              </a:lnSpc>
              <a:spcBef>
                <a:spcPts val="1001"/>
              </a:spcBef>
              <a:buNone/>
            </a:pPr>
            <a:r>
              <a:rPr sz="3200" b="0" u="none">
                <a:solidFill>
                  <a:srgbClr val="001233"/>
                </a:solidFill>
                <a:latin typeface="Arial"/>
                <a:ea typeface="Arial"/>
                <a:cs typeface="Arial"/>
              </a:rPr>
              <a:t>Body Level Two</a:t>
            </a:r>
          </a:p>
          <a:p>
            <a:pPr marL="457200" indent="-431640" algn="l">
              <a:lnSpc>
                <a:spcPct val="90000"/>
              </a:lnSpc>
              <a:spcBef>
                <a:spcPts val="1001"/>
              </a:spcBef>
              <a:buNone/>
            </a:pPr>
            <a:r>
              <a:rPr sz="3200" b="0" u="none">
                <a:solidFill>
                  <a:srgbClr val="001233"/>
                </a:solidFill>
                <a:latin typeface="Arial"/>
                <a:ea typeface="Arial"/>
                <a:cs typeface="Arial"/>
              </a:rPr>
              <a:t>Body Level Three</a:t>
            </a:r>
          </a:p>
          <a:p>
            <a:pPr marL="457200" indent="-431640" algn="l">
              <a:lnSpc>
                <a:spcPct val="90000"/>
              </a:lnSpc>
              <a:spcBef>
                <a:spcPts val="1001"/>
              </a:spcBef>
              <a:buNone/>
            </a:pPr>
            <a:r>
              <a:rPr sz="3200" b="0" u="none">
                <a:solidFill>
                  <a:srgbClr val="001233"/>
                </a:solidFill>
                <a:latin typeface="Arial"/>
                <a:ea typeface="Arial"/>
                <a:cs typeface="Arial"/>
              </a:rPr>
              <a:t>Body Level Four</a:t>
            </a:r>
          </a:p>
          <a:p>
            <a:pPr marL="457200" indent="-431640" algn="l">
              <a:lnSpc>
                <a:spcPct val="90000"/>
              </a:lnSpc>
              <a:spcBef>
                <a:spcPts val="1001"/>
              </a:spcBef>
              <a:buNone/>
            </a:pPr>
            <a:r>
              <a:rPr sz="3200" b="0" u="none">
                <a:solidFill>
                  <a:srgbClr val="001233"/>
                </a:solidFill>
                <a:latin typeface="Arial"/>
                <a:ea typeface="Arial"/>
                <a:cs typeface="Arial"/>
              </a:rPr>
              <a:t>Body Level Five</a:t>
            </a:r>
          </a:p>
        </p:txBody>
      </p:sp>
      <p:sp>
        <p:nvSpPr>
          <p:cNvPr id="22" name="PlaceHolder 3">
            <a:extLst>
              <a:ext uri="{FF2B5EF4-FFF2-40B4-BE49-F238E27FC236}">
                <a16:creationId xmlns:a16="http://schemas.microsoft.com/office/drawing/2014/main" id="{E4A5DEF0-C5B9-4CB1-B04C-440062C596D8}"/>
              </a:ext>
            </a:extLst>
          </p:cNvPr>
          <p:cNvSpPr>
            <a:spLocks noGrp="1"/>
          </p:cNvSpPr>
          <p:nvPr>
            <p:ph type="body"/>
          </p:nvPr>
        </p:nvSpPr>
        <p:spPr>
          <a:xfrm>
            <a:off x="839880" y="2057400"/>
            <a:ext cx="3931560" cy="3810960"/>
          </a:xfrm>
          <a:prstGeom prst="rect">
            <a:avLst/>
          </a:prstGeom>
          <a:noFill/>
          <a:ln w="12600">
            <a:noFill/>
          </a:ln>
        </p:spPr>
        <p:txBody>
          <a:bodyPr lIns="45720" tIns="45720" rIns="45720" bIns="45720" anchor="t">
            <a:noAutofit/>
          </a:bodyPr>
          <a:lstStyle>
            <a:lvl1pPr marL="457200" indent="-431640" algn="l">
              <a:lnSpc>
                <a:spcPct val="90000"/>
              </a:lnSpc>
              <a:spcBef>
                <a:spcPts val="1001"/>
              </a:spcBef>
              <a:buNone/>
              <a:defRPr sz="2400" b="0" u="none">
                <a:solidFill>
                  <a:srgbClr val="001233"/>
                </a:solidFill>
                <a:latin typeface="Arial"/>
                <a:ea typeface="Arial"/>
                <a:cs typeface="Arial"/>
              </a:defRPr>
            </a:lvl1pPr>
            <a:lvl2pPr algn="l">
              <a:lnSpc>
                <a:spcPct val="90000"/>
              </a:lnSpc>
              <a:spcBef>
                <a:spcPts val="1001"/>
              </a:spcBef>
              <a:buChar char="l"/>
              <a:defRPr sz="2400" b="0" u="none">
                <a:solidFill>
                  <a:srgbClr val="001233"/>
                </a:solidFill>
                <a:latin typeface="Arial"/>
                <a:ea typeface="Arial"/>
                <a:cs typeface="Arial"/>
              </a:defRPr>
            </a:lvl2pPr>
            <a:lvl3pPr algn="l">
              <a:lnSpc>
                <a:spcPct val="90000"/>
              </a:lnSpc>
              <a:spcBef>
                <a:spcPts val="1001"/>
              </a:spcBef>
              <a:buChar char="l"/>
              <a:defRPr sz="2400" b="0" u="none">
                <a:solidFill>
                  <a:srgbClr val="001233"/>
                </a:solidFill>
                <a:latin typeface="Arial"/>
                <a:ea typeface="Arial"/>
                <a:cs typeface="Arial"/>
              </a:defRPr>
            </a:lvl3pPr>
            <a:lvl4pPr algn="l">
              <a:lnSpc>
                <a:spcPct val="90000"/>
              </a:lnSpc>
              <a:spcBef>
                <a:spcPts val="1001"/>
              </a:spcBef>
              <a:buChar char="l"/>
              <a:defRPr sz="2400" b="0" u="none">
                <a:solidFill>
                  <a:srgbClr val="001233"/>
                </a:solidFill>
                <a:latin typeface="Arial"/>
                <a:ea typeface="Arial"/>
                <a:cs typeface="Arial"/>
              </a:defRPr>
            </a:lvl4pPr>
            <a:lvl5pPr algn="l">
              <a:lnSpc>
                <a:spcPct val="90000"/>
              </a:lnSpc>
              <a:spcBef>
                <a:spcPts val="1001"/>
              </a:spcBef>
              <a:buChar char="l"/>
              <a:defRPr sz="2400" b="0" u="none">
                <a:solidFill>
                  <a:srgbClr val="001233"/>
                </a:solidFill>
                <a:latin typeface="Arial"/>
                <a:ea typeface="Arial"/>
                <a:cs typeface="Arial"/>
              </a:defRPr>
            </a:lvl5pPr>
            <a:lvl6pPr algn="l">
              <a:lnSpc>
                <a:spcPct val="90000"/>
              </a:lnSpc>
              <a:spcBef>
                <a:spcPts val="283"/>
              </a:spcBef>
              <a:buChar char="l"/>
              <a:defRPr sz="2400" b="0" u="none">
                <a:solidFill>
                  <a:srgbClr val="001233"/>
                </a:solidFill>
                <a:latin typeface="Arial"/>
                <a:ea typeface="Arial"/>
                <a:cs typeface="Arial"/>
              </a:defRPr>
            </a:lvl6pPr>
            <a:lvl7pPr algn="l">
              <a:lnSpc>
                <a:spcPct val="90000"/>
              </a:lnSpc>
              <a:spcBef>
                <a:spcPts val="283"/>
              </a:spcBef>
              <a:buChar char="l"/>
              <a:defRPr sz="2400" b="0" u="none">
                <a:solidFill>
                  <a:srgbClr val="001233"/>
                </a:solidFill>
                <a:latin typeface="Arial"/>
                <a:ea typeface="Arial"/>
                <a:cs typeface="Arial"/>
              </a:defRPr>
            </a:lvl7pPr>
          </a:lstStyle>
          <a:p>
            <a:pPr marL="457200" indent="-431640" algn="l">
              <a:lnSpc>
                <a:spcPct val="90000"/>
              </a:lnSpc>
              <a:spcBef>
                <a:spcPts val="1001"/>
              </a:spcBef>
              <a:buNone/>
            </a:pPr>
            <a:r>
              <a:rPr sz="2400" b="0" u="none">
                <a:solidFill>
                  <a:srgbClr val="001233"/>
                </a:solidFill>
                <a:latin typeface="Arial"/>
                <a:ea typeface="Arial"/>
                <a:cs typeface="Arial"/>
              </a:rPr>
              <a:t>Click to edit the outline text format</a:t>
            </a:r>
          </a:p>
          <a:p>
            <a:pPr marL="457200" indent="-431640" algn="l">
              <a:lnSpc>
                <a:spcPct val="90000"/>
              </a:lnSpc>
              <a:spcBef>
                <a:spcPts val="1001"/>
              </a:spcBef>
              <a:buChar char="l"/>
            </a:pPr>
            <a:r>
              <a:rPr sz="2400" b="0" u="none">
                <a:solidFill>
                  <a:srgbClr val="001233"/>
                </a:solidFill>
                <a:latin typeface="Arial"/>
                <a:ea typeface="Arial"/>
                <a:cs typeface="Arial"/>
              </a:rPr>
              <a:t>Second Outline Level</a:t>
            </a:r>
          </a:p>
          <a:p>
            <a:pPr marL="457200" indent="-431640" algn="l">
              <a:lnSpc>
                <a:spcPct val="90000"/>
              </a:lnSpc>
              <a:spcBef>
                <a:spcPts val="1001"/>
              </a:spcBef>
              <a:buChar char="l"/>
            </a:pPr>
            <a:r>
              <a:rPr sz="2400" b="0" u="none">
                <a:solidFill>
                  <a:srgbClr val="001233"/>
                </a:solidFill>
                <a:latin typeface="Arial"/>
                <a:ea typeface="Arial"/>
                <a:cs typeface="Arial"/>
              </a:rPr>
              <a:t>Third Outline Level</a:t>
            </a:r>
          </a:p>
          <a:p>
            <a:pPr marL="457200" indent="-431640" algn="l">
              <a:lnSpc>
                <a:spcPct val="90000"/>
              </a:lnSpc>
              <a:spcBef>
                <a:spcPts val="1001"/>
              </a:spcBef>
              <a:buChar char="l"/>
            </a:pPr>
            <a:r>
              <a:rPr sz="2400" b="0" u="none">
                <a:solidFill>
                  <a:srgbClr val="001233"/>
                </a:solidFill>
                <a:latin typeface="Arial"/>
                <a:ea typeface="Arial"/>
                <a:cs typeface="Arial"/>
              </a:rPr>
              <a:t>Fourth Outline Level</a:t>
            </a:r>
          </a:p>
          <a:p>
            <a:pPr marL="457200" indent="-431640" algn="l">
              <a:lnSpc>
                <a:spcPct val="90000"/>
              </a:lnSpc>
              <a:spcBef>
                <a:spcPts val="1001"/>
              </a:spcBef>
              <a:buChar char="l"/>
            </a:pPr>
            <a:r>
              <a:rPr sz="2400" b="0" u="none">
                <a:solidFill>
                  <a:srgbClr val="001233"/>
                </a:solidFill>
                <a:latin typeface="Arial"/>
                <a:ea typeface="Arial"/>
                <a:cs typeface="Arial"/>
              </a:rPr>
              <a:t>Fifth Outline Level</a:t>
            </a:r>
          </a:p>
          <a:p>
            <a:pPr marL="457200" indent="-431640" algn="l">
              <a:lnSpc>
                <a:spcPct val="90000"/>
              </a:lnSpc>
              <a:spcBef>
                <a:spcPts val="283"/>
              </a:spcBef>
              <a:buChar char="l"/>
            </a:pPr>
            <a:r>
              <a:rPr sz="2400" b="0" u="none">
                <a:solidFill>
                  <a:srgbClr val="001233"/>
                </a:solidFill>
                <a:latin typeface="Arial"/>
                <a:ea typeface="Arial"/>
                <a:cs typeface="Arial"/>
              </a:rPr>
              <a:t>Sixth Outline Level</a:t>
            </a:r>
          </a:p>
          <a:p>
            <a:pPr marL="457200" indent="-431640" algn="l">
              <a:lnSpc>
                <a:spcPct val="90000"/>
              </a:lnSpc>
              <a:spcBef>
                <a:spcPts val="283"/>
              </a:spcBef>
              <a:buChar char="l"/>
            </a:pPr>
            <a:r>
              <a:rPr sz="2400" b="0" u="none">
                <a:solidFill>
                  <a:srgbClr val="001233"/>
                </a:solidFill>
                <a:latin typeface="Arial"/>
                <a:ea typeface="Arial"/>
                <a:cs typeface="Arial"/>
              </a:rPr>
              <a:t>Seventh Outline Level</a:t>
            </a:r>
          </a:p>
        </p:txBody>
      </p:sp>
      <p:sp>
        <p:nvSpPr>
          <p:cNvPr id="23" name="PlaceHolder 4">
            <a:extLst>
              <a:ext uri="{FF2B5EF4-FFF2-40B4-BE49-F238E27FC236}">
                <a16:creationId xmlns:a16="http://schemas.microsoft.com/office/drawing/2014/main" id="{5865CE20-5B0D-4C29-9896-99C5D6B9EA25}"/>
              </a:ext>
            </a:extLst>
          </p:cNvPr>
          <p:cNvSpPr>
            <a:spLocks noGrp="1"/>
          </p:cNvSpPr>
          <p:nvPr>
            <p:ph type="sldNum" idx="2"/>
          </p:nvPr>
        </p:nvSpPr>
        <p:spPr>
          <a:xfrm>
            <a:off x="11080080" y="6406920"/>
            <a:ext cx="272880" cy="263520"/>
          </a:xfrm>
          <a:prstGeom prst="rect">
            <a:avLst/>
          </a:prstGeom>
          <a:noFill/>
          <a:ln w="12600">
            <a:noFill/>
          </a:ln>
        </p:spPr>
        <p:txBody>
          <a:bodyPr lIns="45720" tIns="45720" rIns="45720" bIns="45720" anchor="ctr">
            <a:noAutofit/>
          </a:bodyPr>
          <a:lstStyle>
            <a:lvl1pPr indent="0" algn="r">
              <a:lnSpc>
                <a:spcPct val="100000"/>
              </a:lnSpc>
              <a:buNone/>
              <a:defRPr sz="1200" b="0" u="none">
                <a:solidFill>
                  <a:srgbClr val="88888D"/>
                </a:solidFill>
                <a:latin typeface="Arial"/>
                <a:ea typeface="Arial"/>
                <a:cs typeface="Arial"/>
              </a:defRPr>
            </a:lvl1pPr>
          </a:lstStyle>
          <a:p>
            <a:pPr indent="0" algn="r">
              <a:lnSpc>
                <a:spcPct val="100000"/>
              </a:lnSpc>
              <a:buNone/>
            </a:pPr>
            <a:fld id="{2E5DAB52-47DA-4FB5-872F-12C44EE24D76}" type="slidenum">
              <a:rPr sz="1200" b="0" u="none">
                <a:solidFill>
                  <a:srgbClr val="88888D"/>
                </a:solidFill>
                <a:latin typeface="Arial"/>
                <a:ea typeface="Arial"/>
                <a:cs typeface="Arial"/>
              </a:rPr>
              <a:t>‹#›</a:t>
            </a:fld>
            <a:endParaRPr sz="1200" b="0" u="none">
              <a:solidFill>
                <a:srgbClr val="88888D"/>
              </a:solidFill>
              <a:latin typeface="Arial"/>
              <a:ea typeface="Arial"/>
              <a:cs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p:bg>
      <p:bgPr>
        <a:solidFill>
          <a:srgbClr val="FFFFFF"/>
        </a:solidFill>
        <a:effectLst/>
      </p:bgPr>
    </p:bg>
    <p:spTree>
      <p:nvGrpSpPr>
        <p:cNvPr id="1" name=""/>
        <p:cNvGrpSpPr/>
        <p:nvPr/>
      </p:nvGrpSpPr>
      <p:grpSpPr>
        <a:xfrm>
          <a:off x="0" y="0"/>
          <a:ext cx="0" cy="0"/>
          <a:chOff x="0" y="0"/>
          <a:chExt cx="0" cy="0"/>
        </a:xfrm>
      </p:grpSpPr>
      <p:pic>
        <p:nvPicPr>
          <p:cNvPr id="2" name="Google Shape;37;p3" hidden="1"/>
          <p:cNvPicPr>
            <a:picLocks noChangeAspect="1"/>
          </p:cNvPicPr>
          <p:nvPr/>
        </p:nvPicPr>
        <p:blipFill>
          <a:blip r:embed="rId2"/>
          <a:srcRect l="8600" t="17401" r="11111" b="17855"/>
          <a:stretch/>
        </p:blipFill>
        <p:spPr>
          <a:xfrm>
            <a:off x="11563200" y="195840"/>
            <a:ext cx="564840" cy="455400"/>
          </a:xfrm>
          <a:prstGeom prst="rect">
            <a:avLst/>
          </a:prstGeom>
          <a:ln w="12700">
            <a:noFill/>
          </a:ln>
        </p:spPr>
      </p:pic>
      <p:sp>
        <p:nvSpPr>
          <p:cNvPr id="25" name="Google Shape;38;p3" hidden="1">
            <a:extLst>
              <a:ext uri="{FF2B5EF4-FFF2-40B4-BE49-F238E27FC236}">
                <a16:creationId xmlns:a16="http://schemas.microsoft.com/office/drawing/2014/main" id="{5CC54F2B-BA77-41CC-80BF-807E70ED4A05}"/>
              </a:ext>
            </a:extLst>
          </p:cNvPr>
          <p:cNvSpPr>
            <a:spLocks noGrp="1"/>
          </p:cNvSpPr>
          <p:nvPr/>
        </p:nvSpPr>
        <p:spPr>
          <a:xfrm>
            <a:off x="0" y="0"/>
            <a:ext cx="12191400" cy="135720"/>
          </a:xfrm>
          <a:prstGeom prst="rect">
            <a:avLst/>
          </a:prstGeom>
          <a:solidFill>
            <a:srgbClr val="D2E1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26" name="Google Shape;39;p3" hidden="1">
            <a:extLst>
              <a:ext uri="{FF2B5EF4-FFF2-40B4-BE49-F238E27FC236}">
                <a16:creationId xmlns:a16="http://schemas.microsoft.com/office/drawing/2014/main" id="{19C745CD-E94D-4A18-84A5-D32F56226667}"/>
              </a:ext>
            </a:extLst>
          </p:cNvPr>
          <p:cNvSpPr>
            <a:spLocks noGrp="1"/>
          </p:cNvSpPr>
          <p:nvPr/>
        </p:nvSpPr>
        <p:spPr>
          <a:xfrm>
            <a:off x="0" y="0"/>
            <a:ext cx="380160" cy="6857280"/>
          </a:xfrm>
          <a:prstGeom prst="rect">
            <a:avLst/>
          </a:prstGeom>
          <a:solidFill>
            <a:schemeClr val="accent1"/>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27" name="Google Shape;40;p3" hidden="1">
            <a:extLst>
              <a:ext uri="{FF2B5EF4-FFF2-40B4-BE49-F238E27FC236}">
                <a16:creationId xmlns:a16="http://schemas.microsoft.com/office/drawing/2014/main" id="{944F0246-CA52-4896-9013-8B2332419A49}"/>
              </a:ext>
            </a:extLst>
          </p:cNvPr>
          <p:cNvSpPr>
            <a:spLocks noGrp="1"/>
          </p:cNvSpPr>
          <p:nvPr/>
        </p:nvSpPr>
        <p:spPr>
          <a:xfrm>
            <a:off x="0" y="0"/>
            <a:ext cx="302040" cy="6857280"/>
          </a:xfrm>
          <a:prstGeom prst="rect">
            <a:avLst/>
          </a:prstGeom>
          <a:solidFill>
            <a:srgbClr val="001845"/>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28" name="Google Shape;41;p3" hidden="1">
            <a:extLst>
              <a:ext uri="{FF2B5EF4-FFF2-40B4-BE49-F238E27FC236}">
                <a16:creationId xmlns:a16="http://schemas.microsoft.com/office/drawing/2014/main" id="{311D33A5-0299-4CA5-9AE6-345617BEB75C}"/>
              </a:ext>
            </a:extLst>
          </p:cNvPr>
          <p:cNvSpPr>
            <a:spLocks noGrp="1"/>
          </p:cNvSpPr>
          <p:nvPr/>
        </p:nvSpPr>
        <p:spPr>
          <a:xfrm>
            <a:off x="0" y="0"/>
            <a:ext cx="380160" cy="135720"/>
          </a:xfrm>
          <a:prstGeom prst="rect">
            <a:avLst/>
          </a:prstGeom>
          <a:solidFill>
            <a:srgbClr val="77BAFC"/>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29" name="Google Shape;42;p3" hidden="1">
            <a:extLst>
              <a:ext uri="{FF2B5EF4-FFF2-40B4-BE49-F238E27FC236}">
                <a16:creationId xmlns:a16="http://schemas.microsoft.com/office/drawing/2014/main" id="{A2FCD01A-606A-48A0-A635-B0F495DAC91D}"/>
              </a:ext>
            </a:extLst>
          </p:cNvPr>
          <p:cNvSpPr>
            <a:spLocks noGrp="1"/>
          </p:cNvSpPr>
          <p:nvPr/>
        </p:nvSpPr>
        <p:spPr>
          <a:xfrm>
            <a:off x="0" y="0"/>
            <a:ext cx="302040" cy="135720"/>
          </a:xfrm>
          <a:prstGeom prst="rect">
            <a:avLst/>
          </a:prstGeom>
          <a:solidFill>
            <a:srgbClr val="2269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30" name="PlaceHolder 1">
            <a:extLst>
              <a:ext uri="{FF2B5EF4-FFF2-40B4-BE49-F238E27FC236}">
                <a16:creationId xmlns:a16="http://schemas.microsoft.com/office/drawing/2014/main" id="{9AF83D70-671D-40E3-AF0D-F8F2DF75AEC8}"/>
              </a:ext>
            </a:extLst>
          </p:cNvPr>
          <p:cNvSpPr>
            <a:spLocks noGrp="1"/>
          </p:cNvSpPr>
          <p:nvPr>
            <p:ph type="title"/>
          </p:nvPr>
        </p:nvSpPr>
        <p:spPr>
          <a:xfrm>
            <a:off x="635040" y="1122480"/>
            <a:ext cx="10921320" cy="2386800"/>
          </a:xfrm>
          <a:prstGeom prst="rect">
            <a:avLst/>
          </a:prstGeom>
          <a:noFill/>
          <a:ln w="12600">
            <a:noFill/>
          </a:ln>
        </p:spPr>
        <p:txBody>
          <a:bodyPr lIns="45720" tIns="45720" rIns="45720" bIns="45720" anchor="b">
            <a:noAutofit/>
          </a:bodyPr>
          <a:lstStyle>
            <a:lvl1pPr indent="0" algn="ctr">
              <a:lnSpc>
                <a:spcPct val="90000"/>
              </a:lnSpc>
              <a:buNone/>
              <a:defRPr sz="4400" b="1" u="none">
                <a:solidFill>
                  <a:srgbClr val="001233"/>
                </a:solidFill>
                <a:latin typeface="Arial"/>
                <a:ea typeface="Arial"/>
                <a:cs typeface="Arial"/>
              </a:defRPr>
            </a:lvl1pPr>
          </a:lstStyle>
          <a:p>
            <a:pPr indent="0" algn="ctr">
              <a:lnSpc>
                <a:spcPct val="90000"/>
              </a:lnSpc>
              <a:buNone/>
            </a:pPr>
            <a:r>
              <a:rPr sz="4400" b="1" u="none">
                <a:solidFill>
                  <a:srgbClr val="001233"/>
                </a:solidFill>
                <a:latin typeface="Arial"/>
                <a:ea typeface="Arial"/>
                <a:cs typeface="Arial"/>
              </a:rPr>
              <a:t>Title Text</a:t>
            </a:r>
          </a:p>
        </p:txBody>
      </p:sp>
      <p:sp>
        <p:nvSpPr>
          <p:cNvPr id="31" name="PlaceHolder 2">
            <a:extLst>
              <a:ext uri="{FF2B5EF4-FFF2-40B4-BE49-F238E27FC236}">
                <a16:creationId xmlns:a16="http://schemas.microsoft.com/office/drawing/2014/main" id="{2F997998-DD25-4461-9135-234315DF81E3}"/>
              </a:ext>
            </a:extLst>
          </p:cNvPr>
          <p:cNvSpPr>
            <a:spLocks noGrp="1"/>
          </p:cNvSpPr>
          <p:nvPr>
            <p:ph type="body"/>
          </p:nvPr>
        </p:nvSpPr>
        <p:spPr>
          <a:xfrm>
            <a:off x="635040" y="3602160"/>
            <a:ext cx="10921320" cy="1654920"/>
          </a:xfrm>
          <a:prstGeom prst="rect">
            <a:avLst/>
          </a:prstGeom>
          <a:noFill/>
          <a:ln w="12600">
            <a:noFill/>
          </a:ln>
        </p:spPr>
        <p:txBody>
          <a:bodyPr lIns="45720" tIns="45720" rIns="45720" bIns="45720" anchor="t">
            <a:noAutofit/>
          </a:bodyPr>
          <a:lstStyle>
            <a:lvl1pPr marL="406440" indent="-355680" algn="ctr">
              <a:lnSpc>
                <a:spcPct val="90000"/>
              </a:lnSpc>
              <a:spcBef>
                <a:spcPts val="1001"/>
              </a:spcBef>
              <a:buNone/>
              <a:defRPr sz="2400" b="0" u="none">
                <a:solidFill>
                  <a:schemeClr val="accent1"/>
                </a:solidFill>
                <a:latin typeface="Arial"/>
                <a:ea typeface="Arial"/>
                <a:cs typeface="Arial"/>
              </a:defRPr>
            </a:lvl1pPr>
            <a:lvl2pPr marL="406440" indent="-355680" algn="ctr">
              <a:lnSpc>
                <a:spcPct val="90000"/>
              </a:lnSpc>
              <a:spcBef>
                <a:spcPts val="1001"/>
              </a:spcBef>
              <a:buNone/>
              <a:defRPr sz="2400" b="0" u="none">
                <a:solidFill>
                  <a:schemeClr val="accent1"/>
                </a:solidFill>
                <a:latin typeface="Arial"/>
                <a:ea typeface="Arial"/>
                <a:cs typeface="Arial"/>
              </a:defRPr>
            </a:lvl2pPr>
            <a:lvl3pPr marL="406440" indent="-355680" algn="ctr">
              <a:lnSpc>
                <a:spcPct val="90000"/>
              </a:lnSpc>
              <a:spcBef>
                <a:spcPts val="1001"/>
              </a:spcBef>
              <a:buNone/>
              <a:defRPr sz="2400" b="0" u="none">
                <a:solidFill>
                  <a:schemeClr val="accent1"/>
                </a:solidFill>
                <a:latin typeface="Arial"/>
                <a:ea typeface="Arial"/>
                <a:cs typeface="Arial"/>
              </a:defRPr>
            </a:lvl3pPr>
            <a:lvl4pPr marL="406440" indent="-355680" algn="ctr">
              <a:lnSpc>
                <a:spcPct val="90000"/>
              </a:lnSpc>
              <a:spcBef>
                <a:spcPts val="1001"/>
              </a:spcBef>
              <a:buNone/>
              <a:defRPr sz="2400" b="0" u="none">
                <a:solidFill>
                  <a:schemeClr val="accent1"/>
                </a:solidFill>
                <a:latin typeface="Arial"/>
                <a:ea typeface="Arial"/>
                <a:cs typeface="Arial"/>
              </a:defRPr>
            </a:lvl4pPr>
            <a:lvl5pPr marL="406440" indent="-355680" algn="ctr">
              <a:lnSpc>
                <a:spcPct val="90000"/>
              </a:lnSpc>
              <a:spcBef>
                <a:spcPts val="1001"/>
              </a:spcBef>
              <a:buNone/>
              <a:defRPr sz="2400" b="0" u="none">
                <a:solidFill>
                  <a:schemeClr val="accent1"/>
                </a:solidFill>
                <a:latin typeface="Arial"/>
                <a:ea typeface="Arial"/>
                <a:cs typeface="Arial"/>
              </a:defRPr>
            </a:lvl5pPr>
          </a:lstStyle>
          <a:p>
            <a:pPr marL="406440" indent="-355680" algn="ctr">
              <a:lnSpc>
                <a:spcPct val="90000"/>
              </a:lnSpc>
              <a:spcBef>
                <a:spcPts val="1001"/>
              </a:spcBef>
              <a:buNone/>
            </a:pPr>
            <a:r>
              <a:rPr sz="2400" b="0" u="none">
                <a:solidFill>
                  <a:schemeClr val="accent1"/>
                </a:solidFill>
                <a:latin typeface="Arial"/>
                <a:ea typeface="Arial"/>
                <a:cs typeface="Arial"/>
              </a:rPr>
              <a:t>Body Level One</a:t>
            </a:r>
          </a:p>
          <a:p>
            <a:pPr marL="406440" indent="-355680" algn="ctr">
              <a:lnSpc>
                <a:spcPct val="90000"/>
              </a:lnSpc>
              <a:spcBef>
                <a:spcPts val="1001"/>
              </a:spcBef>
              <a:buNone/>
            </a:pPr>
            <a:r>
              <a:rPr sz="2400" b="0" u="none">
                <a:solidFill>
                  <a:schemeClr val="accent1"/>
                </a:solidFill>
                <a:latin typeface="Arial"/>
                <a:ea typeface="Arial"/>
                <a:cs typeface="Arial"/>
              </a:rPr>
              <a:t>Body Level Two</a:t>
            </a:r>
          </a:p>
          <a:p>
            <a:pPr marL="406440" indent="-355680" algn="ctr">
              <a:lnSpc>
                <a:spcPct val="90000"/>
              </a:lnSpc>
              <a:spcBef>
                <a:spcPts val="1001"/>
              </a:spcBef>
              <a:buNone/>
            </a:pPr>
            <a:r>
              <a:rPr sz="2400" b="0" u="none">
                <a:solidFill>
                  <a:schemeClr val="accent1"/>
                </a:solidFill>
                <a:latin typeface="Arial"/>
                <a:ea typeface="Arial"/>
                <a:cs typeface="Arial"/>
              </a:rPr>
              <a:t>Body Level Three</a:t>
            </a:r>
          </a:p>
          <a:p>
            <a:pPr marL="406440" indent="-355680" algn="ctr">
              <a:lnSpc>
                <a:spcPct val="90000"/>
              </a:lnSpc>
              <a:spcBef>
                <a:spcPts val="1001"/>
              </a:spcBef>
              <a:buNone/>
            </a:pPr>
            <a:r>
              <a:rPr sz="2400" b="0" u="none">
                <a:solidFill>
                  <a:schemeClr val="accent1"/>
                </a:solidFill>
                <a:latin typeface="Arial"/>
                <a:ea typeface="Arial"/>
                <a:cs typeface="Arial"/>
              </a:rPr>
              <a:t>Body Level Four</a:t>
            </a:r>
          </a:p>
          <a:p>
            <a:pPr marL="406440" indent="-355680" algn="ctr">
              <a:lnSpc>
                <a:spcPct val="90000"/>
              </a:lnSpc>
              <a:spcBef>
                <a:spcPts val="1001"/>
              </a:spcBef>
              <a:buNone/>
            </a:pPr>
            <a:r>
              <a:rPr sz="2400" b="0" u="none">
                <a:solidFill>
                  <a:schemeClr val="accent1"/>
                </a:solidFill>
                <a:latin typeface="Arial"/>
                <a:ea typeface="Arial"/>
                <a:cs typeface="Arial"/>
              </a:rPr>
              <a:t>Body Level Five</a:t>
            </a:r>
          </a:p>
        </p:txBody>
      </p:sp>
      <p:sp>
        <p:nvSpPr>
          <p:cNvPr id="32" name="PlaceHolder 3">
            <a:extLst>
              <a:ext uri="{FF2B5EF4-FFF2-40B4-BE49-F238E27FC236}">
                <a16:creationId xmlns:a16="http://schemas.microsoft.com/office/drawing/2014/main" id="{95BB9173-20F6-4579-BD9E-FDE839B49960}"/>
              </a:ext>
            </a:extLst>
          </p:cNvPr>
          <p:cNvSpPr>
            <a:spLocks noGrp="1"/>
          </p:cNvSpPr>
          <p:nvPr>
            <p:ph type="sldNum" idx="3"/>
          </p:nvPr>
        </p:nvSpPr>
        <p:spPr>
          <a:xfrm>
            <a:off x="11283480" y="6406920"/>
            <a:ext cx="272880" cy="263520"/>
          </a:xfrm>
          <a:prstGeom prst="rect">
            <a:avLst/>
          </a:prstGeom>
          <a:noFill/>
          <a:ln w="12600">
            <a:noFill/>
          </a:ln>
        </p:spPr>
        <p:txBody>
          <a:bodyPr lIns="45720" tIns="45720" rIns="45720" bIns="45720" anchor="ctr">
            <a:noAutofit/>
          </a:bodyPr>
          <a:lstStyle>
            <a:lvl1pPr indent="0" algn="r">
              <a:lnSpc>
                <a:spcPct val="100000"/>
              </a:lnSpc>
              <a:buNone/>
              <a:defRPr sz="1200" b="0" u="none">
                <a:solidFill>
                  <a:srgbClr val="88888D"/>
                </a:solidFill>
                <a:latin typeface="Arial"/>
                <a:ea typeface="Arial"/>
                <a:cs typeface="Arial"/>
              </a:defRPr>
            </a:lvl1pPr>
          </a:lstStyle>
          <a:p>
            <a:pPr indent="0" algn="r">
              <a:lnSpc>
                <a:spcPct val="100000"/>
              </a:lnSpc>
              <a:buNone/>
            </a:pPr>
            <a:fld id="{13A28520-E233-4C19-BE84-6B7D2F7CA81C}" type="slidenum">
              <a:rPr sz="1200" b="0" u="none">
                <a:solidFill>
                  <a:srgbClr val="88888D"/>
                </a:solidFill>
                <a:latin typeface="Arial"/>
                <a:ea typeface="Arial"/>
                <a:cs typeface="Arial"/>
              </a:rPr>
              <a:t>‹#›</a:t>
            </a:fld>
            <a:endParaRPr sz="1200" b="0" u="none">
              <a:solidFill>
                <a:srgbClr val="88888D"/>
              </a:solidFill>
              <a:latin typeface="Arial"/>
              <a:ea typeface="Arial"/>
              <a:cs typeface="Arial"/>
            </a:endParaRPr>
          </a:p>
        </p:txBody>
      </p:sp>
      <p:pic>
        <p:nvPicPr>
          <p:cNvPr id="33" name="Google Shape;25;p2"/>
          <p:cNvPicPr>
            <a:picLocks noChangeAspect="1"/>
          </p:cNvPicPr>
          <p:nvPr/>
        </p:nvPicPr>
        <p:blipFill>
          <a:blip r:embed="rId3"/>
          <a:stretch/>
        </p:blipFill>
        <p:spPr>
          <a:xfrm>
            <a:off x="3672000" y="5365440"/>
            <a:ext cx="2062080" cy="718920"/>
          </a:xfrm>
          <a:prstGeom prst="rect">
            <a:avLst/>
          </a:prstGeom>
          <a:ln w="12700">
            <a:noFill/>
          </a:ln>
        </p:spPr>
      </p:pic>
      <p:sp>
        <p:nvSpPr>
          <p:cNvPr id="34" name="Google Shape;26;p2">
            <a:extLst>
              <a:ext uri="{FF2B5EF4-FFF2-40B4-BE49-F238E27FC236}">
                <a16:creationId xmlns:a16="http://schemas.microsoft.com/office/drawing/2014/main" id="{CA3DB78F-CB2C-4CF5-A357-BF126F0CFBFE}"/>
              </a:ext>
            </a:extLst>
          </p:cNvPr>
          <p:cNvSpPr>
            <a:spLocks noGrp="1"/>
          </p:cNvSpPr>
          <p:nvPr/>
        </p:nvSpPr>
        <p:spPr>
          <a:xfrm>
            <a:off x="0" y="0"/>
            <a:ext cx="12191400" cy="135720"/>
          </a:xfrm>
          <a:prstGeom prst="rect">
            <a:avLst/>
          </a:prstGeom>
          <a:solidFill>
            <a:srgbClr val="D2E1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35" name="Google Shape;27;p2">
            <a:extLst>
              <a:ext uri="{FF2B5EF4-FFF2-40B4-BE49-F238E27FC236}">
                <a16:creationId xmlns:a16="http://schemas.microsoft.com/office/drawing/2014/main" id="{547B0190-389D-4D63-B2BB-04EF9BFA1056}"/>
              </a:ext>
            </a:extLst>
          </p:cNvPr>
          <p:cNvSpPr>
            <a:spLocks noGrp="1"/>
          </p:cNvSpPr>
          <p:nvPr/>
        </p:nvSpPr>
        <p:spPr>
          <a:xfrm>
            <a:off x="0" y="0"/>
            <a:ext cx="380160" cy="6857280"/>
          </a:xfrm>
          <a:prstGeom prst="rect">
            <a:avLst/>
          </a:prstGeom>
          <a:solidFill>
            <a:schemeClr val="accent1"/>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36" name="Google Shape;28;p2">
            <a:extLst>
              <a:ext uri="{FF2B5EF4-FFF2-40B4-BE49-F238E27FC236}">
                <a16:creationId xmlns:a16="http://schemas.microsoft.com/office/drawing/2014/main" id="{62EBDC04-D32A-49FB-9F1D-BC49290ADD4C}"/>
              </a:ext>
            </a:extLst>
          </p:cNvPr>
          <p:cNvSpPr>
            <a:spLocks noGrp="1"/>
          </p:cNvSpPr>
          <p:nvPr/>
        </p:nvSpPr>
        <p:spPr>
          <a:xfrm>
            <a:off x="0" y="0"/>
            <a:ext cx="302040" cy="6857280"/>
          </a:xfrm>
          <a:prstGeom prst="rect">
            <a:avLst/>
          </a:prstGeom>
          <a:solidFill>
            <a:srgbClr val="001845"/>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37" name="Google Shape;29;p2">
            <a:extLst>
              <a:ext uri="{FF2B5EF4-FFF2-40B4-BE49-F238E27FC236}">
                <a16:creationId xmlns:a16="http://schemas.microsoft.com/office/drawing/2014/main" id="{DB7C616A-10C1-475F-9FAC-7114F4211AA3}"/>
              </a:ext>
            </a:extLst>
          </p:cNvPr>
          <p:cNvSpPr>
            <a:spLocks noGrp="1"/>
          </p:cNvSpPr>
          <p:nvPr/>
        </p:nvSpPr>
        <p:spPr>
          <a:xfrm>
            <a:off x="0" y="0"/>
            <a:ext cx="380160" cy="135720"/>
          </a:xfrm>
          <a:prstGeom prst="rect">
            <a:avLst/>
          </a:prstGeom>
          <a:solidFill>
            <a:srgbClr val="77BAFC"/>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38" name="Google Shape;30;p2">
            <a:extLst>
              <a:ext uri="{FF2B5EF4-FFF2-40B4-BE49-F238E27FC236}">
                <a16:creationId xmlns:a16="http://schemas.microsoft.com/office/drawing/2014/main" id="{B5087E12-85B4-4C21-92B3-5BAD441A6AC0}"/>
              </a:ext>
            </a:extLst>
          </p:cNvPr>
          <p:cNvSpPr>
            <a:spLocks noGrp="1"/>
          </p:cNvSpPr>
          <p:nvPr/>
        </p:nvSpPr>
        <p:spPr>
          <a:xfrm>
            <a:off x="0" y="0"/>
            <a:ext cx="302040" cy="135720"/>
          </a:xfrm>
          <a:prstGeom prst="rect">
            <a:avLst/>
          </a:prstGeom>
          <a:solidFill>
            <a:srgbClr val="2269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VERTICAL_TITLE_AND_VERTICAL_TEXT">
    <p:bg>
      <p:bgPr>
        <a:solidFill>
          <a:srgbClr val="FFFFFF"/>
        </a:solidFill>
        <a:effectLst/>
      </p:bgPr>
    </p:bg>
    <p:spTree>
      <p:nvGrpSpPr>
        <p:cNvPr id="1" name=""/>
        <p:cNvGrpSpPr/>
        <p:nvPr/>
      </p:nvGrpSpPr>
      <p:grpSpPr>
        <a:xfrm>
          <a:off x="0" y="0"/>
          <a:ext cx="0" cy="0"/>
          <a:chOff x="0" y="0"/>
          <a:chExt cx="0" cy="0"/>
        </a:xfrm>
      </p:grpSpPr>
      <p:pic>
        <p:nvPicPr>
          <p:cNvPr id="2" name="Google Shape;37;p3" hidden="1"/>
          <p:cNvPicPr>
            <a:picLocks noChangeAspect="1"/>
          </p:cNvPicPr>
          <p:nvPr/>
        </p:nvPicPr>
        <p:blipFill>
          <a:blip r:embed="rId2"/>
          <a:srcRect l="8600" t="17401" r="11111" b="17855"/>
          <a:stretch/>
        </p:blipFill>
        <p:spPr>
          <a:xfrm>
            <a:off x="11563200" y="195840"/>
            <a:ext cx="564840" cy="455400"/>
          </a:xfrm>
          <a:prstGeom prst="rect">
            <a:avLst/>
          </a:prstGeom>
          <a:ln w="12700">
            <a:noFill/>
          </a:ln>
        </p:spPr>
      </p:pic>
      <p:sp>
        <p:nvSpPr>
          <p:cNvPr id="40" name="Google Shape;38;p3" hidden="1">
            <a:extLst>
              <a:ext uri="{FF2B5EF4-FFF2-40B4-BE49-F238E27FC236}">
                <a16:creationId xmlns:a16="http://schemas.microsoft.com/office/drawing/2014/main" id="{20FF618B-C8CE-4CA6-9028-B1DAF474DE71}"/>
              </a:ext>
            </a:extLst>
          </p:cNvPr>
          <p:cNvSpPr>
            <a:spLocks noGrp="1"/>
          </p:cNvSpPr>
          <p:nvPr/>
        </p:nvSpPr>
        <p:spPr>
          <a:xfrm>
            <a:off x="0" y="0"/>
            <a:ext cx="12191400" cy="135720"/>
          </a:xfrm>
          <a:prstGeom prst="rect">
            <a:avLst/>
          </a:prstGeom>
          <a:solidFill>
            <a:srgbClr val="D2E1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41" name="Google Shape;39;p3" hidden="1">
            <a:extLst>
              <a:ext uri="{FF2B5EF4-FFF2-40B4-BE49-F238E27FC236}">
                <a16:creationId xmlns:a16="http://schemas.microsoft.com/office/drawing/2014/main" id="{BA83BF6E-1198-4F43-9C77-4254C7DA305F}"/>
              </a:ext>
            </a:extLst>
          </p:cNvPr>
          <p:cNvSpPr>
            <a:spLocks noGrp="1"/>
          </p:cNvSpPr>
          <p:nvPr/>
        </p:nvSpPr>
        <p:spPr>
          <a:xfrm>
            <a:off x="0" y="0"/>
            <a:ext cx="380160" cy="6857280"/>
          </a:xfrm>
          <a:prstGeom prst="rect">
            <a:avLst/>
          </a:prstGeom>
          <a:solidFill>
            <a:schemeClr val="accent1"/>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42" name="Google Shape;40;p3" hidden="1">
            <a:extLst>
              <a:ext uri="{FF2B5EF4-FFF2-40B4-BE49-F238E27FC236}">
                <a16:creationId xmlns:a16="http://schemas.microsoft.com/office/drawing/2014/main" id="{1621DCE1-A2C6-4132-9852-7F0E84C9A99A}"/>
              </a:ext>
            </a:extLst>
          </p:cNvPr>
          <p:cNvSpPr>
            <a:spLocks noGrp="1"/>
          </p:cNvSpPr>
          <p:nvPr/>
        </p:nvSpPr>
        <p:spPr>
          <a:xfrm>
            <a:off x="0" y="0"/>
            <a:ext cx="302040" cy="6857280"/>
          </a:xfrm>
          <a:prstGeom prst="rect">
            <a:avLst/>
          </a:prstGeom>
          <a:solidFill>
            <a:srgbClr val="001845"/>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43" name="Google Shape;41;p3" hidden="1">
            <a:extLst>
              <a:ext uri="{FF2B5EF4-FFF2-40B4-BE49-F238E27FC236}">
                <a16:creationId xmlns:a16="http://schemas.microsoft.com/office/drawing/2014/main" id="{96E6C2A9-4737-4541-A5F3-2065B6069A66}"/>
              </a:ext>
            </a:extLst>
          </p:cNvPr>
          <p:cNvSpPr>
            <a:spLocks noGrp="1"/>
          </p:cNvSpPr>
          <p:nvPr/>
        </p:nvSpPr>
        <p:spPr>
          <a:xfrm>
            <a:off x="0" y="0"/>
            <a:ext cx="380160" cy="135720"/>
          </a:xfrm>
          <a:prstGeom prst="rect">
            <a:avLst/>
          </a:prstGeom>
          <a:solidFill>
            <a:srgbClr val="77BAFC"/>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44" name="Google Shape;42;p3" hidden="1">
            <a:extLst>
              <a:ext uri="{FF2B5EF4-FFF2-40B4-BE49-F238E27FC236}">
                <a16:creationId xmlns:a16="http://schemas.microsoft.com/office/drawing/2014/main" id="{87376082-9B0B-48FF-A3D9-25CDE8B81BBF}"/>
              </a:ext>
            </a:extLst>
          </p:cNvPr>
          <p:cNvSpPr>
            <a:spLocks noGrp="1"/>
          </p:cNvSpPr>
          <p:nvPr/>
        </p:nvSpPr>
        <p:spPr>
          <a:xfrm>
            <a:off x="0" y="0"/>
            <a:ext cx="302040" cy="135720"/>
          </a:xfrm>
          <a:prstGeom prst="rect">
            <a:avLst/>
          </a:prstGeom>
          <a:solidFill>
            <a:srgbClr val="2269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45" name="PlaceHolder 1">
            <a:extLst>
              <a:ext uri="{FF2B5EF4-FFF2-40B4-BE49-F238E27FC236}">
                <a16:creationId xmlns:a16="http://schemas.microsoft.com/office/drawing/2014/main" id="{64166741-4B83-417B-9D8B-BAB7249340E5}"/>
              </a:ext>
            </a:extLst>
          </p:cNvPr>
          <p:cNvSpPr>
            <a:spLocks noGrp="1"/>
          </p:cNvSpPr>
          <p:nvPr>
            <p:ph type="title"/>
          </p:nvPr>
        </p:nvSpPr>
        <p:spPr>
          <a:xfrm rot="5400000">
            <a:off x="7133760" y="1956240"/>
            <a:ext cx="5811120" cy="2628360"/>
          </a:xfrm>
          <a:prstGeom prst="rect">
            <a:avLst/>
          </a:prstGeom>
          <a:noFill/>
          <a:ln w="12600">
            <a:noFill/>
          </a:ln>
        </p:spPr>
        <p:txBody>
          <a:bodyPr lIns="45720" tIns="45720" rIns="45720" bIns="45720" anchor="ctr">
            <a:noAutofit/>
          </a:bodyPr>
          <a:lstStyle>
            <a:lvl1pPr indent="0" algn="l">
              <a:lnSpc>
                <a:spcPct val="90000"/>
              </a:lnSpc>
              <a:buNone/>
              <a:defRPr sz="4400" b="0" u="none">
                <a:solidFill>
                  <a:srgbClr val="001233"/>
                </a:solidFill>
                <a:latin typeface="Arial"/>
                <a:ea typeface="Arial"/>
                <a:cs typeface="Arial"/>
              </a:defRPr>
            </a:lvl1pPr>
          </a:lstStyle>
          <a:p>
            <a:pPr indent="0" algn="l">
              <a:lnSpc>
                <a:spcPct val="90000"/>
              </a:lnSpc>
              <a:buNone/>
            </a:pPr>
            <a:r>
              <a:rPr sz="4400" b="0" u="none">
                <a:solidFill>
                  <a:srgbClr val="001233"/>
                </a:solidFill>
                <a:latin typeface="Arial"/>
                <a:ea typeface="Arial"/>
                <a:cs typeface="Arial"/>
              </a:rPr>
              <a:t>Title Text</a:t>
            </a:r>
          </a:p>
        </p:txBody>
      </p:sp>
      <p:sp>
        <p:nvSpPr>
          <p:cNvPr id="46" name="PlaceHolder 2">
            <a:extLst>
              <a:ext uri="{FF2B5EF4-FFF2-40B4-BE49-F238E27FC236}">
                <a16:creationId xmlns:a16="http://schemas.microsoft.com/office/drawing/2014/main" id="{51E81673-A300-42F9-990D-E2AD27476302}"/>
              </a:ext>
            </a:extLst>
          </p:cNvPr>
          <p:cNvSpPr>
            <a:spLocks noGrp="1"/>
          </p:cNvSpPr>
          <p:nvPr>
            <p:ph type="body"/>
          </p:nvPr>
        </p:nvSpPr>
        <p:spPr>
          <a:xfrm rot="5400000">
            <a:off x="1800360" y="-596160"/>
            <a:ext cx="5811120" cy="7733520"/>
          </a:xfrm>
          <a:prstGeom prst="rect">
            <a:avLst/>
          </a:prstGeom>
          <a:noFill/>
          <a:ln w="12600">
            <a:noFill/>
          </a:ln>
        </p:spPr>
        <p:txBody>
          <a:bodyPr lIns="45720" tIns="45720" rIns="45720" bIns="45720" anchor="t">
            <a:noAutofit/>
          </a:bodyPr>
          <a:lstStyle>
            <a:lvl1pPr marL="457200" indent="-343080" algn="l">
              <a:lnSpc>
                <a:spcPct val="90000"/>
              </a:lnSpc>
              <a:spcBef>
                <a:spcPts val="1001"/>
              </a:spcBef>
              <a:buNone/>
              <a:defRPr sz="2800" b="0" u="none">
                <a:solidFill>
                  <a:srgbClr val="001233"/>
                </a:solidFill>
                <a:latin typeface="Arial"/>
                <a:ea typeface="Arial"/>
                <a:cs typeface="Arial"/>
              </a:defRPr>
            </a:lvl1pPr>
            <a:lvl2pPr marL="457200" indent="-343080" algn="l">
              <a:lnSpc>
                <a:spcPct val="90000"/>
              </a:lnSpc>
              <a:spcBef>
                <a:spcPts val="1001"/>
              </a:spcBef>
              <a:buNone/>
              <a:defRPr sz="2800" b="0" u="none">
                <a:solidFill>
                  <a:srgbClr val="001233"/>
                </a:solidFill>
                <a:latin typeface="Arial"/>
                <a:ea typeface="Arial"/>
                <a:cs typeface="Arial"/>
              </a:defRPr>
            </a:lvl2pPr>
            <a:lvl3pPr marL="457200" indent="-343080" algn="l">
              <a:lnSpc>
                <a:spcPct val="90000"/>
              </a:lnSpc>
              <a:spcBef>
                <a:spcPts val="1001"/>
              </a:spcBef>
              <a:buNone/>
              <a:defRPr sz="2800" b="0" u="none">
                <a:solidFill>
                  <a:srgbClr val="001233"/>
                </a:solidFill>
                <a:latin typeface="Arial"/>
                <a:ea typeface="Arial"/>
                <a:cs typeface="Arial"/>
              </a:defRPr>
            </a:lvl3pPr>
            <a:lvl4pPr marL="457200" indent="-343080" algn="l">
              <a:lnSpc>
                <a:spcPct val="90000"/>
              </a:lnSpc>
              <a:spcBef>
                <a:spcPts val="1001"/>
              </a:spcBef>
              <a:buNone/>
              <a:defRPr sz="2800" b="0" u="none">
                <a:solidFill>
                  <a:srgbClr val="001233"/>
                </a:solidFill>
                <a:latin typeface="Arial"/>
                <a:ea typeface="Arial"/>
                <a:cs typeface="Arial"/>
              </a:defRPr>
            </a:lvl4pPr>
            <a:lvl5pPr marL="457200" indent="-343080" algn="l">
              <a:lnSpc>
                <a:spcPct val="90000"/>
              </a:lnSpc>
              <a:spcBef>
                <a:spcPts val="1001"/>
              </a:spcBef>
              <a:buNone/>
              <a:defRPr sz="2800" b="0" u="none">
                <a:solidFill>
                  <a:srgbClr val="001233"/>
                </a:solidFill>
                <a:latin typeface="Arial"/>
                <a:ea typeface="Arial"/>
                <a:cs typeface="Arial"/>
              </a:defRPr>
            </a:lvl5pPr>
          </a:lstStyle>
          <a:p>
            <a:pPr marL="457200" indent="-343080" algn="l">
              <a:lnSpc>
                <a:spcPct val="90000"/>
              </a:lnSpc>
              <a:spcBef>
                <a:spcPts val="1001"/>
              </a:spcBef>
              <a:buNone/>
            </a:pPr>
            <a:r>
              <a:rPr sz="2800" b="0" u="none">
                <a:solidFill>
                  <a:srgbClr val="001233"/>
                </a:solidFill>
                <a:latin typeface="Arial"/>
                <a:ea typeface="Arial"/>
                <a:cs typeface="Arial"/>
              </a:rPr>
              <a:t>Body Level One</a:t>
            </a:r>
          </a:p>
          <a:p>
            <a:pPr marL="457200" indent="-343080" algn="l">
              <a:lnSpc>
                <a:spcPct val="90000"/>
              </a:lnSpc>
              <a:spcBef>
                <a:spcPts val="1001"/>
              </a:spcBef>
              <a:buNone/>
            </a:pPr>
            <a:r>
              <a:rPr sz="2800" b="0" u="none">
                <a:solidFill>
                  <a:srgbClr val="001233"/>
                </a:solidFill>
                <a:latin typeface="Arial"/>
                <a:ea typeface="Arial"/>
                <a:cs typeface="Arial"/>
              </a:rPr>
              <a:t>Body Level Two</a:t>
            </a:r>
          </a:p>
          <a:p>
            <a:pPr marL="457200" indent="-343080" algn="l">
              <a:lnSpc>
                <a:spcPct val="90000"/>
              </a:lnSpc>
              <a:spcBef>
                <a:spcPts val="1001"/>
              </a:spcBef>
              <a:buNone/>
            </a:pPr>
            <a:r>
              <a:rPr sz="2800" b="0" u="none">
                <a:solidFill>
                  <a:srgbClr val="001233"/>
                </a:solidFill>
                <a:latin typeface="Arial"/>
                <a:ea typeface="Arial"/>
                <a:cs typeface="Arial"/>
              </a:rPr>
              <a:t>Body Level Three</a:t>
            </a:r>
          </a:p>
          <a:p>
            <a:pPr marL="457200" indent="-343080" algn="l">
              <a:lnSpc>
                <a:spcPct val="90000"/>
              </a:lnSpc>
              <a:spcBef>
                <a:spcPts val="1001"/>
              </a:spcBef>
              <a:buNone/>
            </a:pPr>
            <a:r>
              <a:rPr sz="2800" b="0" u="none">
                <a:solidFill>
                  <a:srgbClr val="001233"/>
                </a:solidFill>
                <a:latin typeface="Arial"/>
                <a:ea typeface="Arial"/>
                <a:cs typeface="Arial"/>
              </a:rPr>
              <a:t>Body Level Four</a:t>
            </a:r>
          </a:p>
          <a:p>
            <a:pPr marL="457200" indent="-343080" algn="l">
              <a:lnSpc>
                <a:spcPct val="90000"/>
              </a:lnSpc>
              <a:spcBef>
                <a:spcPts val="1001"/>
              </a:spcBef>
              <a:buNone/>
            </a:pPr>
            <a:r>
              <a:rPr sz="2800" b="0" u="none">
                <a:solidFill>
                  <a:srgbClr val="001233"/>
                </a:solidFill>
                <a:latin typeface="Arial"/>
                <a:ea typeface="Arial"/>
                <a:cs typeface="Arial"/>
              </a:rPr>
              <a:t>Body Level Five</a:t>
            </a:r>
          </a:p>
        </p:txBody>
      </p:sp>
      <p:sp>
        <p:nvSpPr>
          <p:cNvPr id="47" name="PlaceHolder 3">
            <a:extLst>
              <a:ext uri="{FF2B5EF4-FFF2-40B4-BE49-F238E27FC236}">
                <a16:creationId xmlns:a16="http://schemas.microsoft.com/office/drawing/2014/main" id="{662704CD-D37D-40D5-98EF-5D9AAC07F13C}"/>
              </a:ext>
            </a:extLst>
          </p:cNvPr>
          <p:cNvSpPr>
            <a:spLocks noGrp="1"/>
          </p:cNvSpPr>
          <p:nvPr>
            <p:ph type="sldNum" idx="4"/>
          </p:nvPr>
        </p:nvSpPr>
        <p:spPr>
          <a:xfrm>
            <a:off x="11080080" y="6406920"/>
            <a:ext cx="272880" cy="263520"/>
          </a:xfrm>
          <a:prstGeom prst="rect">
            <a:avLst/>
          </a:prstGeom>
          <a:noFill/>
          <a:ln w="12600">
            <a:noFill/>
          </a:ln>
        </p:spPr>
        <p:txBody>
          <a:bodyPr lIns="45720" tIns="45720" rIns="45720" bIns="45720" anchor="ctr">
            <a:noAutofit/>
          </a:bodyPr>
          <a:lstStyle>
            <a:lvl1pPr indent="0" algn="r">
              <a:lnSpc>
                <a:spcPct val="100000"/>
              </a:lnSpc>
              <a:buNone/>
              <a:defRPr sz="1200" b="0" u="none">
                <a:solidFill>
                  <a:srgbClr val="88888D"/>
                </a:solidFill>
                <a:latin typeface="Arial"/>
                <a:ea typeface="Arial"/>
                <a:cs typeface="Arial"/>
              </a:defRPr>
            </a:lvl1pPr>
          </a:lstStyle>
          <a:p>
            <a:pPr indent="0" algn="r">
              <a:lnSpc>
                <a:spcPct val="100000"/>
              </a:lnSpc>
              <a:buNone/>
            </a:pPr>
            <a:fld id="{AF7B0AED-829E-460E-8B71-2DF9C9DFBD15}" type="slidenum">
              <a:rPr sz="1200" b="0" u="none">
                <a:solidFill>
                  <a:srgbClr val="88888D"/>
                </a:solidFill>
                <a:latin typeface="Arial"/>
                <a:ea typeface="Arial"/>
                <a:cs typeface="Arial"/>
              </a:rPr>
              <a:t>‹#›</a:t>
            </a:fld>
            <a:endParaRPr sz="1200" b="0" u="none">
              <a:solidFill>
                <a:srgbClr val="88888D"/>
              </a:solidFill>
              <a:latin typeface="Arial"/>
              <a:ea typeface="Arial"/>
              <a:cs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OBJECT">
    <p:bg>
      <p:bgPr>
        <a:solidFill>
          <a:srgbClr val="FFFFFF"/>
        </a:solidFill>
        <a:effectLst/>
      </p:bgPr>
    </p:bg>
    <p:spTree>
      <p:nvGrpSpPr>
        <p:cNvPr id="1" name=""/>
        <p:cNvGrpSpPr/>
        <p:nvPr/>
      </p:nvGrpSpPr>
      <p:grpSpPr>
        <a:xfrm>
          <a:off x="0" y="0"/>
          <a:ext cx="0" cy="0"/>
          <a:chOff x="0" y="0"/>
          <a:chExt cx="0" cy="0"/>
        </a:xfrm>
      </p:grpSpPr>
      <p:pic>
        <p:nvPicPr>
          <p:cNvPr id="2" name="Google Shape;37;p3"/>
          <p:cNvPicPr>
            <a:picLocks noChangeAspect="1"/>
          </p:cNvPicPr>
          <p:nvPr/>
        </p:nvPicPr>
        <p:blipFill>
          <a:blip r:embed="rId2"/>
          <a:srcRect l="8600" t="17401" r="11111" b="17855"/>
          <a:stretch/>
        </p:blipFill>
        <p:spPr>
          <a:xfrm>
            <a:off x="11563200" y="195840"/>
            <a:ext cx="564840" cy="455400"/>
          </a:xfrm>
          <a:prstGeom prst="rect">
            <a:avLst/>
          </a:prstGeom>
          <a:ln w="12700">
            <a:noFill/>
          </a:ln>
        </p:spPr>
      </p:pic>
      <p:sp>
        <p:nvSpPr>
          <p:cNvPr id="49" name="Google Shape;38;p3">
            <a:extLst>
              <a:ext uri="{FF2B5EF4-FFF2-40B4-BE49-F238E27FC236}">
                <a16:creationId xmlns:a16="http://schemas.microsoft.com/office/drawing/2014/main" id="{13311D68-7F6F-45E1-81A9-87C7F39E0170}"/>
              </a:ext>
            </a:extLst>
          </p:cNvPr>
          <p:cNvSpPr>
            <a:spLocks noGrp="1"/>
          </p:cNvSpPr>
          <p:nvPr/>
        </p:nvSpPr>
        <p:spPr>
          <a:xfrm>
            <a:off x="0" y="0"/>
            <a:ext cx="12191400" cy="135720"/>
          </a:xfrm>
          <a:prstGeom prst="rect">
            <a:avLst/>
          </a:prstGeom>
          <a:solidFill>
            <a:srgbClr val="D2E1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50" name="Google Shape;39;p3">
            <a:extLst>
              <a:ext uri="{FF2B5EF4-FFF2-40B4-BE49-F238E27FC236}">
                <a16:creationId xmlns:a16="http://schemas.microsoft.com/office/drawing/2014/main" id="{808E6942-53EB-4F10-A3E3-9F03D822E214}"/>
              </a:ext>
            </a:extLst>
          </p:cNvPr>
          <p:cNvSpPr>
            <a:spLocks noGrp="1"/>
          </p:cNvSpPr>
          <p:nvPr/>
        </p:nvSpPr>
        <p:spPr>
          <a:xfrm>
            <a:off x="0" y="0"/>
            <a:ext cx="380160" cy="6857280"/>
          </a:xfrm>
          <a:prstGeom prst="rect">
            <a:avLst/>
          </a:prstGeom>
          <a:solidFill>
            <a:schemeClr val="accent1"/>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51" name="Google Shape;40;p3">
            <a:extLst>
              <a:ext uri="{FF2B5EF4-FFF2-40B4-BE49-F238E27FC236}">
                <a16:creationId xmlns:a16="http://schemas.microsoft.com/office/drawing/2014/main" id="{9D56B34A-C074-4FF1-B4F6-78EC5E10EECC}"/>
              </a:ext>
            </a:extLst>
          </p:cNvPr>
          <p:cNvSpPr>
            <a:spLocks noGrp="1"/>
          </p:cNvSpPr>
          <p:nvPr/>
        </p:nvSpPr>
        <p:spPr>
          <a:xfrm>
            <a:off x="0" y="0"/>
            <a:ext cx="302040" cy="6857280"/>
          </a:xfrm>
          <a:prstGeom prst="rect">
            <a:avLst/>
          </a:prstGeom>
          <a:solidFill>
            <a:srgbClr val="001845"/>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52" name="Google Shape;41;p3">
            <a:extLst>
              <a:ext uri="{FF2B5EF4-FFF2-40B4-BE49-F238E27FC236}">
                <a16:creationId xmlns:a16="http://schemas.microsoft.com/office/drawing/2014/main" id="{8AB7A1D2-C25E-4818-86A9-31A8A6B4F37F}"/>
              </a:ext>
            </a:extLst>
          </p:cNvPr>
          <p:cNvSpPr>
            <a:spLocks noGrp="1"/>
          </p:cNvSpPr>
          <p:nvPr/>
        </p:nvSpPr>
        <p:spPr>
          <a:xfrm>
            <a:off x="0" y="0"/>
            <a:ext cx="380160" cy="135720"/>
          </a:xfrm>
          <a:prstGeom prst="rect">
            <a:avLst/>
          </a:prstGeom>
          <a:solidFill>
            <a:srgbClr val="77BAFC"/>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53" name="Google Shape;42;p3">
            <a:extLst>
              <a:ext uri="{FF2B5EF4-FFF2-40B4-BE49-F238E27FC236}">
                <a16:creationId xmlns:a16="http://schemas.microsoft.com/office/drawing/2014/main" id="{846F4E74-F349-47BB-BB43-58114520D65B}"/>
              </a:ext>
            </a:extLst>
          </p:cNvPr>
          <p:cNvSpPr>
            <a:spLocks noGrp="1"/>
          </p:cNvSpPr>
          <p:nvPr/>
        </p:nvSpPr>
        <p:spPr>
          <a:xfrm>
            <a:off x="0" y="0"/>
            <a:ext cx="302040" cy="135720"/>
          </a:xfrm>
          <a:prstGeom prst="rect">
            <a:avLst/>
          </a:prstGeom>
          <a:solidFill>
            <a:srgbClr val="2269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54" name="PlaceHolder 1">
            <a:extLst>
              <a:ext uri="{FF2B5EF4-FFF2-40B4-BE49-F238E27FC236}">
                <a16:creationId xmlns:a16="http://schemas.microsoft.com/office/drawing/2014/main" id="{7299FB97-B9F4-4CF2-A465-93C490CA2BA4}"/>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Autofit/>
          </a:bodyPr>
          <a:lstStyle>
            <a:lvl1pPr indent="0" algn="l">
              <a:lnSpc>
                <a:spcPct val="90000"/>
              </a:lnSpc>
              <a:buNone/>
              <a:defRPr sz="3200" b="1" u="none">
                <a:solidFill>
                  <a:srgbClr val="001233"/>
                </a:solidFill>
                <a:latin typeface="Arial"/>
                <a:ea typeface="Arial"/>
                <a:cs typeface="Arial"/>
              </a:defRPr>
            </a:lvl1pPr>
          </a:lstStyle>
          <a:p>
            <a:pPr indent="0" algn="l">
              <a:lnSpc>
                <a:spcPct val="90000"/>
              </a:lnSpc>
              <a:buNone/>
            </a:pPr>
            <a:r>
              <a:rPr sz="3200" b="1" u="none">
                <a:solidFill>
                  <a:srgbClr val="001233"/>
                </a:solidFill>
                <a:latin typeface="Arial"/>
                <a:ea typeface="Arial"/>
                <a:cs typeface="Arial"/>
              </a:rPr>
              <a:t>Title Text</a:t>
            </a:r>
          </a:p>
        </p:txBody>
      </p:sp>
      <p:sp>
        <p:nvSpPr>
          <p:cNvPr id="55" name="PlaceHolder 2">
            <a:extLst>
              <a:ext uri="{FF2B5EF4-FFF2-40B4-BE49-F238E27FC236}">
                <a16:creationId xmlns:a16="http://schemas.microsoft.com/office/drawing/2014/main" id="{0FE19376-010E-44D2-9B49-1E67B3205E02}"/>
              </a:ext>
            </a:extLst>
          </p:cNvPr>
          <p:cNvSpPr>
            <a:spLocks noGrp="1"/>
          </p:cNvSpPr>
          <p:nvPr>
            <p:ph type="body"/>
          </p:nvPr>
        </p:nvSpPr>
        <p:spPr>
          <a:xfrm>
            <a:off x="679680" y="1042200"/>
            <a:ext cx="10832040" cy="5191200"/>
          </a:xfrm>
          <a:prstGeom prst="rect">
            <a:avLst/>
          </a:prstGeom>
          <a:noFill/>
          <a:ln w="12600">
            <a:noFill/>
          </a:ln>
        </p:spPr>
        <p:txBody>
          <a:bodyPr lIns="45720" tIns="45720" rIns="45720" bIns="45720" anchor="t">
            <a:noAutofit/>
          </a:bodyPr>
          <a:lstStyle>
            <a:lvl1pPr algn="l">
              <a:lnSpc>
                <a:spcPct val="100000"/>
              </a:lnSpc>
              <a:spcBef>
                <a:spcPts val="1800"/>
              </a:spcBef>
              <a:buChar char="l"/>
              <a:defRPr sz="2400" b="0" u="none">
                <a:solidFill>
                  <a:srgbClr val="001233"/>
                </a:solidFill>
                <a:latin typeface="Arial"/>
                <a:ea typeface="Arial"/>
                <a:cs typeface="Arial"/>
              </a:defRPr>
            </a:lvl1pPr>
            <a:lvl2pPr marL="457200" indent="-380880" algn="l">
              <a:lnSpc>
                <a:spcPct val="100000"/>
              </a:lnSpc>
              <a:spcBef>
                <a:spcPts val="1800"/>
              </a:spcBef>
              <a:buNone/>
              <a:defRPr sz="2400" b="0" u="none">
                <a:solidFill>
                  <a:srgbClr val="001233"/>
                </a:solidFill>
                <a:latin typeface="Arial"/>
                <a:ea typeface="Arial"/>
                <a:cs typeface="Arial"/>
              </a:defRPr>
            </a:lvl2pPr>
            <a:lvl3pPr marL="457200" indent="-380880" algn="l">
              <a:lnSpc>
                <a:spcPct val="100000"/>
              </a:lnSpc>
              <a:spcBef>
                <a:spcPts val="1800"/>
              </a:spcBef>
              <a:buNone/>
              <a:defRPr sz="2400" b="0" u="none">
                <a:solidFill>
                  <a:srgbClr val="001233"/>
                </a:solidFill>
                <a:latin typeface="Arial"/>
                <a:ea typeface="Arial"/>
                <a:cs typeface="Arial"/>
              </a:defRPr>
            </a:lvl3pPr>
            <a:lvl4pPr marL="457200" indent="-380880" algn="l">
              <a:lnSpc>
                <a:spcPct val="100000"/>
              </a:lnSpc>
              <a:spcBef>
                <a:spcPts val="1800"/>
              </a:spcBef>
              <a:buNone/>
              <a:defRPr sz="2400" b="0" u="none">
                <a:solidFill>
                  <a:srgbClr val="001233"/>
                </a:solidFill>
                <a:latin typeface="Arial"/>
                <a:ea typeface="Arial"/>
                <a:cs typeface="Arial"/>
              </a:defRPr>
            </a:lvl4pPr>
            <a:lvl5pPr marL="457200" indent="-380880" algn="l">
              <a:lnSpc>
                <a:spcPct val="100000"/>
              </a:lnSpc>
              <a:spcBef>
                <a:spcPts val="1800"/>
              </a:spcBef>
              <a:buNone/>
              <a:defRPr sz="2400" b="0" u="none">
                <a:solidFill>
                  <a:srgbClr val="001233"/>
                </a:solidFill>
                <a:latin typeface="Arial"/>
                <a:ea typeface="Arial"/>
                <a:cs typeface="Arial"/>
              </a:defRPr>
            </a:lvl5pPr>
          </a:lstStyle>
          <a:p>
            <a:pPr marL="457200" indent="-380880" algn="l">
              <a:lnSpc>
                <a:spcPct val="100000"/>
              </a:lnSpc>
              <a:spcBef>
                <a:spcPts val="1800"/>
              </a:spcBef>
              <a:buChar char="l"/>
            </a:pPr>
            <a:r>
              <a:rPr sz="2400" b="0" u="none">
                <a:solidFill>
                  <a:srgbClr val="001233"/>
                </a:solidFill>
                <a:latin typeface="Arial"/>
                <a:ea typeface="Arial"/>
                <a:cs typeface="Arial"/>
              </a:rPr>
              <a:t>Body Level One</a:t>
            </a:r>
          </a:p>
          <a:p>
            <a:pPr marL="457200" indent="-380880" algn="l">
              <a:lnSpc>
                <a:spcPct val="100000"/>
              </a:lnSpc>
              <a:spcBef>
                <a:spcPts val="1800"/>
              </a:spcBef>
              <a:buNone/>
            </a:pPr>
            <a:r>
              <a:rPr sz="2400" b="0" u="none">
                <a:solidFill>
                  <a:srgbClr val="001233"/>
                </a:solidFill>
                <a:latin typeface="Arial"/>
                <a:ea typeface="Arial"/>
                <a:cs typeface="Arial"/>
              </a:rPr>
              <a:t>Body Level Two</a:t>
            </a:r>
          </a:p>
          <a:p>
            <a:pPr marL="457200" indent="-380880" algn="l">
              <a:lnSpc>
                <a:spcPct val="100000"/>
              </a:lnSpc>
              <a:spcBef>
                <a:spcPts val="1800"/>
              </a:spcBef>
              <a:buNone/>
            </a:pPr>
            <a:r>
              <a:rPr sz="2400" b="0" u="none">
                <a:solidFill>
                  <a:srgbClr val="001233"/>
                </a:solidFill>
                <a:latin typeface="Arial"/>
                <a:ea typeface="Arial"/>
                <a:cs typeface="Arial"/>
              </a:rPr>
              <a:t>Body Level Three</a:t>
            </a:r>
          </a:p>
          <a:p>
            <a:pPr marL="457200" indent="-380880" algn="l">
              <a:lnSpc>
                <a:spcPct val="100000"/>
              </a:lnSpc>
              <a:spcBef>
                <a:spcPts val="1800"/>
              </a:spcBef>
              <a:buNone/>
            </a:pPr>
            <a:r>
              <a:rPr sz="2400" b="0" u="none">
                <a:solidFill>
                  <a:srgbClr val="001233"/>
                </a:solidFill>
                <a:latin typeface="Arial"/>
                <a:ea typeface="Arial"/>
                <a:cs typeface="Arial"/>
              </a:rPr>
              <a:t>Body Level Four</a:t>
            </a:r>
          </a:p>
          <a:p>
            <a:pPr marL="457200" indent="-380880" algn="l">
              <a:lnSpc>
                <a:spcPct val="100000"/>
              </a:lnSpc>
              <a:spcBef>
                <a:spcPts val="1800"/>
              </a:spcBef>
              <a:buNone/>
            </a:pPr>
            <a:r>
              <a:rPr sz="2400" b="0" u="none">
                <a:solidFill>
                  <a:srgbClr val="001233"/>
                </a:solidFill>
                <a:latin typeface="Arial"/>
                <a:ea typeface="Arial"/>
                <a:cs typeface="Arial"/>
              </a:rPr>
              <a:t>Body Level Five</a:t>
            </a:r>
          </a:p>
        </p:txBody>
      </p:sp>
      <p:sp>
        <p:nvSpPr>
          <p:cNvPr id="56" name="PlaceHolder 3">
            <a:extLst>
              <a:ext uri="{FF2B5EF4-FFF2-40B4-BE49-F238E27FC236}">
                <a16:creationId xmlns:a16="http://schemas.microsoft.com/office/drawing/2014/main" id="{989B59FD-B9C5-4944-A0C7-F69D3028E71C}"/>
              </a:ext>
            </a:extLst>
          </p:cNvPr>
          <p:cNvSpPr>
            <a:spLocks noGrp="1"/>
          </p:cNvSpPr>
          <p:nvPr>
            <p:ph type="sldNum" idx="5"/>
          </p:nvPr>
        </p:nvSpPr>
        <p:spPr>
          <a:xfrm>
            <a:off x="11670480" y="6453720"/>
            <a:ext cx="272880" cy="263520"/>
          </a:xfrm>
          <a:prstGeom prst="rect">
            <a:avLst/>
          </a:prstGeom>
          <a:noFill/>
          <a:ln w="12600">
            <a:noFill/>
          </a:ln>
        </p:spPr>
        <p:txBody>
          <a:bodyPr lIns="45720" tIns="45720" rIns="45720" bIns="45720" anchor="ctr">
            <a:noAutofit/>
          </a:bodyPr>
          <a:lstStyle>
            <a:lvl1pPr indent="0" algn="r">
              <a:lnSpc>
                <a:spcPct val="100000"/>
              </a:lnSpc>
              <a:buNone/>
              <a:defRPr sz="1200" b="0" u="none">
                <a:solidFill>
                  <a:srgbClr val="88888D"/>
                </a:solidFill>
                <a:latin typeface="Arial"/>
                <a:ea typeface="Arial"/>
                <a:cs typeface="Arial"/>
              </a:defRPr>
            </a:lvl1pPr>
          </a:lstStyle>
          <a:p>
            <a:pPr indent="0" algn="r">
              <a:lnSpc>
                <a:spcPct val="100000"/>
              </a:lnSpc>
              <a:buNone/>
            </a:pPr>
            <a:fld id="{8E92A27B-92A8-4FC0-AF43-6E4BB4B93CBA}" type="slidenum">
              <a:rPr sz="1200" b="0" u="none">
                <a:solidFill>
                  <a:srgbClr val="88888D"/>
                </a:solidFill>
                <a:latin typeface="Arial"/>
                <a:ea typeface="Arial"/>
                <a:cs typeface="Arial"/>
              </a:rPr>
              <a:t>‹#›</a:t>
            </a:fld>
            <a:endParaRPr sz="1200" b="0" u="none">
              <a:solidFill>
                <a:srgbClr val="88888D"/>
              </a:solidFill>
              <a:latin typeface="Arial"/>
              <a:ea typeface="Arial"/>
              <a:cs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WO_OBJECTS">
    <p:bg>
      <p:bgPr>
        <a:solidFill>
          <a:srgbClr val="FFFFFF"/>
        </a:solidFill>
        <a:effectLst/>
      </p:bgPr>
    </p:bg>
    <p:spTree>
      <p:nvGrpSpPr>
        <p:cNvPr id="1" name=""/>
        <p:cNvGrpSpPr/>
        <p:nvPr/>
      </p:nvGrpSpPr>
      <p:grpSpPr>
        <a:xfrm>
          <a:off x="0" y="0"/>
          <a:ext cx="0" cy="0"/>
          <a:chOff x="0" y="0"/>
          <a:chExt cx="0" cy="0"/>
        </a:xfrm>
      </p:grpSpPr>
      <p:pic>
        <p:nvPicPr>
          <p:cNvPr id="2" name="Google Shape;37;p3" hidden="1"/>
          <p:cNvPicPr>
            <a:picLocks noChangeAspect="1"/>
          </p:cNvPicPr>
          <p:nvPr/>
        </p:nvPicPr>
        <p:blipFill>
          <a:blip r:embed="rId2"/>
          <a:srcRect l="8600" t="17401" r="11111" b="17855"/>
          <a:stretch/>
        </p:blipFill>
        <p:spPr>
          <a:xfrm>
            <a:off x="11563200" y="195840"/>
            <a:ext cx="564840" cy="455400"/>
          </a:xfrm>
          <a:prstGeom prst="rect">
            <a:avLst/>
          </a:prstGeom>
          <a:ln w="12700">
            <a:noFill/>
          </a:ln>
        </p:spPr>
      </p:pic>
      <p:sp>
        <p:nvSpPr>
          <p:cNvPr id="58" name="Google Shape;38;p3" hidden="1">
            <a:extLst>
              <a:ext uri="{FF2B5EF4-FFF2-40B4-BE49-F238E27FC236}">
                <a16:creationId xmlns:a16="http://schemas.microsoft.com/office/drawing/2014/main" id="{15872184-13C6-499C-B91D-E94204738854}"/>
              </a:ext>
            </a:extLst>
          </p:cNvPr>
          <p:cNvSpPr>
            <a:spLocks noGrp="1"/>
          </p:cNvSpPr>
          <p:nvPr/>
        </p:nvSpPr>
        <p:spPr>
          <a:xfrm>
            <a:off x="0" y="0"/>
            <a:ext cx="12191400" cy="135720"/>
          </a:xfrm>
          <a:prstGeom prst="rect">
            <a:avLst/>
          </a:prstGeom>
          <a:solidFill>
            <a:srgbClr val="D2E1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59" name="Google Shape;39;p3" hidden="1">
            <a:extLst>
              <a:ext uri="{FF2B5EF4-FFF2-40B4-BE49-F238E27FC236}">
                <a16:creationId xmlns:a16="http://schemas.microsoft.com/office/drawing/2014/main" id="{479BA453-E520-4B26-B300-452C5CB47D91}"/>
              </a:ext>
            </a:extLst>
          </p:cNvPr>
          <p:cNvSpPr>
            <a:spLocks noGrp="1"/>
          </p:cNvSpPr>
          <p:nvPr/>
        </p:nvSpPr>
        <p:spPr>
          <a:xfrm>
            <a:off x="0" y="0"/>
            <a:ext cx="380160" cy="6857280"/>
          </a:xfrm>
          <a:prstGeom prst="rect">
            <a:avLst/>
          </a:prstGeom>
          <a:solidFill>
            <a:schemeClr val="accent1"/>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60" name="Google Shape;40;p3" hidden="1">
            <a:extLst>
              <a:ext uri="{FF2B5EF4-FFF2-40B4-BE49-F238E27FC236}">
                <a16:creationId xmlns:a16="http://schemas.microsoft.com/office/drawing/2014/main" id="{BD9A75D4-DB7B-49BA-9E9A-79F50897F2B3}"/>
              </a:ext>
            </a:extLst>
          </p:cNvPr>
          <p:cNvSpPr>
            <a:spLocks noGrp="1"/>
          </p:cNvSpPr>
          <p:nvPr/>
        </p:nvSpPr>
        <p:spPr>
          <a:xfrm>
            <a:off x="0" y="0"/>
            <a:ext cx="302040" cy="6857280"/>
          </a:xfrm>
          <a:prstGeom prst="rect">
            <a:avLst/>
          </a:prstGeom>
          <a:solidFill>
            <a:srgbClr val="001845"/>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61" name="Google Shape;41;p3" hidden="1">
            <a:extLst>
              <a:ext uri="{FF2B5EF4-FFF2-40B4-BE49-F238E27FC236}">
                <a16:creationId xmlns:a16="http://schemas.microsoft.com/office/drawing/2014/main" id="{527F3B5F-BCDE-40A3-9651-5B395CFFDD81}"/>
              </a:ext>
            </a:extLst>
          </p:cNvPr>
          <p:cNvSpPr>
            <a:spLocks noGrp="1"/>
          </p:cNvSpPr>
          <p:nvPr/>
        </p:nvSpPr>
        <p:spPr>
          <a:xfrm>
            <a:off x="0" y="0"/>
            <a:ext cx="380160" cy="135720"/>
          </a:xfrm>
          <a:prstGeom prst="rect">
            <a:avLst/>
          </a:prstGeom>
          <a:solidFill>
            <a:srgbClr val="77BAFC"/>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62" name="Google Shape;42;p3" hidden="1">
            <a:extLst>
              <a:ext uri="{FF2B5EF4-FFF2-40B4-BE49-F238E27FC236}">
                <a16:creationId xmlns:a16="http://schemas.microsoft.com/office/drawing/2014/main" id="{8358EAEB-0C72-4E7B-9322-AFD3E32D2A83}"/>
              </a:ext>
            </a:extLst>
          </p:cNvPr>
          <p:cNvSpPr>
            <a:spLocks noGrp="1"/>
          </p:cNvSpPr>
          <p:nvPr/>
        </p:nvSpPr>
        <p:spPr>
          <a:xfrm>
            <a:off x="0" y="0"/>
            <a:ext cx="302040" cy="135720"/>
          </a:xfrm>
          <a:prstGeom prst="rect">
            <a:avLst/>
          </a:prstGeom>
          <a:solidFill>
            <a:srgbClr val="2269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63" name="PlaceHolder 1">
            <a:extLst>
              <a:ext uri="{FF2B5EF4-FFF2-40B4-BE49-F238E27FC236}">
                <a16:creationId xmlns:a16="http://schemas.microsoft.com/office/drawing/2014/main" id="{B9FAEDB6-A5D8-49D3-A539-C349E615F5F3}"/>
              </a:ext>
            </a:extLst>
          </p:cNvPr>
          <p:cNvSpPr>
            <a:spLocks noGrp="1"/>
          </p:cNvSpPr>
          <p:nvPr>
            <p:ph type="title"/>
          </p:nvPr>
        </p:nvSpPr>
        <p:spPr>
          <a:xfrm>
            <a:off x="838080" y="365040"/>
            <a:ext cx="10514880" cy="1324800"/>
          </a:xfrm>
          <a:prstGeom prst="rect">
            <a:avLst/>
          </a:prstGeom>
          <a:noFill/>
          <a:ln w="12600">
            <a:noFill/>
          </a:ln>
        </p:spPr>
        <p:txBody>
          <a:bodyPr lIns="45720" tIns="45720" rIns="45720" bIns="45720" anchor="ctr">
            <a:noAutofit/>
          </a:bodyPr>
          <a:lstStyle>
            <a:lvl1pPr indent="0" algn="l">
              <a:lnSpc>
                <a:spcPct val="90000"/>
              </a:lnSpc>
              <a:buNone/>
              <a:defRPr sz="4400" b="0" u="none">
                <a:solidFill>
                  <a:srgbClr val="001233"/>
                </a:solidFill>
                <a:latin typeface="Arial"/>
                <a:ea typeface="Arial"/>
                <a:cs typeface="Arial"/>
              </a:defRPr>
            </a:lvl1pPr>
          </a:lstStyle>
          <a:p>
            <a:pPr indent="0" algn="l">
              <a:lnSpc>
                <a:spcPct val="90000"/>
              </a:lnSpc>
              <a:buNone/>
            </a:pPr>
            <a:r>
              <a:rPr sz="4400" b="0" u="none">
                <a:solidFill>
                  <a:srgbClr val="001233"/>
                </a:solidFill>
                <a:latin typeface="Arial"/>
                <a:ea typeface="Arial"/>
                <a:cs typeface="Arial"/>
              </a:rPr>
              <a:t>Title Text</a:t>
            </a:r>
          </a:p>
        </p:txBody>
      </p:sp>
      <p:sp>
        <p:nvSpPr>
          <p:cNvPr id="64" name="PlaceHolder 2">
            <a:extLst>
              <a:ext uri="{FF2B5EF4-FFF2-40B4-BE49-F238E27FC236}">
                <a16:creationId xmlns:a16="http://schemas.microsoft.com/office/drawing/2014/main" id="{4D4DE78B-7BFC-414D-9C27-5CB427AEEEA0}"/>
              </a:ext>
            </a:extLst>
          </p:cNvPr>
          <p:cNvSpPr>
            <a:spLocks noGrp="1"/>
          </p:cNvSpPr>
          <p:nvPr>
            <p:ph type="body"/>
          </p:nvPr>
        </p:nvSpPr>
        <p:spPr>
          <a:xfrm>
            <a:off x="838080" y="1825560"/>
            <a:ext cx="5180760" cy="4350600"/>
          </a:xfrm>
          <a:prstGeom prst="rect">
            <a:avLst/>
          </a:prstGeom>
          <a:noFill/>
          <a:ln w="12600">
            <a:noFill/>
          </a:ln>
        </p:spPr>
        <p:txBody>
          <a:bodyPr lIns="45720" tIns="45720" rIns="45720" bIns="45720" anchor="t">
            <a:noAutofit/>
          </a:bodyPr>
          <a:lstStyle>
            <a:lvl1pPr marL="457200" indent="-343080" algn="l">
              <a:lnSpc>
                <a:spcPct val="90000"/>
              </a:lnSpc>
              <a:spcBef>
                <a:spcPts val="1001"/>
              </a:spcBef>
              <a:buNone/>
              <a:defRPr sz="2800" b="0" u="none">
                <a:solidFill>
                  <a:srgbClr val="001233"/>
                </a:solidFill>
                <a:latin typeface="Arial"/>
                <a:ea typeface="Arial"/>
                <a:cs typeface="Arial"/>
              </a:defRPr>
            </a:lvl1pPr>
            <a:lvl2pPr marL="457200" indent="-343080" algn="l">
              <a:lnSpc>
                <a:spcPct val="90000"/>
              </a:lnSpc>
              <a:spcBef>
                <a:spcPts val="1001"/>
              </a:spcBef>
              <a:buNone/>
              <a:defRPr sz="2800" b="0" u="none">
                <a:solidFill>
                  <a:srgbClr val="001233"/>
                </a:solidFill>
                <a:latin typeface="Arial"/>
                <a:ea typeface="Arial"/>
                <a:cs typeface="Arial"/>
              </a:defRPr>
            </a:lvl2pPr>
            <a:lvl3pPr marL="457200" indent="-343080" algn="l">
              <a:lnSpc>
                <a:spcPct val="90000"/>
              </a:lnSpc>
              <a:spcBef>
                <a:spcPts val="1001"/>
              </a:spcBef>
              <a:buNone/>
              <a:defRPr sz="2800" b="0" u="none">
                <a:solidFill>
                  <a:srgbClr val="001233"/>
                </a:solidFill>
                <a:latin typeface="Arial"/>
                <a:ea typeface="Arial"/>
                <a:cs typeface="Arial"/>
              </a:defRPr>
            </a:lvl3pPr>
            <a:lvl4pPr marL="457200" indent="-343080" algn="l">
              <a:lnSpc>
                <a:spcPct val="90000"/>
              </a:lnSpc>
              <a:spcBef>
                <a:spcPts val="1001"/>
              </a:spcBef>
              <a:buNone/>
              <a:defRPr sz="2800" b="0" u="none">
                <a:solidFill>
                  <a:srgbClr val="001233"/>
                </a:solidFill>
                <a:latin typeface="Arial"/>
                <a:ea typeface="Arial"/>
                <a:cs typeface="Arial"/>
              </a:defRPr>
            </a:lvl4pPr>
            <a:lvl5pPr marL="457200" indent="-343080" algn="l">
              <a:lnSpc>
                <a:spcPct val="90000"/>
              </a:lnSpc>
              <a:spcBef>
                <a:spcPts val="1001"/>
              </a:spcBef>
              <a:buNone/>
              <a:defRPr sz="2800" b="0" u="none">
                <a:solidFill>
                  <a:srgbClr val="001233"/>
                </a:solidFill>
                <a:latin typeface="Arial"/>
                <a:ea typeface="Arial"/>
                <a:cs typeface="Arial"/>
              </a:defRPr>
            </a:lvl5pPr>
          </a:lstStyle>
          <a:p>
            <a:pPr marL="457200" indent="-343080" algn="l">
              <a:lnSpc>
                <a:spcPct val="90000"/>
              </a:lnSpc>
              <a:spcBef>
                <a:spcPts val="1001"/>
              </a:spcBef>
              <a:buNone/>
            </a:pPr>
            <a:r>
              <a:rPr sz="2800" b="0" u="none">
                <a:solidFill>
                  <a:srgbClr val="001233"/>
                </a:solidFill>
                <a:latin typeface="Arial"/>
                <a:ea typeface="Arial"/>
                <a:cs typeface="Arial"/>
              </a:rPr>
              <a:t>Body Level One</a:t>
            </a:r>
          </a:p>
          <a:p>
            <a:pPr marL="457200" indent="-343080" algn="l">
              <a:lnSpc>
                <a:spcPct val="90000"/>
              </a:lnSpc>
              <a:spcBef>
                <a:spcPts val="1001"/>
              </a:spcBef>
              <a:buNone/>
            </a:pPr>
            <a:r>
              <a:rPr sz="2800" b="0" u="none">
                <a:solidFill>
                  <a:srgbClr val="001233"/>
                </a:solidFill>
                <a:latin typeface="Arial"/>
                <a:ea typeface="Arial"/>
                <a:cs typeface="Arial"/>
              </a:rPr>
              <a:t>Body Level Two</a:t>
            </a:r>
          </a:p>
          <a:p>
            <a:pPr marL="457200" indent="-343080" algn="l">
              <a:lnSpc>
                <a:spcPct val="90000"/>
              </a:lnSpc>
              <a:spcBef>
                <a:spcPts val="1001"/>
              </a:spcBef>
              <a:buNone/>
            </a:pPr>
            <a:r>
              <a:rPr sz="2800" b="0" u="none">
                <a:solidFill>
                  <a:srgbClr val="001233"/>
                </a:solidFill>
                <a:latin typeface="Arial"/>
                <a:ea typeface="Arial"/>
                <a:cs typeface="Arial"/>
              </a:rPr>
              <a:t>Body Level Three</a:t>
            </a:r>
          </a:p>
          <a:p>
            <a:pPr marL="457200" indent="-343080" algn="l">
              <a:lnSpc>
                <a:spcPct val="90000"/>
              </a:lnSpc>
              <a:spcBef>
                <a:spcPts val="1001"/>
              </a:spcBef>
              <a:buNone/>
            </a:pPr>
            <a:r>
              <a:rPr sz="2800" b="0" u="none">
                <a:solidFill>
                  <a:srgbClr val="001233"/>
                </a:solidFill>
                <a:latin typeface="Arial"/>
                <a:ea typeface="Arial"/>
                <a:cs typeface="Arial"/>
              </a:rPr>
              <a:t>Body Level Four</a:t>
            </a:r>
          </a:p>
          <a:p>
            <a:pPr marL="457200" indent="-343080" algn="l">
              <a:lnSpc>
                <a:spcPct val="90000"/>
              </a:lnSpc>
              <a:spcBef>
                <a:spcPts val="1001"/>
              </a:spcBef>
              <a:buNone/>
            </a:pPr>
            <a:r>
              <a:rPr sz="2800" b="0" u="none">
                <a:solidFill>
                  <a:srgbClr val="001233"/>
                </a:solidFill>
                <a:latin typeface="Arial"/>
                <a:ea typeface="Arial"/>
                <a:cs typeface="Arial"/>
              </a:rPr>
              <a:t>Body Level Five</a:t>
            </a:r>
          </a:p>
        </p:txBody>
      </p:sp>
      <p:sp>
        <p:nvSpPr>
          <p:cNvPr id="65" name="PlaceHolder 3">
            <a:extLst>
              <a:ext uri="{FF2B5EF4-FFF2-40B4-BE49-F238E27FC236}">
                <a16:creationId xmlns:a16="http://schemas.microsoft.com/office/drawing/2014/main" id="{E76FFF76-E086-43E4-96DF-CA5A9239F711}"/>
              </a:ext>
            </a:extLst>
          </p:cNvPr>
          <p:cNvSpPr>
            <a:spLocks noGrp="1"/>
          </p:cNvSpPr>
          <p:nvPr>
            <p:ph type="body"/>
          </p:nvPr>
        </p:nvSpPr>
        <p:spPr>
          <a:xfrm>
            <a:off x="6172200" y="1825560"/>
            <a:ext cx="5180760" cy="4350600"/>
          </a:xfrm>
          <a:prstGeom prst="rect">
            <a:avLst/>
          </a:prstGeom>
          <a:noFill/>
          <a:ln w="12600">
            <a:noFill/>
          </a:ln>
        </p:spPr>
        <p:txBody>
          <a:bodyPr lIns="45720" tIns="45720" rIns="45720" bIns="45720" anchor="t">
            <a:noAutofit/>
          </a:bodyPr>
          <a:lstStyle>
            <a:lvl1pPr marL="457200" indent="-343080" algn="l">
              <a:lnSpc>
                <a:spcPct val="90000"/>
              </a:lnSpc>
              <a:spcBef>
                <a:spcPts val="1001"/>
              </a:spcBef>
              <a:buNone/>
              <a:defRPr sz="2400" b="0" u="none">
                <a:solidFill>
                  <a:srgbClr val="001233"/>
                </a:solidFill>
                <a:latin typeface="Arial"/>
                <a:ea typeface="Arial"/>
                <a:cs typeface="Arial"/>
              </a:defRPr>
            </a:lvl1pPr>
            <a:lvl2pPr algn="l">
              <a:lnSpc>
                <a:spcPct val="90000"/>
              </a:lnSpc>
              <a:spcBef>
                <a:spcPts val="1001"/>
              </a:spcBef>
              <a:buChar char="l"/>
              <a:defRPr sz="2400" b="0" u="none">
                <a:solidFill>
                  <a:srgbClr val="001233"/>
                </a:solidFill>
                <a:latin typeface="Arial"/>
                <a:ea typeface="Arial"/>
                <a:cs typeface="Arial"/>
              </a:defRPr>
            </a:lvl2pPr>
            <a:lvl3pPr algn="l">
              <a:lnSpc>
                <a:spcPct val="90000"/>
              </a:lnSpc>
              <a:spcBef>
                <a:spcPts val="1001"/>
              </a:spcBef>
              <a:buChar char="l"/>
              <a:defRPr sz="2400" b="0" u="none">
                <a:solidFill>
                  <a:srgbClr val="001233"/>
                </a:solidFill>
                <a:latin typeface="Arial"/>
                <a:ea typeface="Arial"/>
                <a:cs typeface="Arial"/>
              </a:defRPr>
            </a:lvl3pPr>
            <a:lvl4pPr algn="l">
              <a:lnSpc>
                <a:spcPct val="90000"/>
              </a:lnSpc>
              <a:spcBef>
                <a:spcPts val="1001"/>
              </a:spcBef>
              <a:buChar char="l"/>
              <a:defRPr sz="2400" b="0" u="none">
                <a:solidFill>
                  <a:srgbClr val="001233"/>
                </a:solidFill>
                <a:latin typeface="Arial"/>
                <a:ea typeface="Arial"/>
                <a:cs typeface="Arial"/>
              </a:defRPr>
            </a:lvl4pPr>
            <a:lvl5pPr algn="l">
              <a:lnSpc>
                <a:spcPct val="90000"/>
              </a:lnSpc>
              <a:spcBef>
                <a:spcPts val="1001"/>
              </a:spcBef>
              <a:buChar char="l"/>
              <a:defRPr sz="2400" b="0" u="none">
                <a:solidFill>
                  <a:srgbClr val="001233"/>
                </a:solidFill>
                <a:latin typeface="Arial"/>
                <a:ea typeface="Arial"/>
                <a:cs typeface="Arial"/>
              </a:defRPr>
            </a:lvl5pPr>
            <a:lvl6pPr algn="l">
              <a:lnSpc>
                <a:spcPct val="90000"/>
              </a:lnSpc>
              <a:spcBef>
                <a:spcPts val="283"/>
              </a:spcBef>
              <a:buChar char="l"/>
              <a:defRPr sz="2400" b="0" u="none">
                <a:solidFill>
                  <a:srgbClr val="001233"/>
                </a:solidFill>
                <a:latin typeface="Arial"/>
                <a:ea typeface="Arial"/>
                <a:cs typeface="Arial"/>
              </a:defRPr>
            </a:lvl6pPr>
            <a:lvl7pPr algn="l">
              <a:lnSpc>
                <a:spcPct val="90000"/>
              </a:lnSpc>
              <a:spcBef>
                <a:spcPts val="283"/>
              </a:spcBef>
              <a:buChar char="l"/>
              <a:defRPr sz="2400" b="0" u="none">
                <a:solidFill>
                  <a:srgbClr val="001233"/>
                </a:solidFill>
                <a:latin typeface="Arial"/>
                <a:ea typeface="Arial"/>
                <a:cs typeface="Arial"/>
              </a:defRPr>
            </a:lvl7pPr>
          </a:lstStyle>
          <a:p>
            <a:pPr marL="457200" indent="-343080" algn="l">
              <a:lnSpc>
                <a:spcPct val="90000"/>
              </a:lnSpc>
              <a:spcBef>
                <a:spcPts val="1001"/>
              </a:spcBef>
              <a:buNone/>
            </a:pPr>
            <a:r>
              <a:rPr sz="2400" b="0" u="none">
                <a:solidFill>
                  <a:srgbClr val="001233"/>
                </a:solidFill>
                <a:latin typeface="Arial"/>
                <a:ea typeface="Arial"/>
                <a:cs typeface="Arial"/>
              </a:rPr>
              <a:t>Click to edit the outline text format</a:t>
            </a:r>
          </a:p>
          <a:p>
            <a:pPr marL="457200" indent="-343080" algn="l">
              <a:lnSpc>
                <a:spcPct val="90000"/>
              </a:lnSpc>
              <a:spcBef>
                <a:spcPts val="1001"/>
              </a:spcBef>
              <a:buChar char="l"/>
            </a:pPr>
            <a:r>
              <a:rPr sz="2400" b="0" u="none">
                <a:solidFill>
                  <a:srgbClr val="001233"/>
                </a:solidFill>
                <a:latin typeface="Arial"/>
                <a:ea typeface="Arial"/>
                <a:cs typeface="Arial"/>
              </a:rPr>
              <a:t>Second Outline Level</a:t>
            </a:r>
          </a:p>
          <a:p>
            <a:pPr marL="457200" indent="-343080" algn="l">
              <a:lnSpc>
                <a:spcPct val="90000"/>
              </a:lnSpc>
              <a:spcBef>
                <a:spcPts val="1001"/>
              </a:spcBef>
              <a:buChar char="l"/>
            </a:pPr>
            <a:r>
              <a:rPr sz="2400" b="0" u="none">
                <a:solidFill>
                  <a:srgbClr val="001233"/>
                </a:solidFill>
                <a:latin typeface="Arial"/>
                <a:ea typeface="Arial"/>
                <a:cs typeface="Arial"/>
              </a:rPr>
              <a:t>Third Outline Level</a:t>
            </a:r>
          </a:p>
          <a:p>
            <a:pPr marL="457200" indent="-343080" algn="l">
              <a:lnSpc>
                <a:spcPct val="90000"/>
              </a:lnSpc>
              <a:spcBef>
                <a:spcPts val="1001"/>
              </a:spcBef>
              <a:buChar char="l"/>
            </a:pPr>
            <a:r>
              <a:rPr sz="2400" b="0" u="none">
                <a:solidFill>
                  <a:srgbClr val="001233"/>
                </a:solidFill>
                <a:latin typeface="Arial"/>
                <a:ea typeface="Arial"/>
                <a:cs typeface="Arial"/>
              </a:rPr>
              <a:t>Fourth Outline Level</a:t>
            </a:r>
          </a:p>
          <a:p>
            <a:pPr marL="457200" indent="-343080" algn="l">
              <a:lnSpc>
                <a:spcPct val="90000"/>
              </a:lnSpc>
              <a:spcBef>
                <a:spcPts val="1001"/>
              </a:spcBef>
              <a:buChar char="l"/>
            </a:pPr>
            <a:r>
              <a:rPr sz="2400" b="0" u="none">
                <a:solidFill>
                  <a:srgbClr val="001233"/>
                </a:solidFill>
                <a:latin typeface="Arial"/>
                <a:ea typeface="Arial"/>
                <a:cs typeface="Arial"/>
              </a:rPr>
              <a:t>Fifth Outline Level</a:t>
            </a:r>
          </a:p>
          <a:p>
            <a:pPr marL="457200" indent="-343080" algn="l">
              <a:lnSpc>
                <a:spcPct val="90000"/>
              </a:lnSpc>
              <a:spcBef>
                <a:spcPts val="283"/>
              </a:spcBef>
              <a:buChar char="l"/>
            </a:pPr>
            <a:r>
              <a:rPr sz="2400" b="0" u="none">
                <a:solidFill>
                  <a:srgbClr val="001233"/>
                </a:solidFill>
                <a:latin typeface="Arial"/>
                <a:ea typeface="Arial"/>
                <a:cs typeface="Arial"/>
              </a:rPr>
              <a:t>Sixth Outline Level</a:t>
            </a:r>
          </a:p>
          <a:p>
            <a:pPr marL="457200" indent="-343080" algn="l">
              <a:lnSpc>
                <a:spcPct val="90000"/>
              </a:lnSpc>
              <a:spcBef>
                <a:spcPts val="283"/>
              </a:spcBef>
              <a:buChar char="l"/>
            </a:pPr>
            <a:r>
              <a:rPr sz="2400" b="0" u="none">
                <a:solidFill>
                  <a:srgbClr val="001233"/>
                </a:solidFill>
                <a:latin typeface="Arial"/>
                <a:ea typeface="Arial"/>
                <a:cs typeface="Arial"/>
              </a:rPr>
              <a:t>Seventh Outline Level</a:t>
            </a:r>
          </a:p>
        </p:txBody>
      </p:sp>
      <p:sp>
        <p:nvSpPr>
          <p:cNvPr id="66" name="PlaceHolder 4">
            <a:extLst>
              <a:ext uri="{FF2B5EF4-FFF2-40B4-BE49-F238E27FC236}">
                <a16:creationId xmlns:a16="http://schemas.microsoft.com/office/drawing/2014/main" id="{479A3673-A384-43B0-9401-E4610043030D}"/>
              </a:ext>
            </a:extLst>
          </p:cNvPr>
          <p:cNvSpPr>
            <a:spLocks noGrp="1"/>
          </p:cNvSpPr>
          <p:nvPr>
            <p:ph type="sldNum" idx="6"/>
          </p:nvPr>
        </p:nvSpPr>
        <p:spPr>
          <a:xfrm>
            <a:off x="11080080" y="6406920"/>
            <a:ext cx="272880" cy="263520"/>
          </a:xfrm>
          <a:prstGeom prst="rect">
            <a:avLst/>
          </a:prstGeom>
          <a:noFill/>
          <a:ln w="12600">
            <a:noFill/>
          </a:ln>
        </p:spPr>
        <p:txBody>
          <a:bodyPr lIns="45720" tIns="45720" rIns="45720" bIns="45720" anchor="ctr">
            <a:noAutofit/>
          </a:bodyPr>
          <a:lstStyle>
            <a:lvl1pPr indent="0" algn="r">
              <a:lnSpc>
                <a:spcPct val="100000"/>
              </a:lnSpc>
              <a:buNone/>
              <a:defRPr sz="1200" b="0" u="none">
                <a:solidFill>
                  <a:srgbClr val="88888D"/>
                </a:solidFill>
                <a:latin typeface="Arial"/>
                <a:ea typeface="Arial"/>
                <a:cs typeface="Arial"/>
              </a:defRPr>
            </a:lvl1pPr>
          </a:lstStyle>
          <a:p>
            <a:pPr indent="0" algn="r">
              <a:lnSpc>
                <a:spcPct val="100000"/>
              </a:lnSpc>
              <a:buNone/>
            </a:pPr>
            <a:fld id="{0E9316FA-C683-4228-BBCB-255820E01EF5}" type="slidenum">
              <a:rPr sz="1200" b="0" u="none">
                <a:solidFill>
                  <a:srgbClr val="88888D"/>
                </a:solidFill>
                <a:latin typeface="Arial"/>
                <a:ea typeface="Arial"/>
                <a:cs typeface="Arial"/>
              </a:rPr>
              <a:t>‹#›</a:t>
            </a:fld>
            <a:endParaRPr sz="1200" b="0" u="none">
              <a:solidFill>
                <a:srgbClr val="88888D"/>
              </a:solidFill>
              <a:latin typeface="Arial"/>
              <a:ea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ERTICAL_TEXT">
    <p:bg>
      <p:bgPr>
        <a:solidFill>
          <a:srgbClr val="FFFFFF"/>
        </a:solidFill>
        <a:effectLst/>
      </p:bgPr>
    </p:bg>
    <p:spTree>
      <p:nvGrpSpPr>
        <p:cNvPr id="1" name=""/>
        <p:cNvGrpSpPr/>
        <p:nvPr/>
      </p:nvGrpSpPr>
      <p:grpSpPr>
        <a:xfrm>
          <a:off x="0" y="0"/>
          <a:ext cx="0" cy="0"/>
          <a:chOff x="0" y="0"/>
          <a:chExt cx="0" cy="0"/>
        </a:xfrm>
      </p:grpSpPr>
      <p:pic>
        <p:nvPicPr>
          <p:cNvPr id="2" name="Google Shape;37;p3" hidden="1"/>
          <p:cNvPicPr>
            <a:picLocks noChangeAspect="1"/>
          </p:cNvPicPr>
          <p:nvPr/>
        </p:nvPicPr>
        <p:blipFill>
          <a:blip r:embed="rId2"/>
          <a:srcRect l="8600" t="17401" r="11111" b="17855"/>
          <a:stretch/>
        </p:blipFill>
        <p:spPr>
          <a:xfrm>
            <a:off x="11563200" y="195840"/>
            <a:ext cx="564840" cy="455400"/>
          </a:xfrm>
          <a:prstGeom prst="rect">
            <a:avLst/>
          </a:prstGeom>
          <a:ln w="12700">
            <a:noFill/>
          </a:ln>
        </p:spPr>
      </p:pic>
      <p:sp>
        <p:nvSpPr>
          <p:cNvPr id="68" name="Google Shape;38;p3" hidden="1">
            <a:extLst>
              <a:ext uri="{FF2B5EF4-FFF2-40B4-BE49-F238E27FC236}">
                <a16:creationId xmlns:a16="http://schemas.microsoft.com/office/drawing/2014/main" id="{66F003B2-392B-4AC1-8A82-263E9314D475}"/>
              </a:ext>
            </a:extLst>
          </p:cNvPr>
          <p:cNvSpPr>
            <a:spLocks noGrp="1"/>
          </p:cNvSpPr>
          <p:nvPr/>
        </p:nvSpPr>
        <p:spPr>
          <a:xfrm>
            <a:off x="0" y="0"/>
            <a:ext cx="12191400" cy="135720"/>
          </a:xfrm>
          <a:prstGeom prst="rect">
            <a:avLst/>
          </a:prstGeom>
          <a:solidFill>
            <a:srgbClr val="D2E1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69" name="Google Shape;39;p3" hidden="1">
            <a:extLst>
              <a:ext uri="{FF2B5EF4-FFF2-40B4-BE49-F238E27FC236}">
                <a16:creationId xmlns:a16="http://schemas.microsoft.com/office/drawing/2014/main" id="{4D42656C-92B3-43FA-90B9-B2C26B57A839}"/>
              </a:ext>
            </a:extLst>
          </p:cNvPr>
          <p:cNvSpPr>
            <a:spLocks noGrp="1"/>
          </p:cNvSpPr>
          <p:nvPr/>
        </p:nvSpPr>
        <p:spPr>
          <a:xfrm>
            <a:off x="0" y="0"/>
            <a:ext cx="380160" cy="6857280"/>
          </a:xfrm>
          <a:prstGeom prst="rect">
            <a:avLst/>
          </a:prstGeom>
          <a:solidFill>
            <a:schemeClr val="accent1"/>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70" name="Google Shape;40;p3" hidden="1">
            <a:extLst>
              <a:ext uri="{FF2B5EF4-FFF2-40B4-BE49-F238E27FC236}">
                <a16:creationId xmlns:a16="http://schemas.microsoft.com/office/drawing/2014/main" id="{EF5597BA-28E6-4FB6-954B-94E7E087624C}"/>
              </a:ext>
            </a:extLst>
          </p:cNvPr>
          <p:cNvSpPr>
            <a:spLocks noGrp="1"/>
          </p:cNvSpPr>
          <p:nvPr/>
        </p:nvSpPr>
        <p:spPr>
          <a:xfrm>
            <a:off x="0" y="0"/>
            <a:ext cx="302040" cy="6857280"/>
          </a:xfrm>
          <a:prstGeom prst="rect">
            <a:avLst/>
          </a:prstGeom>
          <a:solidFill>
            <a:srgbClr val="001845"/>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71" name="Google Shape;41;p3" hidden="1">
            <a:extLst>
              <a:ext uri="{FF2B5EF4-FFF2-40B4-BE49-F238E27FC236}">
                <a16:creationId xmlns:a16="http://schemas.microsoft.com/office/drawing/2014/main" id="{95A1A12D-CD21-4835-AC3F-626EF409AC1A}"/>
              </a:ext>
            </a:extLst>
          </p:cNvPr>
          <p:cNvSpPr>
            <a:spLocks noGrp="1"/>
          </p:cNvSpPr>
          <p:nvPr/>
        </p:nvSpPr>
        <p:spPr>
          <a:xfrm>
            <a:off x="0" y="0"/>
            <a:ext cx="380160" cy="135720"/>
          </a:xfrm>
          <a:prstGeom prst="rect">
            <a:avLst/>
          </a:prstGeom>
          <a:solidFill>
            <a:srgbClr val="77BAFC"/>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72" name="Google Shape;42;p3" hidden="1">
            <a:extLst>
              <a:ext uri="{FF2B5EF4-FFF2-40B4-BE49-F238E27FC236}">
                <a16:creationId xmlns:a16="http://schemas.microsoft.com/office/drawing/2014/main" id="{095E4B33-AD3F-4940-9643-67C15C5BF176}"/>
              </a:ext>
            </a:extLst>
          </p:cNvPr>
          <p:cNvSpPr>
            <a:spLocks noGrp="1"/>
          </p:cNvSpPr>
          <p:nvPr/>
        </p:nvSpPr>
        <p:spPr>
          <a:xfrm>
            <a:off x="0" y="0"/>
            <a:ext cx="302040" cy="135720"/>
          </a:xfrm>
          <a:prstGeom prst="rect">
            <a:avLst/>
          </a:prstGeom>
          <a:solidFill>
            <a:srgbClr val="2269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73" name="PlaceHolder 1">
            <a:extLst>
              <a:ext uri="{FF2B5EF4-FFF2-40B4-BE49-F238E27FC236}">
                <a16:creationId xmlns:a16="http://schemas.microsoft.com/office/drawing/2014/main" id="{56D1F48C-3584-49B8-A012-111D11B3ADD5}"/>
              </a:ext>
            </a:extLst>
          </p:cNvPr>
          <p:cNvSpPr>
            <a:spLocks noGrp="1"/>
          </p:cNvSpPr>
          <p:nvPr>
            <p:ph type="title"/>
          </p:nvPr>
        </p:nvSpPr>
        <p:spPr>
          <a:xfrm>
            <a:off x="838080" y="365040"/>
            <a:ext cx="10514880" cy="1324800"/>
          </a:xfrm>
          <a:prstGeom prst="rect">
            <a:avLst/>
          </a:prstGeom>
          <a:noFill/>
          <a:ln w="12600">
            <a:noFill/>
          </a:ln>
        </p:spPr>
        <p:txBody>
          <a:bodyPr lIns="45720" tIns="45720" rIns="45720" bIns="45720" anchor="ctr">
            <a:noAutofit/>
          </a:bodyPr>
          <a:lstStyle>
            <a:lvl1pPr indent="0" algn="l">
              <a:lnSpc>
                <a:spcPct val="90000"/>
              </a:lnSpc>
              <a:buNone/>
              <a:defRPr sz="4400" b="0" u="none">
                <a:solidFill>
                  <a:srgbClr val="001233"/>
                </a:solidFill>
                <a:latin typeface="Arial"/>
                <a:ea typeface="Arial"/>
                <a:cs typeface="Arial"/>
              </a:defRPr>
            </a:lvl1pPr>
          </a:lstStyle>
          <a:p>
            <a:pPr indent="0" algn="l">
              <a:lnSpc>
                <a:spcPct val="90000"/>
              </a:lnSpc>
              <a:buNone/>
            </a:pPr>
            <a:r>
              <a:rPr sz="4400" b="0" u="none">
                <a:solidFill>
                  <a:srgbClr val="001233"/>
                </a:solidFill>
                <a:latin typeface="Arial"/>
                <a:ea typeface="Arial"/>
                <a:cs typeface="Arial"/>
              </a:rPr>
              <a:t>Title Text</a:t>
            </a:r>
          </a:p>
        </p:txBody>
      </p:sp>
      <p:sp>
        <p:nvSpPr>
          <p:cNvPr id="74" name="PlaceHolder 2">
            <a:extLst>
              <a:ext uri="{FF2B5EF4-FFF2-40B4-BE49-F238E27FC236}">
                <a16:creationId xmlns:a16="http://schemas.microsoft.com/office/drawing/2014/main" id="{9C9BA0C4-32DA-452E-B91A-65F65AEA239D}"/>
              </a:ext>
            </a:extLst>
          </p:cNvPr>
          <p:cNvSpPr>
            <a:spLocks noGrp="1"/>
          </p:cNvSpPr>
          <p:nvPr>
            <p:ph type="body"/>
          </p:nvPr>
        </p:nvSpPr>
        <p:spPr>
          <a:xfrm rot="5400000">
            <a:off x="3920760" y="-1256040"/>
            <a:ext cx="4350600" cy="10514880"/>
          </a:xfrm>
          <a:prstGeom prst="rect">
            <a:avLst/>
          </a:prstGeom>
          <a:noFill/>
          <a:ln w="12600">
            <a:noFill/>
          </a:ln>
        </p:spPr>
        <p:txBody>
          <a:bodyPr lIns="45720" tIns="45720" rIns="45720" bIns="45720" anchor="t">
            <a:noAutofit/>
          </a:bodyPr>
          <a:lstStyle>
            <a:lvl1pPr marL="457200" indent="-343080" algn="l">
              <a:lnSpc>
                <a:spcPct val="90000"/>
              </a:lnSpc>
              <a:spcBef>
                <a:spcPts val="1001"/>
              </a:spcBef>
              <a:buNone/>
              <a:defRPr sz="2800" b="0" u="none">
                <a:solidFill>
                  <a:srgbClr val="001233"/>
                </a:solidFill>
                <a:latin typeface="Arial"/>
                <a:ea typeface="Arial"/>
                <a:cs typeface="Arial"/>
              </a:defRPr>
            </a:lvl1pPr>
            <a:lvl2pPr marL="457200" indent="-343080" algn="l">
              <a:lnSpc>
                <a:spcPct val="90000"/>
              </a:lnSpc>
              <a:spcBef>
                <a:spcPts val="1001"/>
              </a:spcBef>
              <a:buNone/>
              <a:defRPr sz="2800" b="0" u="none">
                <a:solidFill>
                  <a:srgbClr val="001233"/>
                </a:solidFill>
                <a:latin typeface="Arial"/>
                <a:ea typeface="Arial"/>
                <a:cs typeface="Arial"/>
              </a:defRPr>
            </a:lvl2pPr>
            <a:lvl3pPr marL="457200" indent="-343080" algn="l">
              <a:lnSpc>
                <a:spcPct val="90000"/>
              </a:lnSpc>
              <a:spcBef>
                <a:spcPts val="1001"/>
              </a:spcBef>
              <a:buNone/>
              <a:defRPr sz="2800" b="0" u="none">
                <a:solidFill>
                  <a:srgbClr val="001233"/>
                </a:solidFill>
                <a:latin typeface="Arial"/>
                <a:ea typeface="Arial"/>
                <a:cs typeface="Arial"/>
              </a:defRPr>
            </a:lvl3pPr>
            <a:lvl4pPr marL="457200" indent="-343080" algn="l">
              <a:lnSpc>
                <a:spcPct val="90000"/>
              </a:lnSpc>
              <a:spcBef>
                <a:spcPts val="1001"/>
              </a:spcBef>
              <a:buNone/>
              <a:defRPr sz="2800" b="0" u="none">
                <a:solidFill>
                  <a:srgbClr val="001233"/>
                </a:solidFill>
                <a:latin typeface="Arial"/>
                <a:ea typeface="Arial"/>
                <a:cs typeface="Arial"/>
              </a:defRPr>
            </a:lvl4pPr>
            <a:lvl5pPr marL="457200" indent="-343080" algn="l">
              <a:lnSpc>
                <a:spcPct val="90000"/>
              </a:lnSpc>
              <a:spcBef>
                <a:spcPts val="1001"/>
              </a:spcBef>
              <a:buNone/>
              <a:defRPr sz="2800" b="0" u="none">
                <a:solidFill>
                  <a:srgbClr val="001233"/>
                </a:solidFill>
                <a:latin typeface="Arial"/>
                <a:ea typeface="Arial"/>
                <a:cs typeface="Arial"/>
              </a:defRPr>
            </a:lvl5pPr>
          </a:lstStyle>
          <a:p>
            <a:pPr marL="457200" indent="-343080" algn="l">
              <a:lnSpc>
                <a:spcPct val="90000"/>
              </a:lnSpc>
              <a:spcBef>
                <a:spcPts val="1001"/>
              </a:spcBef>
              <a:buNone/>
            </a:pPr>
            <a:r>
              <a:rPr sz="2800" b="0" u="none">
                <a:solidFill>
                  <a:srgbClr val="001233"/>
                </a:solidFill>
                <a:latin typeface="Arial"/>
                <a:ea typeface="Arial"/>
                <a:cs typeface="Arial"/>
              </a:rPr>
              <a:t>Body Level One</a:t>
            </a:r>
          </a:p>
          <a:p>
            <a:pPr marL="457200" indent="-343080" algn="l">
              <a:lnSpc>
                <a:spcPct val="90000"/>
              </a:lnSpc>
              <a:spcBef>
                <a:spcPts val="1001"/>
              </a:spcBef>
              <a:buNone/>
            </a:pPr>
            <a:r>
              <a:rPr sz="2800" b="0" u="none">
                <a:solidFill>
                  <a:srgbClr val="001233"/>
                </a:solidFill>
                <a:latin typeface="Arial"/>
                <a:ea typeface="Arial"/>
                <a:cs typeface="Arial"/>
              </a:rPr>
              <a:t>Body Level Two</a:t>
            </a:r>
          </a:p>
          <a:p>
            <a:pPr marL="457200" indent="-343080" algn="l">
              <a:lnSpc>
                <a:spcPct val="90000"/>
              </a:lnSpc>
              <a:spcBef>
                <a:spcPts val="1001"/>
              </a:spcBef>
              <a:buNone/>
            </a:pPr>
            <a:r>
              <a:rPr sz="2800" b="0" u="none">
                <a:solidFill>
                  <a:srgbClr val="001233"/>
                </a:solidFill>
                <a:latin typeface="Arial"/>
                <a:ea typeface="Arial"/>
                <a:cs typeface="Arial"/>
              </a:rPr>
              <a:t>Body Level Three</a:t>
            </a:r>
          </a:p>
          <a:p>
            <a:pPr marL="457200" indent="-343080" algn="l">
              <a:lnSpc>
                <a:spcPct val="90000"/>
              </a:lnSpc>
              <a:spcBef>
                <a:spcPts val="1001"/>
              </a:spcBef>
              <a:buNone/>
            </a:pPr>
            <a:r>
              <a:rPr sz="2800" b="0" u="none">
                <a:solidFill>
                  <a:srgbClr val="001233"/>
                </a:solidFill>
                <a:latin typeface="Arial"/>
                <a:ea typeface="Arial"/>
                <a:cs typeface="Arial"/>
              </a:rPr>
              <a:t>Body Level Four</a:t>
            </a:r>
          </a:p>
          <a:p>
            <a:pPr marL="457200" indent="-343080" algn="l">
              <a:lnSpc>
                <a:spcPct val="90000"/>
              </a:lnSpc>
              <a:spcBef>
                <a:spcPts val="1001"/>
              </a:spcBef>
              <a:buNone/>
            </a:pPr>
            <a:r>
              <a:rPr sz="2800" b="0" u="none">
                <a:solidFill>
                  <a:srgbClr val="001233"/>
                </a:solidFill>
                <a:latin typeface="Arial"/>
                <a:ea typeface="Arial"/>
                <a:cs typeface="Arial"/>
              </a:rPr>
              <a:t>Body Level Five</a:t>
            </a:r>
          </a:p>
        </p:txBody>
      </p:sp>
      <p:sp>
        <p:nvSpPr>
          <p:cNvPr id="75" name="PlaceHolder 3">
            <a:extLst>
              <a:ext uri="{FF2B5EF4-FFF2-40B4-BE49-F238E27FC236}">
                <a16:creationId xmlns:a16="http://schemas.microsoft.com/office/drawing/2014/main" id="{59AD5FB7-DD85-4D12-BB9F-BE4218366CF9}"/>
              </a:ext>
            </a:extLst>
          </p:cNvPr>
          <p:cNvSpPr>
            <a:spLocks noGrp="1"/>
          </p:cNvSpPr>
          <p:nvPr>
            <p:ph type="sldNum" idx="7"/>
          </p:nvPr>
        </p:nvSpPr>
        <p:spPr>
          <a:xfrm>
            <a:off x="11080080" y="6406920"/>
            <a:ext cx="272880" cy="263520"/>
          </a:xfrm>
          <a:prstGeom prst="rect">
            <a:avLst/>
          </a:prstGeom>
          <a:noFill/>
          <a:ln w="12600">
            <a:noFill/>
          </a:ln>
        </p:spPr>
        <p:txBody>
          <a:bodyPr lIns="45720" tIns="45720" rIns="45720" bIns="45720" anchor="ctr">
            <a:noAutofit/>
          </a:bodyPr>
          <a:lstStyle>
            <a:lvl1pPr indent="0" algn="r">
              <a:lnSpc>
                <a:spcPct val="100000"/>
              </a:lnSpc>
              <a:buNone/>
              <a:defRPr sz="1200" b="0" u="none">
                <a:solidFill>
                  <a:srgbClr val="88888D"/>
                </a:solidFill>
                <a:latin typeface="Arial"/>
                <a:ea typeface="Arial"/>
                <a:cs typeface="Arial"/>
              </a:defRPr>
            </a:lvl1pPr>
          </a:lstStyle>
          <a:p>
            <a:pPr indent="0" algn="r">
              <a:lnSpc>
                <a:spcPct val="100000"/>
              </a:lnSpc>
              <a:buNone/>
            </a:pPr>
            <a:fld id="{A0B5A9FD-855D-42E5-B0D2-15A7191B62BB}" type="slidenum">
              <a:rPr sz="1200" b="0" u="none">
                <a:solidFill>
                  <a:srgbClr val="88888D"/>
                </a:solidFill>
                <a:latin typeface="Arial"/>
                <a:ea typeface="Arial"/>
                <a:cs typeface="Arial"/>
              </a:rPr>
              <a:t>‹#›</a:t>
            </a:fld>
            <a:endParaRPr sz="1200" b="0" u="none">
              <a:solidFill>
                <a:srgbClr val="88888D"/>
              </a:solidFill>
              <a:latin typeface="Arial"/>
              <a:ea typeface="Arial"/>
              <a:cs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PICTURE_WITH_CAPTION_TEXT">
    <p:bg>
      <p:bgPr>
        <a:solidFill>
          <a:srgbClr val="FFFFFF"/>
        </a:solidFill>
        <a:effectLst/>
      </p:bgPr>
    </p:bg>
    <p:spTree>
      <p:nvGrpSpPr>
        <p:cNvPr id="1" name=""/>
        <p:cNvGrpSpPr/>
        <p:nvPr/>
      </p:nvGrpSpPr>
      <p:grpSpPr>
        <a:xfrm>
          <a:off x="0" y="0"/>
          <a:ext cx="0" cy="0"/>
          <a:chOff x="0" y="0"/>
          <a:chExt cx="0" cy="0"/>
        </a:xfrm>
      </p:grpSpPr>
      <p:pic>
        <p:nvPicPr>
          <p:cNvPr id="2" name="Google Shape;37;p3" hidden="1"/>
          <p:cNvPicPr>
            <a:picLocks noChangeAspect="1"/>
          </p:cNvPicPr>
          <p:nvPr/>
        </p:nvPicPr>
        <p:blipFill>
          <a:blip r:embed="rId2"/>
          <a:srcRect l="8600" t="17401" r="11111" b="17855"/>
          <a:stretch/>
        </p:blipFill>
        <p:spPr>
          <a:xfrm>
            <a:off x="11563200" y="195840"/>
            <a:ext cx="564840" cy="455400"/>
          </a:xfrm>
          <a:prstGeom prst="rect">
            <a:avLst/>
          </a:prstGeom>
          <a:ln w="12700">
            <a:noFill/>
          </a:ln>
        </p:spPr>
      </p:pic>
      <p:sp>
        <p:nvSpPr>
          <p:cNvPr id="77" name="Google Shape;38;p3" hidden="1">
            <a:extLst>
              <a:ext uri="{FF2B5EF4-FFF2-40B4-BE49-F238E27FC236}">
                <a16:creationId xmlns:a16="http://schemas.microsoft.com/office/drawing/2014/main" id="{51323F2A-FBEA-41F4-846B-B748DAA6755F}"/>
              </a:ext>
            </a:extLst>
          </p:cNvPr>
          <p:cNvSpPr>
            <a:spLocks noGrp="1"/>
          </p:cNvSpPr>
          <p:nvPr/>
        </p:nvSpPr>
        <p:spPr>
          <a:xfrm>
            <a:off x="0" y="0"/>
            <a:ext cx="12191400" cy="135720"/>
          </a:xfrm>
          <a:prstGeom prst="rect">
            <a:avLst/>
          </a:prstGeom>
          <a:solidFill>
            <a:srgbClr val="D2E1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78" name="Google Shape;39;p3" hidden="1">
            <a:extLst>
              <a:ext uri="{FF2B5EF4-FFF2-40B4-BE49-F238E27FC236}">
                <a16:creationId xmlns:a16="http://schemas.microsoft.com/office/drawing/2014/main" id="{A3F309CB-0CC8-41D7-A505-59ADC3360378}"/>
              </a:ext>
            </a:extLst>
          </p:cNvPr>
          <p:cNvSpPr>
            <a:spLocks noGrp="1"/>
          </p:cNvSpPr>
          <p:nvPr/>
        </p:nvSpPr>
        <p:spPr>
          <a:xfrm>
            <a:off x="0" y="0"/>
            <a:ext cx="380160" cy="6857280"/>
          </a:xfrm>
          <a:prstGeom prst="rect">
            <a:avLst/>
          </a:prstGeom>
          <a:solidFill>
            <a:schemeClr val="accent1"/>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79" name="Google Shape;40;p3" hidden="1">
            <a:extLst>
              <a:ext uri="{FF2B5EF4-FFF2-40B4-BE49-F238E27FC236}">
                <a16:creationId xmlns:a16="http://schemas.microsoft.com/office/drawing/2014/main" id="{68897EBE-E71D-4CA5-9030-1F67C5AC1854}"/>
              </a:ext>
            </a:extLst>
          </p:cNvPr>
          <p:cNvSpPr>
            <a:spLocks noGrp="1"/>
          </p:cNvSpPr>
          <p:nvPr/>
        </p:nvSpPr>
        <p:spPr>
          <a:xfrm>
            <a:off x="0" y="0"/>
            <a:ext cx="302040" cy="6857280"/>
          </a:xfrm>
          <a:prstGeom prst="rect">
            <a:avLst/>
          </a:prstGeom>
          <a:solidFill>
            <a:srgbClr val="001845"/>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80" name="Google Shape;41;p3" hidden="1">
            <a:extLst>
              <a:ext uri="{FF2B5EF4-FFF2-40B4-BE49-F238E27FC236}">
                <a16:creationId xmlns:a16="http://schemas.microsoft.com/office/drawing/2014/main" id="{8FD9F63A-A5C6-4C51-8975-23A5CDAC9AAC}"/>
              </a:ext>
            </a:extLst>
          </p:cNvPr>
          <p:cNvSpPr>
            <a:spLocks noGrp="1"/>
          </p:cNvSpPr>
          <p:nvPr/>
        </p:nvSpPr>
        <p:spPr>
          <a:xfrm>
            <a:off x="0" y="0"/>
            <a:ext cx="380160" cy="135720"/>
          </a:xfrm>
          <a:prstGeom prst="rect">
            <a:avLst/>
          </a:prstGeom>
          <a:solidFill>
            <a:srgbClr val="77BAFC"/>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81" name="Google Shape;42;p3" hidden="1">
            <a:extLst>
              <a:ext uri="{FF2B5EF4-FFF2-40B4-BE49-F238E27FC236}">
                <a16:creationId xmlns:a16="http://schemas.microsoft.com/office/drawing/2014/main" id="{AEA028BE-2CDB-4CC8-8C3A-262BE92B962A}"/>
              </a:ext>
            </a:extLst>
          </p:cNvPr>
          <p:cNvSpPr>
            <a:spLocks noGrp="1"/>
          </p:cNvSpPr>
          <p:nvPr/>
        </p:nvSpPr>
        <p:spPr>
          <a:xfrm>
            <a:off x="0" y="0"/>
            <a:ext cx="302040" cy="135720"/>
          </a:xfrm>
          <a:prstGeom prst="rect">
            <a:avLst/>
          </a:prstGeom>
          <a:solidFill>
            <a:srgbClr val="2269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82" name="PlaceHolder 1">
            <a:extLst>
              <a:ext uri="{FF2B5EF4-FFF2-40B4-BE49-F238E27FC236}">
                <a16:creationId xmlns:a16="http://schemas.microsoft.com/office/drawing/2014/main" id="{86FBE741-A416-4CD4-BAB2-106BEEA8DEA4}"/>
              </a:ext>
            </a:extLst>
          </p:cNvPr>
          <p:cNvSpPr>
            <a:spLocks noGrp="1"/>
          </p:cNvSpPr>
          <p:nvPr>
            <p:ph type="title"/>
          </p:nvPr>
        </p:nvSpPr>
        <p:spPr>
          <a:xfrm>
            <a:off x="839880" y="457200"/>
            <a:ext cx="3931560" cy="1599480"/>
          </a:xfrm>
          <a:prstGeom prst="rect">
            <a:avLst/>
          </a:prstGeom>
          <a:noFill/>
          <a:ln w="12600">
            <a:noFill/>
          </a:ln>
        </p:spPr>
        <p:txBody>
          <a:bodyPr lIns="45720" tIns="45720" rIns="45720" bIns="45720" anchor="b">
            <a:noAutofit/>
          </a:bodyPr>
          <a:lstStyle>
            <a:lvl1pPr indent="0" algn="l">
              <a:lnSpc>
                <a:spcPct val="90000"/>
              </a:lnSpc>
              <a:buNone/>
              <a:defRPr sz="3200" b="0" u="none">
                <a:solidFill>
                  <a:srgbClr val="001233"/>
                </a:solidFill>
                <a:latin typeface="Arial"/>
                <a:ea typeface="Arial"/>
                <a:cs typeface="Arial"/>
              </a:defRPr>
            </a:lvl1pPr>
          </a:lstStyle>
          <a:p>
            <a:pPr indent="0" algn="l">
              <a:lnSpc>
                <a:spcPct val="90000"/>
              </a:lnSpc>
              <a:buNone/>
            </a:pPr>
            <a:r>
              <a:rPr sz="3200" b="0" u="none">
                <a:solidFill>
                  <a:srgbClr val="001233"/>
                </a:solidFill>
                <a:latin typeface="Arial"/>
                <a:ea typeface="Arial"/>
                <a:cs typeface="Arial"/>
              </a:rPr>
              <a:t>Title Text</a:t>
            </a:r>
          </a:p>
        </p:txBody>
      </p:sp>
      <p:sp>
        <p:nvSpPr>
          <p:cNvPr id="83" name="PlaceHolder 2">
            <a:extLst>
              <a:ext uri="{FF2B5EF4-FFF2-40B4-BE49-F238E27FC236}">
                <a16:creationId xmlns:a16="http://schemas.microsoft.com/office/drawing/2014/main" id="{FCFA38AA-84D9-4564-89B2-E2F730AAE3AB}"/>
              </a:ext>
            </a:extLst>
          </p:cNvPr>
          <p:cNvSpPr>
            <a:spLocks noGrp="1"/>
          </p:cNvSpPr>
          <p:nvPr>
            <p:ph type="body"/>
          </p:nvPr>
        </p:nvSpPr>
        <p:spPr>
          <a:xfrm>
            <a:off x="5183280" y="987480"/>
            <a:ext cx="6171480" cy="4872960"/>
          </a:xfrm>
          <a:prstGeom prst="rect">
            <a:avLst/>
          </a:prstGeom>
          <a:noFill/>
          <a:ln w="0">
            <a:noFill/>
          </a:ln>
        </p:spPr>
        <p:txBody>
          <a:bodyPr lIns="91440" tIns="45720" rIns="91440" bIns="45720" anchor="t">
            <a:noAutofit/>
          </a:bodyPr>
          <a:lstStyle>
            <a:lvl1pPr algn="l">
              <a:lnSpc>
                <a:spcPct val="90000"/>
              </a:lnSpc>
              <a:spcBef>
                <a:spcPts val="1001"/>
              </a:spcBef>
              <a:buChar char="l"/>
              <a:defRPr sz="1800" b="0" u="none">
                <a:solidFill>
                  <a:srgbClr val="001233"/>
                </a:solidFill>
                <a:latin typeface="Arial"/>
                <a:ea typeface="Arial"/>
                <a:cs typeface="Arial"/>
              </a:defRPr>
            </a:lvl1pPr>
            <a:lvl2pPr algn="l">
              <a:lnSpc>
                <a:spcPct val="90000"/>
              </a:lnSpc>
              <a:spcBef>
                <a:spcPts val="1001"/>
              </a:spcBef>
              <a:buChar char="l"/>
              <a:defRPr sz="1800" b="0" u="none">
                <a:solidFill>
                  <a:srgbClr val="001233"/>
                </a:solidFill>
                <a:latin typeface="Arial"/>
                <a:ea typeface="Arial"/>
                <a:cs typeface="Arial"/>
              </a:defRPr>
            </a:lvl2pPr>
            <a:lvl3pPr algn="l">
              <a:lnSpc>
                <a:spcPct val="90000"/>
              </a:lnSpc>
              <a:spcBef>
                <a:spcPts val="1001"/>
              </a:spcBef>
              <a:buChar char="l"/>
              <a:defRPr sz="1800" b="0" u="none">
                <a:solidFill>
                  <a:srgbClr val="001233"/>
                </a:solidFill>
                <a:latin typeface="Arial"/>
                <a:ea typeface="Arial"/>
                <a:cs typeface="Arial"/>
              </a:defRPr>
            </a:lvl3pPr>
            <a:lvl4pPr algn="l">
              <a:lnSpc>
                <a:spcPct val="90000"/>
              </a:lnSpc>
              <a:spcBef>
                <a:spcPts val="1001"/>
              </a:spcBef>
              <a:buChar char="l"/>
              <a:defRPr sz="1800" b="0" u="none">
                <a:solidFill>
                  <a:srgbClr val="001233"/>
                </a:solidFill>
                <a:latin typeface="Arial"/>
                <a:ea typeface="Arial"/>
                <a:cs typeface="Arial"/>
              </a:defRPr>
            </a:lvl4pPr>
            <a:lvl5pPr algn="l">
              <a:lnSpc>
                <a:spcPct val="90000"/>
              </a:lnSpc>
              <a:spcBef>
                <a:spcPts val="1001"/>
              </a:spcBef>
              <a:buChar char="l"/>
              <a:defRPr sz="1800" b="0" u="none">
                <a:solidFill>
                  <a:srgbClr val="001233"/>
                </a:solidFill>
                <a:latin typeface="Arial"/>
                <a:ea typeface="Arial"/>
                <a:cs typeface="Arial"/>
              </a:defRPr>
            </a:lvl5pPr>
            <a:lvl6pPr algn="l">
              <a:lnSpc>
                <a:spcPct val="90000"/>
              </a:lnSpc>
              <a:spcBef>
                <a:spcPts val="283"/>
              </a:spcBef>
              <a:buChar char="l"/>
              <a:defRPr sz="1800" b="0" u="none">
                <a:solidFill>
                  <a:srgbClr val="001233"/>
                </a:solidFill>
                <a:latin typeface="Arial"/>
                <a:ea typeface="Arial"/>
                <a:cs typeface="Arial"/>
              </a:defRPr>
            </a:lvl6pPr>
            <a:lvl7pPr algn="l">
              <a:lnSpc>
                <a:spcPct val="90000"/>
              </a:lnSpc>
              <a:spcBef>
                <a:spcPts val="283"/>
              </a:spcBef>
              <a:buChar char="l"/>
              <a:defRPr sz="1800" b="0" u="none">
                <a:solidFill>
                  <a:srgbClr val="001233"/>
                </a:solidFill>
                <a:latin typeface="Arial"/>
                <a:ea typeface="Arial"/>
                <a:cs typeface="Arial"/>
              </a:defRPr>
            </a:lvl7pPr>
          </a:lstStyle>
          <a:p>
            <a:pPr marL="228600" indent="-324000" algn="l">
              <a:lnSpc>
                <a:spcPct val="90000"/>
              </a:lnSpc>
              <a:spcBef>
                <a:spcPts val="1001"/>
              </a:spcBef>
              <a:buChar char="l"/>
            </a:pPr>
            <a:r>
              <a:rPr sz="1800" b="0" u="none">
                <a:solidFill>
                  <a:srgbClr val="001233"/>
                </a:solidFill>
                <a:latin typeface="Arial"/>
                <a:ea typeface="Arial"/>
                <a:cs typeface="Arial"/>
              </a:rPr>
              <a:t>Click to edit the outline text format</a:t>
            </a:r>
          </a:p>
          <a:p>
            <a:pPr marL="228600" indent="-324000" algn="l">
              <a:lnSpc>
                <a:spcPct val="90000"/>
              </a:lnSpc>
              <a:spcBef>
                <a:spcPts val="1001"/>
              </a:spcBef>
              <a:buChar char="l"/>
            </a:pPr>
            <a:r>
              <a:rPr sz="1800" b="0" u="none">
                <a:solidFill>
                  <a:srgbClr val="001233"/>
                </a:solidFill>
                <a:latin typeface="Arial"/>
                <a:ea typeface="Arial"/>
                <a:cs typeface="Arial"/>
              </a:rPr>
              <a:t>Second Outline Level</a:t>
            </a:r>
          </a:p>
          <a:p>
            <a:pPr marL="228600" indent="-324000" algn="l">
              <a:lnSpc>
                <a:spcPct val="90000"/>
              </a:lnSpc>
              <a:spcBef>
                <a:spcPts val="1001"/>
              </a:spcBef>
              <a:buChar char="l"/>
            </a:pPr>
            <a:r>
              <a:rPr sz="1800" b="0" u="none">
                <a:solidFill>
                  <a:srgbClr val="001233"/>
                </a:solidFill>
                <a:latin typeface="Arial"/>
                <a:ea typeface="Arial"/>
                <a:cs typeface="Arial"/>
              </a:rPr>
              <a:t>Third Outline Level</a:t>
            </a:r>
          </a:p>
          <a:p>
            <a:pPr marL="228600" indent="-324000" algn="l">
              <a:lnSpc>
                <a:spcPct val="90000"/>
              </a:lnSpc>
              <a:spcBef>
                <a:spcPts val="1001"/>
              </a:spcBef>
              <a:buChar char="l"/>
            </a:pPr>
            <a:r>
              <a:rPr sz="1800" b="0" u="none">
                <a:solidFill>
                  <a:srgbClr val="001233"/>
                </a:solidFill>
                <a:latin typeface="Arial"/>
                <a:ea typeface="Arial"/>
                <a:cs typeface="Arial"/>
              </a:rPr>
              <a:t>Fourth Outline Level</a:t>
            </a:r>
          </a:p>
          <a:p>
            <a:pPr marL="228600" indent="-324000" algn="l">
              <a:lnSpc>
                <a:spcPct val="90000"/>
              </a:lnSpc>
              <a:spcBef>
                <a:spcPts val="1001"/>
              </a:spcBef>
              <a:buChar char="l"/>
            </a:pPr>
            <a:r>
              <a:rPr sz="1800" b="0" u="none">
                <a:solidFill>
                  <a:srgbClr val="001233"/>
                </a:solidFill>
                <a:latin typeface="Arial"/>
                <a:ea typeface="Arial"/>
                <a:cs typeface="Arial"/>
              </a:rPr>
              <a:t>Fifth Outline Level</a:t>
            </a:r>
          </a:p>
          <a:p>
            <a:pPr marL="228600" indent="-324000" algn="l">
              <a:lnSpc>
                <a:spcPct val="90000"/>
              </a:lnSpc>
              <a:spcBef>
                <a:spcPts val="283"/>
              </a:spcBef>
              <a:buChar char="l"/>
            </a:pPr>
            <a:r>
              <a:rPr sz="1800" b="0" u="none">
                <a:solidFill>
                  <a:srgbClr val="001233"/>
                </a:solidFill>
                <a:latin typeface="Arial"/>
                <a:ea typeface="Arial"/>
                <a:cs typeface="Arial"/>
              </a:rPr>
              <a:t>Sixth Outline Level</a:t>
            </a:r>
          </a:p>
          <a:p>
            <a:pPr marL="228600" indent="-324000" algn="l">
              <a:lnSpc>
                <a:spcPct val="90000"/>
              </a:lnSpc>
              <a:spcBef>
                <a:spcPts val="283"/>
              </a:spcBef>
              <a:buChar char="l"/>
            </a:pPr>
            <a:r>
              <a:rPr sz="1800" b="0" u="none">
                <a:solidFill>
                  <a:srgbClr val="001233"/>
                </a:solidFill>
                <a:latin typeface="Arial"/>
                <a:ea typeface="Arial"/>
                <a:cs typeface="Arial"/>
              </a:rPr>
              <a:t>Seventh Outline Level</a:t>
            </a:r>
          </a:p>
        </p:txBody>
      </p:sp>
      <p:sp>
        <p:nvSpPr>
          <p:cNvPr id="84" name="PlaceHolder 3">
            <a:extLst>
              <a:ext uri="{FF2B5EF4-FFF2-40B4-BE49-F238E27FC236}">
                <a16:creationId xmlns:a16="http://schemas.microsoft.com/office/drawing/2014/main" id="{5CE623DF-0A29-469A-9B2D-0C783745CEB0}"/>
              </a:ext>
            </a:extLst>
          </p:cNvPr>
          <p:cNvSpPr>
            <a:spLocks noGrp="1"/>
          </p:cNvSpPr>
          <p:nvPr>
            <p:ph type="body"/>
          </p:nvPr>
        </p:nvSpPr>
        <p:spPr>
          <a:xfrm>
            <a:off x="839880" y="2057400"/>
            <a:ext cx="3931560" cy="3810960"/>
          </a:xfrm>
          <a:prstGeom prst="rect">
            <a:avLst/>
          </a:prstGeom>
          <a:noFill/>
          <a:ln w="12600">
            <a:noFill/>
          </a:ln>
        </p:spPr>
        <p:txBody>
          <a:bodyPr lIns="45720" tIns="45720" rIns="45720" bIns="45720" anchor="t">
            <a:noAutofit/>
          </a:bodyPr>
          <a:lstStyle>
            <a:lvl1pPr marL="228600" indent="0" algn="l">
              <a:lnSpc>
                <a:spcPct val="90000"/>
              </a:lnSpc>
              <a:spcBef>
                <a:spcPts val="1001"/>
              </a:spcBef>
              <a:buNone/>
              <a:defRPr sz="1600" b="0" u="none">
                <a:solidFill>
                  <a:srgbClr val="001233"/>
                </a:solidFill>
                <a:latin typeface="Arial"/>
                <a:ea typeface="Arial"/>
                <a:cs typeface="Arial"/>
              </a:defRPr>
            </a:lvl1pPr>
            <a:lvl2pPr marL="228600" indent="0" algn="l">
              <a:lnSpc>
                <a:spcPct val="90000"/>
              </a:lnSpc>
              <a:spcBef>
                <a:spcPts val="1001"/>
              </a:spcBef>
              <a:buNone/>
              <a:defRPr sz="1600" b="0" u="none">
                <a:solidFill>
                  <a:srgbClr val="001233"/>
                </a:solidFill>
                <a:latin typeface="Arial"/>
                <a:ea typeface="Arial"/>
                <a:cs typeface="Arial"/>
              </a:defRPr>
            </a:lvl2pPr>
            <a:lvl3pPr marL="228600" indent="0" algn="l">
              <a:lnSpc>
                <a:spcPct val="90000"/>
              </a:lnSpc>
              <a:spcBef>
                <a:spcPts val="1001"/>
              </a:spcBef>
              <a:buNone/>
              <a:defRPr sz="1600" b="0" u="none">
                <a:solidFill>
                  <a:srgbClr val="001233"/>
                </a:solidFill>
                <a:latin typeface="Arial"/>
                <a:ea typeface="Arial"/>
                <a:cs typeface="Arial"/>
              </a:defRPr>
            </a:lvl3pPr>
            <a:lvl4pPr marL="228600" indent="0" algn="l">
              <a:lnSpc>
                <a:spcPct val="90000"/>
              </a:lnSpc>
              <a:spcBef>
                <a:spcPts val="1001"/>
              </a:spcBef>
              <a:buNone/>
              <a:defRPr sz="1600" b="0" u="none">
                <a:solidFill>
                  <a:srgbClr val="001233"/>
                </a:solidFill>
                <a:latin typeface="Arial"/>
                <a:ea typeface="Arial"/>
                <a:cs typeface="Arial"/>
              </a:defRPr>
            </a:lvl4pPr>
            <a:lvl5pPr marL="228600" indent="0" algn="l">
              <a:lnSpc>
                <a:spcPct val="90000"/>
              </a:lnSpc>
              <a:spcBef>
                <a:spcPts val="1001"/>
              </a:spcBef>
              <a:buNone/>
              <a:defRPr sz="1600" b="0" u="none">
                <a:solidFill>
                  <a:srgbClr val="001233"/>
                </a:solidFill>
                <a:latin typeface="Arial"/>
                <a:ea typeface="Arial"/>
                <a:cs typeface="Arial"/>
              </a:defRPr>
            </a:lvl5pPr>
          </a:lstStyle>
          <a:p>
            <a:pPr marL="228600" indent="0" algn="l">
              <a:lnSpc>
                <a:spcPct val="90000"/>
              </a:lnSpc>
              <a:spcBef>
                <a:spcPts val="1001"/>
              </a:spcBef>
              <a:buNone/>
            </a:pPr>
            <a:r>
              <a:rPr sz="1600" b="0" u="none">
                <a:solidFill>
                  <a:srgbClr val="001233"/>
                </a:solidFill>
                <a:latin typeface="Arial"/>
                <a:ea typeface="Arial"/>
                <a:cs typeface="Arial"/>
              </a:rPr>
              <a:t>Body Level One</a:t>
            </a:r>
          </a:p>
          <a:p>
            <a:pPr marL="228600" indent="0" algn="l">
              <a:lnSpc>
                <a:spcPct val="90000"/>
              </a:lnSpc>
              <a:spcBef>
                <a:spcPts val="1001"/>
              </a:spcBef>
              <a:buNone/>
            </a:pPr>
            <a:r>
              <a:rPr sz="1600" b="0" u="none">
                <a:solidFill>
                  <a:srgbClr val="001233"/>
                </a:solidFill>
                <a:latin typeface="Arial"/>
                <a:ea typeface="Arial"/>
                <a:cs typeface="Arial"/>
              </a:rPr>
              <a:t>Body Level Two</a:t>
            </a:r>
          </a:p>
          <a:p>
            <a:pPr marL="228600" indent="0" algn="l">
              <a:lnSpc>
                <a:spcPct val="90000"/>
              </a:lnSpc>
              <a:spcBef>
                <a:spcPts val="1001"/>
              </a:spcBef>
              <a:buNone/>
            </a:pPr>
            <a:r>
              <a:rPr sz="1600" b="0" u="none">
                <a:solidFill>
                  <a:srgbClr val="001233"/>
                </a:solidFill>
                <a:latin typeface="Arial"/>
                <a:ea typeface="Arial"/>
                <a:cs typeface="Arial"/>
              </a:rPr>
              <a:t>Body Level Three</a:t>
            </a:r>
          </a:p>
          <a:p>
            <a:pPr marL="228600" indent="0" algn="l">
              <a:lnSpc>
                <a:spcPct val="90000"/>
              </a:lnSpc>
              <a:spcBef>
                <a:spcPts val="1001"/>
              </a:spcBef>
              <a:buNone/>
            </a:pPr>
            <a:r>
              <a:rPr sz="1600" b="0" u="none">
                <a:solidFill>
                  <a:srgbClr val="001233"/>
                </a:solidFill>
                <a:latin typeface="Arial"/>
                <a:ea typeface="Arial"/>
                <a:cs typeface="Arial"/>
              </a:rPr>
              <a:t>Body Level Four</a:t>
            </a:r>
          </a:p>
          <a:p>
            <a:pPr marL="228600" indent="0" algn="l">
              <a:lnSpc>
                <a:spcPct val="90000"/>
              </a:lnSpc>
              <a:spcBef>
                <a:spcPts val="1001"/>
              </a:spcBef>
              <a:buNone/>
            </a:pPr>
            <a:r>
              <a:rPr sz="1600" b="0" u="none">
                <a:solidFill>
                  <a:srgbClr val="001233"/>
                </a:solidFill>
                <a:latin typeface="Arial"/>
                <a:ea typeface="Arial"/>
                <a:cs typeface="Arial"/>
              </a:rPr>
              <a:t>Body Level Five</a:t>
            </a:r>
          </a:p>
        </p:txBody>
      </p:sp>
      <p:sp>
        <p:nvSpPr>
          <p:cNvPr id="85" name="PlaceHolder 4">
            <a:extLst>
              <a:ext uri="{FF2B5EF4-FFF2-40B4-BE49-F238E27FC236}">
                <a16:creationId xmlns:a16="http://schemas.microsoft.com/office/drawing/2014/main" id="{F5B7C0B2-A68B-4176-BD9E-BE270EAEE8DD}"/>
              </a:ext>
            </a:extLst>
          </p:cNvPr>
          <p:cNvSpPr>
            <a:spLocks noGrp="1"/>
          </p:cNvSpPr>
          <p:nvPr>
            <p:ph type="sldNum" idx="8"/>
          </p:nvPr>
        </p:nvSpPr>
        <p:spPr>
          <a:xfrm>
            <a:off x="11080080" y="6406920"/>
            <a:ext cx="272880" cy="263520"/>
          </a:xfrm>
          <a:prstGeom prst="rect">
            <a:avLst/>
          </a:prstGeom>
          <a:noFill/>
          <a:ln w="12600">
            <a:noFill/>
          </a:ln>
        </p:spPr>
        <p:txBody>
          <a:bodyPr lIns="45720" tIns="45720" rIns="45720" bIns="45720" anchor="ctr">
            <a:noAutofit/>
          </a:bodyPr>
          <a:lstStyle>
            <a:lvl1pPr indent="0" algn="r">
              <a:lnSpc>
                <a:spcPct val="100000"/>
              </a:lnSpc>
              <a:buNone/>
              <a:defRPr sz="1200" b="0" u="none">
                <a:solidFill>
                  <a:srgbClr val="88888D"/>
                </a:solidFill>
                <a:latin typeface="Arial"/>
                <a:ea typeface="Arial"/>
                <a:cs typeface="Arial"/>
              </a:defRPr>
            </a:lvl1pPr>
          </a:lstStyle>
          <a:p>
            <a:pPr indent="0" algn="r">
              <a:lnSpc>
                <a:spcPct val="100000"/>
              </a:lnSpc>
              <a:buNone/>
            </a:pPr>
            <a:fld id="{8476898F-6780-4BA0-82C8-70233682711F}" type="slidenum">
              <a:rPr sz="1200" b="0" u="none">
                <a:solidFill>
                  <a:srgbClr val="88888D"/>
                </a:solidFill>
                <a:latin typeface="Arial"/>
                <a:ea typeface="Arial"/>
                <a:cs typeface="Arial"/>
              </a:rPr>
              <a:t>‹#›</a:t>
            </a:fld>
            <a:endParaRPr sz="1200" b="0" u="none">
              <a:solidFill>
                <a:srgbClr val="88888D"/>
              </a:solidFill>
              <a:latin typeface="Arial"/>
              <a:ea typeface="Arial"/>
              <a:cs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pic>
        <p:nvPicPr>
          <p:cNvPr id="2" name="Google Shape;37;p3" hidden="1"/>
          <p:cNvPicPr>
            <a:picLocks noChangeAspect="1"/>
          </p:cNvPicPr>
          <p:nvPr/>
        </p:nvPicPr>
        <p:blipFill>
          <a:blip r:embed="rId2"/>
          <a:srcRect l="8600" t="17401" r="11111" b="17855"/>
          <a:stretch/>
        </p:blipFill>
        <p:spPr>
          <a:xfrm>
            <a:off x="11563200" y="195840"/>
            <a:ext cx="564840" cy="455400"/>
          </a:xfrm>
          <a:prstGeom prst="rect">
            <a:avLst/>
          </a:prstGeom>
          <a:ln w="12700">
            <a:noFill/>
          </a:ln>
        </p:spPr>
      </p:pic>
      <p:sp>
        <p:nvSpPr>
          <p:cNvPr id="87" name="Google Shape;38;p3" hidden="1">
            <a:extLst>
              <a:ext uri="{FF2B5EF4-FFF2-40B4-BE49-F238E27FC236}">
                <a16:creationId xmlns:a16="http://schemas.microsoft.com/office/drawing/2014/main" id="{5FC9B225-A043-4A4E-93DF-36DF7085EAA6}"/>
              </a:ext>
            </a:extLst>
          </p:cNvPr>
          <p:cNvSpPr>
            <a:spLocks noGrp="1"/>
          </p:cNvSpPr>
          <p:nvPr/>
        </p:nvSpPr>
        <p:spPr>
          <a:xfrm>
            <a:off x="0" y="0"/>
            <a:ext cx="12191400" cy="135720"/>
          </a:xfrm>
          <a:prstGeom prst="rect">
            <a:avLst/>
          </a:prstGeom>
          <a:solidFill>
            <a:srgbClr val="D2E1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88" name="Google Shape;39;p3" hidden="1">
            <a:extLst>
              <a:ext uri="{FF2B5EF4-FFF2-40B4-BE49-F238E27FC236}">
                <a16:creationId xmlns:a16="http://schemas.microsoft.com/office/drawing/2014/main" id="{C2496D0B-2463-4313-AB21-35EC485672BE}"/>
              </a:ext>
            </a:extLst>
          </p:cNvPr>
          <p:cNvSpPr>
            <a:spLocks noGrp="1"/>
          </p:cNvSpPr>
          <p:nvPr/>
        </p:nvSpPr>
        <p:spPr>
          <a:xfrm>
            <a:off x="0" y="0"/>
            <a:ext cx="380160" cy="6857280"/>
          </a:xfrm>
          <a:prstGeom prst="rect">
            <a:avLst/>
          </a:prstGeom>
          <a:solidFill>
            <a:schemeClr val="accent1"/>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89" name="Google Shape;40;p3" hidden="1">
            <a:extLst>
              <a:ext uri="{FF2B5EF4-FFF2-40B4-BE49-F238E27FC236}">
                <a16:creationId xmlns:a16="http://schemas.microsoft.com/office/drawing/2014/main" id="{B55B4299-52EA-4A62-9260-7DF1E0BEC3AE}"/>
              </a:ext>
            </a:extLst>
          </p:cNvPr>
          <p:cNvSpPr>
            <a:spLocks noGrp="1"/>
          </p:cNvSpPr>
          <p:nvPr/>
        </p:nvSpPr>
        <p:spPr>
          <a:xfrm>
            <a:off x="0" y="0"/>
            <a:ext cx="302040" cy="6857280"/>
          </a:xfrm>
          <a:prstGeom prst="rect">
            <a:avLst/>
          </a:prstGeom>
          <a:solidFill>
            <a:srgbClr val="001845"/>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90" name="Google Shape;41;p3" hidden="1">
            <a:extLst>
              <a:ext uri="{FF2B5EF4-FFF2-40B4-BE49-F238E27FC236}">
                <a16:creationId xmlns:a16="http://schemas.microsoft.com/office/drawing/2014/main" id="{CF554C24-BC39-4805-BB3F-1756593DC2D9}"/>
              </a:ext>
            </a:extLst>
          </p:cNvPr>
          <p:cNvSpPr>
            <a:spLocks noGrp="1"/>
          </p:cNvSpPr>
          <p:nvPr/>
        </p:nvSpPr>
        <p:spPr>
          <a:xfrm>
            <a:off x="0" y="0"/>
            <a:ext cx="380160" cy="135720"/>
          </a:xfrm>
          <a:prstGeom prst="rect">
            <a:avLst/>
          </a:prstGeom>
          <a:solidFill>
            <a:srgbClr val="77BAFC"/>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91" name="Google Shape;42;p3" hidden="1">
            <a:extLst>
              <a:ext uri="{FF2B5EF4-FFF2-40B4-BE49-F238E27FC236}">
                <a16:creationId xmlns:a16="http://schemas.microsoft.com/office/drawing/2014/main" id="{6462B8CB-9216-456B-BF3D-172673B3B816}"/>
              </a:ext>
            </a:extLst>
          </p:cNvPr>
          <p:cNvSpPr>
            <a:spLocks noGrp="1"/>
          </p:cNvSpPr>
          <p:nvPr/>
        </p:nvSpPr>
        <p:spPr>
          <a:xfrm>
            <a:off x="0" y="0"/>
            <a:ext cx="302040" cy="135720"/>
          </a:xfrm>
          <a:prstGeom prst="rect">
            <a:avLst/>
          </a:prstGeom>
          <a:solidFill>
            <a:srgbClr val="2269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92" name="PlaceHolder 1">
            <a:extLst>
              <a:ext uri="{FF2B5EF4-FFF2-40B4-BE49-F238E27FC236}">
                <a16:creationId xmlns:a16="http://schemas.microsoft.com/office/drawing/2014/main" id="{04B1537D-53B6-4E3B-975E-3C289505AE36}"/>
              </a:ext>
            </a:extLst>
          </p:cNvPr>
          <p:cNvSpPr>
            <a:spLocks noGrp="1"/>
          </p:cNvSpPr>
          <p:nvPr>
            <p:ph type="sldNum" idx="9"/>
          </p:nvPr>
        </p:nvSpPr>
        <p:spPr>
          <a:xfrm>
            <a:off x="11080080" y="6406920"/>
            <a:ext cx="272880" cy="263520"/>
          </a:xfrm>
          <a:prstGeom prst="rect">
            <a:avLst/>
          </a:prstGeom>
          <a:noFill/>
          <a:ln w="12600">
            <a:noFill/>
          </a:ln>
        </p:spPr>
        <p:txBody>
          <a:bodyPr lIns="45720" tIns="45720" rIns="45720" bIns="45720" anchor="ctr">
            <a:noAutofit/>
          </a:bodyPr>
          <a:lstStyle>
            <a:lvl1pPr indent="0" algn="r">
              <a:lnSpc>
                <a:spcPct val="100000"/>
              </a:lnSpc>
              <a:buNone/>
              <a:defRPr sz="1200" b="0" u="none">
                <a:solidFill>
                  <a:srgbClr val="88888D"/>
                </a:solidFill>
                <a:latin typeface="Arial"/>
                <a:ea typeface="Arial"/>
                <a:cs typeface="Arial"/>
              </a:defRPr>
            </a:lvl1pPr>
          </a:lstStyle>
          <a:p>
            <a:pPr indent="0" algn="r">
              <a:lnSpc>
                <a:spcPct val="100000"/>
              </a:lnSpc>
              <a:buNone/>
            </a:pPr>
            <a:fld id="{DAE314C1-35F2-4EF8-90C8-1A1D4A76CF80}" type="slidenum">
              <a:rPr sz="1200" b="0" u="none">
                <a:solidFill>
                  <a:srgbClr val="88888D"/>
                </a:solidFill>
                <a:latin typeface="Arial"/>
                <a:ea typeface="Arial"/>
                <a:cs typeface="Arial"/>
              </a:rPr>
              <a:t>‹#›</a:t>
            </a:fld>
            <a:endParaRPr sz="1200" b="0" u="none">
              <a:solidFill>
                <a:srgbClr val="88888D"/>
              </a:solidFill>
              <a:latin typeface="Arial"/>
              <a:ea typeface="Arial"/>
              <a:cs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rgbClr val="FFFFFF"/>
        </a:solidFill>
        <a:effectLst/>
      </p:bgPr>
    </p:bg>
    <p:spTree>
      <p:nvGrpSpPr>
        <p:cNvPr id="1" name=""/>
        <p:cNvGrpSpPr/>
        <p:nvPr/>
      </p:nvGrpSpPr>
      <p:grpSpPr>
        <a:xfrm>
          <a:off x="0" y="0"/>
          <a:ext cx="0" cy="0"/>
          <a:chOff x="0" y="0"/>
          <a:chExt cx="0" cy="0"/>
        </a:xfrm>
      </p:grpSpPr>
      <p:pic>
        <p:nvPicPr>
          <p:cNvPr id="2" name="Google Shape;37;p3" hidden="1"/>
          <p:cNvPicPr>
            <a:picLocks noChangeAspect="1"/>
          </p:cNvPicPr>
          <p:nvPr/>
        </p:nvPicPr>
        <p:blipFill>
          <a:blip r:embed="rId2"/>
          <a:srcRect l="8600" t="17401" r="11111" b="17855"/>
          <a:stretch/>
        </p:blipFill>
        <p:spPr>
          <a:xfrm>
            <a:off x="11563200" y="195840"/>
            <a:ext cx="564840" cy="455400"/>
          </a:xfrm>
          <a:prstGeom prst="rect">
            <a:avLst/>
          </a:prstGeom>
          <a:ln w="12700">
            <a:noFill/>
          </a:ln>
        </p:spPr>
      </p:pic>
      <p:sp>
        <p:nvSpPr>
          <p:cNvPr id="94" name="Google Shape;38;p3" hidden="1">
            <a:extLst>
              <a:ext uri="{FF2B5EF4-FFF2-40B4-BE49-F238E27FC236}">
                <a16:creationId xmlns:a16="http://schemas.microsoft.com/office/drawing/2014/main" id="{2B584676-3BB1-4876-85C8-FF7194E21F99}"/>
              </a:ext>
            </a:extLst>
          </p:cNvPr>
          <p:cNvSpPr>
            <a:spLocks noGrp="1"/>
          </p:cNvSpPr>
          <p:nvPr/>
        </p:nvSpPr>
        <p:spPr>
          <a:xfrm>
            <a:off x="0" y="0"/>
            <a:ext cx="12191400" cy="135720"/>
          </a:xfrm>
          <a:prstGeom prst="rect">
            <a:avLst/>
          </a:prstGeom>
          <a:solidFill>
            <a:srgbClr val="D2E1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95" name="Google Shape;39;p3" hidden="1">
            <a:extLst>
              <a:ext uri="{FF2B5EF4-FFF2-40B4-BE49-F238E27FC236}">
                <a16:creationId xmlns:a16="http://schemas.microsoft.com/office/drawing/2014/main" id="{C0CB273A-9789-4843-8EEF-C3074BAD96A6}"/>
              </a:ext>
            </a:extLst>
          </p:cNvPr>
          <p:cNvSpPr>
            <a:spLocks noGrp="1"/>
          </p:cNvSpPr>
          <p:nvPr/>
        </p:nvSpPr>
        <p:spPr>
          <a:xfrm>
            <a:off x="0" y="0"/>
            <a:ext cx="380160" cy="6857280"/>
          </a:xfrm>
          <a:prstGeom prst="rect">
            <a:avLst/>
          </a:prstGeom>
          <a:solidFill>
            <a:schemeClr val="accent1"/>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96" name="Google Shape;40;p3" hidden="1">
            <a:extLst>
              <a:ext uri="{FF2B5EF4-FFF2-40B4-BE49-F238E27FC236}">
                <a16:creationId xmlns:a16="http://schemas.microsoft.com/office/drawing/2014/main" id="{1E58C71B-78EC-47FE-A1DE-48B210237ECC}"/>
              </a:ext>
            </a:extLst>
          </p:cNvPr>
          <p:cNvSpPr>
            <a:spLocks noGrp="1"/>
          </p:cNvSpPr>
          <p:nvPr/>
        </p:nvSpPr>
        <p:spPr>
          <a:xfrm>
            <a:off x="0" y="0"/>
            <a:ext cx="302040" cy="6857280"/>
          </a:xfrm>
          <a:prstGeom prst="rect">
            <a:avLst/>
          </a:prstGeom>
          <a:solidFill>
            <a:srgbClr val="001845"/>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97" name="Google Shape;41;p3" hidden="1">
            <a:extLst>
              <a:ext uri="{FF2B5EF4-FFF2-40B4-BE49-F238E27FC236}">
                <a16:creationId xmlns:a16="http://schemas.microsoft.com/office/drawing/2014/main" id="{F58CAE28-C37A-4852-8C9B-9758AD6004D6}"/>
              </a:ext>
            </a:extLst>
          </p:cNvPr>
          <p:cNvSpPr>
            <a:spLocks noGrp="1"/>
          </p:cNvSpPr>
          <p:nvPr/>
        </p:nvSpPr>
        <p:spPr>
          <a:xfrm>
            <a:off x="0" y="0"/>
            <a:ext cx="380160" cy="135720"/>
          </a:xfrm>
          <a:prstGeom prst="rect">
            <a:avLst/>
          </a:prstGeom>
          <a:solidFill>
            <a:srgbClr val="77BAFC"/>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98" name="Google Shape;42;p3" hidden="1">
            <a:extLst>
              <a:ext uri="{FF2B5EF4-FFF2-40B4-BE49-F238E27FC236}">
                <a16:creationId xmlns:a16="http://schemas.microsoft.com/office/drawing/2014/main" id="{658C0E1A-2640-4C1C-9DAA-C86F98F7E0C0}"/>
              </a:ext>
            </a:extLst>
          </p:cNvPr>
          <p:cNvSpPr>
            <a:spLocks noGrp="1"/>
          </p:cNvSpPr>
          <p:nvPr/>
        </p:nvSpPr>
        <p:spPr>
          <a:xfrm>
            <a:off x="0" y="0"/>
            <a:ext cx="302040" cy="135720"/>
          </a:xfrm>
          <a:prstGeom prst="rect">
            <a:avLst/>
          </a:prstGeom>
          <a:solidFill>
            <a:srgbClr val="2269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99" name="PlaceHolder 1">
            <a:extLst>
              <a:ext uri="{FF2B5EF4-FFF2-40B4-BE49-F238E27FC236}">
                <a16:creationId xmlns:a16="http://schemas.microsoft.com/office/drawing/2014/main" id="{EF5530F5-9240-499F-A976-025FD54AFE50}"/>
              </a:ext>
            </a:extLst>
          </p:cNvPr>
          <p:cNvSpPr>
            <a:spLocks noGrp="1"/>
          </p:cNvSpPr>
          <p:nvPr>
            <p:ph type="title"/>
          </p:nvPr>
        </p:nvSpPr>
        <p:spPr>
          <a:xfrm>
            <a:off x="831960" y="1709640"/>
            <a:ext cx="10514880" cy="2851920"/>
          </a:xfrm>
          <a:prstGeom prst="rect">
            <a:avLst/>
          </a:prstGeom>
          <a:noFill/>
          <a:ln w="12600">
            <a:noFill/>
          </a:ln>
        </p:spPr>
        <p:txBody>
          <a:bodyPr lIns="45720" tIns="45720" rIns="45720" bIns="45720" anchor="b">
            <a:noAutofit/>
          </a:bodyPr>
          <a:lstStyle>
            <a:lvl1pPr indent="0" algn="l">
              <a:lnSpc>
                <a:spcPct val="90000"/>
              </a:lnSpc>
              <a:buNone/>
              <a:defRPr sz="6000" b="0" u="none">
                <a:solidFill>
                  <a:srgbClr val="001233"/>
                </a:solidFill>
                <a:latin typeface="Arial"/>
                <a:ea typeface="Arial"/>
                <a:cs typeface="Arial"/>
              </a:defRPr>
            </a:lvl1pPr>
          </a:lstStyle>
          <a:p>
            <a:pPr indent="0" algn="l">
              <a:lnSpc>
                <a:spcPct val="90000"/>
              </a:lnSpc>
              <a:buNone/>
            </a:pPr>
            <a:r>
              <a:rPr sz="6000" b="0" u="none">
                <a:solidFill>
                  <a:srgbClr val="001233"/>
                </a:solidFill>
                <a:latin typeface="Arial"/>
                <a:ea typeface="Arial"/>
                <a:cs typeface="Arial"/>
              </a:rPr>
              <a:t>Title Text</a:t>
            </a:r>
          </a:p>
        </p:txBody>
      </p:sp>
      <p:sp>
        <p:nvSpPr>
          <p:cNvPr id="100" name="PlaceHolder 2">
            <a:extLst>
              <a:ext uri="{FF2B5EF4-FFF2-40B4-BE49-F238E27FC236}">
                <a16:creationId xmlns:a16="http://schemas.microsoft.com/office/drawing/2014/main" id="{03C7DAD2-6D63-4BBA-B702-B6B6FE165246}"/>
              </a:ext>
            </a:extLst>
          </p:cNvPr>
          <p:cNvSpPr>
            <a:spLocks noGrp="1"/>
          </p:cNvSpPr>
          <p:nvPr>
            <p:ph type="body"/>
          </p:nvPr>
        </p:nvSpPr>
        <p:spPr>
          <a:xfrm>
            <a:off x="831960" y="4589640"/>
            <a:ext cx="10514880" cy="1499400"/>
          </a:xfrm>
          <a:prstGeom prst="rect">
            <a:avLst/>
          </a:prstGeom>
          <a:noFill/>
          <a:ln w="12600">
            <a:noFill/>
          </a:ln>
        </p:spPr>
        <p:txBody>
          <a:bodyPr lIns="45720" tIns="45720" rIns="45720" bIns="45720" anchor="t">
            <a:noAutofit/>
          </a:bodyPr>
          <a:lstStyle>
            <a:lvl1pPr marL="228600" indent="0" algn="l">
              <a:lnSpc>
                <a:spcPct val="90000"/>
              </a:lnSpc>
              <a:spcBef>
                <a:spcPts val="1001"/>
              </a:spcBef>
              <a:buNone/>
              <a:defRPr sz="2400" b="0" u="none">
                <a:solidFill>
                  <a:srgbClr val="88888D"/>
                </a:solidFill>
                <a:latin typeface="Arial"/>
                <a:ea typeface="Arial"/>
                <a:cs typeface="Arial"/>
              </a:defRPr>
            </a:lvl1pPr>
            <a:lvl2pPr marL="228600" indent="0" algn="l">
              <a:lnSpc>
                <a:spcPct val="90000"/>
              </a:lnSpc>
              <a:spcBef>
                <a:spcPts val="1001"/>
              </a:spcBef>
              <a:buNone/>
              <a:defRPr sz="2400" b="0" u="none">
                <a:solidFill>
                  <a:srgbClr val="88888D"/>
                </a:solidFill>
                <a:latin typeface="Arial"/>
                <a:ea typeface="Arial"/>
                <a:cs typeface="Arial"/>
              </a:defRPr>
            </a:lvl2pPr>
            <a:lvl3pPr marL="228600" indent="0" algn="l">
              <a:lnSpc>
                <a:spcPct val="90000"/>
              </a:lnSpc>
              <a:spcBef>
                <a:spcPts val="1001"/>
              </a:spcBef>
              <a:buNone/>
              <a:defRPr sz="2400" b="0" u="none">
                <a:solidFill>
                  <a:srgbClr val="88888D"/>
                </a:solidFill>
                <a:latin typeface="Arial"/>
                <a:ea typeface="Arial"/>
                <a:cs typeface="Arial"/>
              </a:defRPr>
            </a:lvl3pPr>
            <a:lvl4pPr marL="228600" indent="0" algn="l">
              <a:lnSpc>
                <a:spcPct val="90000"/>
              </a:lnSpc>
              <a:spcBef>
                <a:spcPts val="1001"/>
              </a:spcBef>
              <a:buNone/>
              <a:defRPr sz="2400" b="0" u="none">
                <a:solidFill>
                  <a:srgbClr val="88888D"/>
                </a:solidFill>
                <a:latin typeface="Arial"/>
                <a:ea typeface="Arial"/>
                <a:cs typeface="Arial"/>
              </a:defRPr>
            </a:lvl4pPr>
            <a:lvl5pPr marL="228600" indent="0" algn="l">
              <a:lnSpc>
                <a:spcPct val="90000"/>
              </a:lnSpc>
              <a:spcBef>
                <a:spcPts val="1001"/>
              </a:spcBef>
              <a:buNone/>
              <a:defRPr sz="2400" b="0" u="none">
                <a:solidFill>
                  <a:srgbClr val="88888D"/>
                </a:solidFill>
                <a:latin typeface="Arial"/>
                <a:ea typeface="Arial"/>
                <a:cs typeface="Arial"/>
              </a:defRPr>
            </a:lvl5pPr>
          </a:lstStyle>
          <a:p>
            <a:pPr marL="228600" indent="0" algn="l">
              <a:lnSpc>
                <a:spcPct val="90000"/>
              </a:lnSpc>
              <a:spcBef>
                <a:spcPts val="1001"/>
              </a:spcBef>
              <a:buNone/>
            </a:pPr>
            <a:r>
              <a:rPr sz="2400" b="0" u="none">
                <a:solidFill>
                  <a:srgbClr val="88888D"/>
                </a:solidFill>
                <a:latin typeface="Arial"/>
                <a:ea typeface="Arial"/>
                <a:cs typeface="Arial"/>
              </a:rPr>
              <a:t>Body Level One</a:t>
            </a:r>
          </a:p>
          <a:p>
            <a:pPr marL="228600" indent="0" algn="l">
              <a:lnSpc>
                <a:spcPct val="90000"/>
              </a:lnSpc>
              <a:spcBef>
                <a:spcPts val="1001"/>
              </a:spcBef>
              <a:buNone/>
            </a:pPr>
            <a:r>
              <a:rPr sz="2400" b="0" u="none">
                <a:solidFill>
                  <a:srgbClr val="88888D"/>
                </a:solidFill>
                <a:latin typeface="Arial"/>
                <a:ea typeface="Arial"/>
                <a:cs typeface="Arial"/>
              </a:rPr>
              <a:t>Body Level Two</a:t>
            </a:r>
          </a:p>
          <a:p>
            <a:pPr marL="228600" indent="0" algn="l">
              <a:lnSpc>
                <a:spcPct val="90000"/>
              </a:lnSpc>
              <a:spcBef>
                <a:spcPts val="1001"/>
              </a:spcBef>
              <a:buNone/>
            </a:pPr>
            <a:r>
              <a:rPr sz="2400" b="0" u="none">
                <a:solidFill>
                  <a:srgbClr val="88888D"/>
                </a:solidFill>
                <a:latin typeface="Arial"/>
                <a:ea typeface="Arial"/>
                <a:cs typeface="Arial"/>
              </a:rPr>
              <a:t>Body Level Three</a:t>
            </a:r>
          </a:p>
          <a:p>
            <a:pPr marL="228600" indent="0" algn="l">
              <a:lnSpc>
                <a:spcPct val="90000"/>
              </a:lnSpc>
              <a:spcBef>
                <a:spcPts val="1001"/>
              </a:spcBef>
              <a:buNone/>
            </a:pPr>
            <a:r>
              <a:rPr sz="2400" b="0" u="none">
                <a:solidFill>
                  <a:srgbClr val="88888D"/>
                </a:solidFill>
                <a:latin typeface="Arial"/>
                <a:ea typeface="Arial"/>
                <a:cs typeface="Arial"/>
              </a:rPr>
              <a:t>Body Level Four</a:t>
            </a:r>
          </a:p>
          <a:p>
            <a:pPr marL="228600" indent="0" algn="l">
              <a:lnSpc>
                <a:spcPct val="90000"/>
              </a:lnSpc>
              <a:spcBef>
                <a:spcPts val="1001"/>
              </a:spcBef>
              <a:buNone/>
            </a:pPr>
            <a:r>
              <a:rPr sz="2400" b="0" u="none">
                <a:solidFill>
                  <a:srgbClr val="88888D"/>
                </a:solidFill>
                <a:latin typeface="Arial"/>
                <a:ea typeface="Arial"/>
                <a:cs typeface="Arial"/>
              </a:rPr>
              <a:t>Body Level Five</a:t>
            </a:r>
          </a:p>
        </p:txBody>
      </p:sp>
      <p:sp>
        <p:nvSpPr>
          <p:cNvPr id="101" name="PlaceHolder 3">
            <a:extLst>
              <a:ext uri="{FF2B5EF4-FFF2-40B4-BE49-F238E27FC236}">
                <a16:creationId xmlns:a16="http://schemas.microsoft.com/office/drawing/2014/main" id="{D2F787B8-CE20-4C5D-A0A1-12CC92029DA4}"/>
              </a:ext>
            </a:extLst>
          </p:cNvPr>
          <p:cNvSpPr>
            <a:spLocks noGrp="1"/>
          </p:cNvSpPr>
          <p:nvPr>
            <p:ph type="sldNum" idx="10"/>
          </p:nvPr>
        </p:nvSpPr>
        <p:spPr>
          <a:xfrm>
            <a:off x="11080080" y="6406920"/>
            <a:ext cx="272880" cy="263520"/>
          </a:xfrm>
          <a:prstGeom prst="rect">
            <a:avLst/>
          </a:prstGeom>
          <a:noFill/>
          <a:ln w="12600">
            <a:noFill/>
          </a:ln>
        </p:spPr>
        <p:txBody>
          <a:bodyPr lIns="45720" tIns="45720" rIns="45720" bIns="45720" anchor="ctr">
            <a:noAutofit/>
          </a:bodyPr>
          <a:lstStyle>
            <a:lvl1pPr indent="0" algn="r">
              <a:lnSpc>
                <a:spcPct val="100000"/>
              </a:lnSpc>
              <a:buNone/>
              <a:defRPr sz="1200" b="0" u="none">
                <a:solidFill>
                  <a:srgbClr val="88888D"/>
                </a:solidFill>
                <a:latin typeface="Arial"/>
                <a:ea typeface="Arial"/>
                <a:cs typeface="Arial"/>
              </a:defRPr>
            </a:lvl1pPr>
          </a:lstStyle>
          <a:p>
            <a:pPr indent="0" algn="r">
              <a:lnSpc>
                <a:spcPct val="100000"/>
              </a:lnSpc>
              <a:buNone/>
            </a:pPr>
            <a:fld id="{67E86AB3-88EB-4DAA-95C4-12B61EE6B6D6}" type="slidenum">
              <a:rPr sz="1200" b="0" u="none">
                <a:solidFill>
                  <a:srgbClr val="88888D"/>
                </a:solidFill>
                <a:latin typeface="Arial"/>
                <a:ea typeface="Arial"/>
                <a:cs typeface="Arial"/>
              </a:rPr>
              <a:t>‹#›</a:t>
            </a:fld>
            <a:endParaRPr sz="1200" b="0" u="none">
              <a:solidFill>
                <a:srgbClr val="88888D"/>
              </a:solidFill>
              <a:latin typeface="Arial"/>
              <a:ea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TITLE_ONLY">
    <p:bg>
      <p:bgPr>
        <a:solidFill>
          <a:srgbClr val="FFFFFF"/>
        </a:solidFill>
        <a:effectLst/>
      </p:bgPr>
    </p:bg>
    <p:spTree>
      <p:nvGrpSpPr>
        <p:cNvPr id="1" name=""/>
        <p:cNvGrpSpPr/>
        <p:nvPr/>
      </p:nvGrpSpPr>
      <p:grpSpPr>
        <a:xfrm>
          <a:off x="0" y="0"/>
          <a:ext cx="0" cy="0"/>
          <a:chOff x="0" y="0"/>
          <a:chExt cx="0" cy="0"/>
        </a:xfrm>
      </p:grpSpPr>
      <p:pic>
        <p:nvPicPr>
          <p:cNvPr id="2" name="Google Shape;37;p3" hidden="1"/>
          <p:cNvPicPr>
            <a:picLocks noChangeAspect="1"/>
          </p:cNvPicPr>
          <p:nvPr/>
        </p:nvPicPr>
        <p:blipFill>
          <a:blip r:embed="rId2"/>
          <a:srcRect l="8600" t="17401" r="11111" b="17855"/>
          <a:stretch/>
        </p:blipFill>
        <p:spPr>
          <a:xfrm>
            <a:off x="11563200" y="195840"/>
            <a:ext cx="564840" cy="455400"/>
          </a:xfrm>
          <a:prstGeom prst="rect">
            <a:avLst/>
          </a:prstGeom>
          <a:ln w="12700">
            <a:noFill/>
          </a:ln>
        </p:spPr>
      </p:pic>
      <p:sp>
        <p:nvSpPr>
          <p:cNvPr id="103" name="Google Shape;38;p3" hidden="1">
            <a:extLst>
              <a:ext uri="{FF2B5EF4-FFF2-40B4-BE49-F238E27FC236}">
                <a16:creationId xmlns:a16="http://schemas.microsoft.com/office/drawing/2014/main" id="{1FA79653-0E2F-489E-8A2C-5A86C005D002}"/>
              </a:ext>
            </a:extLst>
          </p:cNvPr>
          <p:cNvSpPr>
            <a:spLocks noGrp="1"/>
          </p:cNvSpPr>
          <p:nvPr/>
        </p:nvSpPr>
        <p:spPr>
          <a:xfrm>
            <a:off x="0" y="0"/>
            <a:ext cx="12191400" cy="135720"/>
          </a:xfrm>
          <a:prstGeom prst="rect">
            <a:avLst/>
          </a:prstGeom>
          <a:solidFill>
            <a:srgbClr val="D2E1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104" name="Google Shape;39;p3" hidden="1">
            <a:extLst>
              <a:ext uri="{FF2B5EF4-FFF2-40B4-BE49-F238E27FC236}">
                <a16:creationId xmlns:a16="http://schemas.microsoft.com/office/drawing/2014/main" id="{0F2E559C-05DB-4491-8904-3FC1A8528160}"/>
              </a:ext>
            </a:extLst>
          </p:cNvPr>
          <p:cNvSpPr>
            <a:spLocks noGrp="1"/>
          </p:cNvSpPr>
          <p:nvPr/>
        </p:nvSpPr>
        <p:spPr>
          <a:xfrm>
            <a:off x="0" y="0"/>
            <a:ext cx="380160" cy="6857280"/>
          </a:xfrm>
          <a:prstGeom prst="rect">
            <a:avLst/>
          </a:prstGeom>
          <a:solidFill>
            <a:schemeClr val="accent1"/>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105" name="Google Shape;40;p3" hidden="1">
            <a:extLst>
              <a:ext uri="{FF2B5EF4-FFF2-40B4-BE49-F238E27FC236}">
                <a16:creationId xmlns:a16="http://schemas.microsoft.com/office/drawing/2014/main" id="{A570764D-71BF-47A0-9763-8D8B5F12960C}"/>
              </a:ext>
            </a:extLst>
          </p:cNvPr>
          <p:cNvSpPr>
            <a:spLocks noGrp="1"/>
          </p:cNvSpPr>
          <p:nvPr/>
        </p:nvSpPr>
        <p:spPr>
          <a:xfrm>
            <a:off x="0" y="0"/>
            <a:ext cx="302040" cy="6857280"/>
          </a:xfrm>
          <a:prstGeom prst="rect">
            <a:avLst/>
          </a:prstGeom>
          <a:solidFill>
            <a:srgbClr val="001845"/>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106" name="Google Shape;41;p3" hidden="1">
            <a:extLst>
              <a:ext uri="{FF2B5EF4-FFF2-40B4-BE49-F238E27FC236}">
                <a16:creationId xmlns:a16="http://schemas.microsoft.com/office/drawing/2014/main" id="{86BA9F9B-D0B7-463C-9D9C-0784EECA36C5}"/>
              </a:ext>
            </a:extLst>
          </p:cNvPr>
          <p:cNvSpPr>
            <a:spLocks noGrp="1"/>
          </p:cNvSpPr>
          <p:nvPr/>
        </p:nvSpPr>
        <p:spPr>
          <a:xfrm>
            <a:off x="0" y="0"/>
            <a:ext cx="380160" cy="135720"/>
          </a:xfrm>
          <a:prstGeom prst="rect">
            <a:avLst/>
          </a:prstGeom>
          <a:solidFill>
            <a:srgbClr val="77BAFC"/>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107" name="Google Shape;42;p3" hidden="1">
            <a:extLst>
              <a:ext uri="{FF2B5EF4-FFF2-40B4-BE49-F238E27FC236}">
                <a16:creationId xmlns:a16="http://schemas.microsoft.com/office/drawing/2014/main" id="{8BBA2666-3399-472C-AE75-FD61BE859665}"/>
              </a:ext>
            </a:extLst>
          </p:cNvPr>
          <p:cNvSpPr>
            <a:spLocks noGrp="1"/>
          </p:cNvSpPr>
          <p:nvPr/>
        </p:nvSpPr>
        <p:spPr>
          <a:xfrm>
            <a:off x="0" y="0"/>
            <a:ext cx="302040" cy="135720"/>
          </a:xfrm>
          <a:prstGeom prst="rect">
            <a:avLst/>
          </a:prstGeom>
          <a:solidFill>
            <a:srgbClr val="2269FE"/>
          </a:solidFill>
          <a:ln w="12700">
            <a:noFill/>
          </a:ln>
        </p:spPr>
        <p:style>
          <a:lnRef idx="0">
            <a:scrgbClr r="0" g="0" b="0"/>
          </a:lnRef>
          <a:fillRef idx="0">
            <a:scrgbClr r="0" g="0" b="0"/>
          </a:fillRef>
          <a:effectRef idx="0">
            <a:scrgbClr r="0" g="0" b="0"/>
          </a:effectRef>
          <a:fontRef idx="minor"/>
        </p:style>
        <p:txBody>
          <a:bodyPr lIns="45720" tIns="45000" rIns="45720" bIns="45000" anchor="ctr">
            <a:noAutofit/>
          </a:bodyPr>
          <a:lstStyle/>
          <a:p>
            <a:pPr>
              <a:buNone/>
            </a:pPr>
            <a:endParaRPr/>
          </a:p>
        </p:txBody>
      </p:sp>
      <p:sp>
        <p:nvSpPr>
          <p:cNvPr id="108" name="PlaceHolder 1">
            <a:extLst>
              <a:ext uri="{FF2B5EF4-FFF2-40B4-BE49-F238E27FC236}">
                <a16:creationId xmlns:a16="http://schemas.microsoft.com/office/drawing/2014/main" id="{517D238D-72D3-46F8-A20E-36C1637880CF}"/>
              </a:ext>
            </a:extLst>
          </p:cNvPr>
          <p:cNvSpPr>
            <a:spLocks noGrp="1"/>
          </p:cNvSpPr>
          <p:nvPr>
            <p:ph type="title"/>
          </p:nvPr>
        </p:nvSpPr>
        <p:spPr>
          <a:xfrm>
            <a:off x="838080" y="365040"/>
            <a:ext cx="10514880" cy="1324800"/>
          </a:xfrm>
          <a:prstGeom prst="rect">
            <a:avLst/>
          </a:prstGeom>
          <a:noFill/>
          <a:ln w="12600">
            <a:noFill/>
          </a:ln>
        </p:spPr>
        <p:txBody>
          <a:bodyPr lIns="45720" tIns="45720" rIns="45720" bIns="45720" anchor="ctr">
            <a:noAutofit/>
          </a:bodyPr>
          <a:lstStyle>
            <a:lvl1pPr indent="0" algn="l">
              <a:lnSpc>
                <a:spcPct val="90000"/>
              </a:lnSpc>
              <a:buNone/>
              <a:defRPr sz="4400" b="0" u="none">
                <a:solidFill>
                  <a:srgbClr val="001233"/>
                </a:solidFill>
                <a:latin typeface="Arial"/>
                <a:ea typeface="Arial"/>
                <a:cs typeface="Arial"/>
              </a:defRPr>
            </a:lvl1pPr>
          </a:lstStyle>
          <a:p>
            <a:pPr indent="0" algn="l">
              <a:lnSpc>
                <a:spcPct val="90000"/>
              </a:lnSpc>
              <a:buNone/>
            </a:pPr>
            <a:r>
              <a:rPr sz="4400" b="0" u="none">
                <a:solidFill>
                  <a:srgbClr val="001233"/>
                </a:solidFill>
                <a:latin typeface="Arial"/>
                <a:ea typeface="Arial"/>
                <a:cs typeface="Arial"/>
              </a:rPr>
              <a:t>Title Text</a:t>
            </a:r>
          </a:p>
        </p:txBody>
      </p:sp>
      <p:sp>
        <p:nvSpPr>
          <p:cNvPr id="109" name="PlaceHolder 2">
            <a:extLst>
              <a:ext uri="{FF2B5EF4-FFF2-40B4-BE49-F238E27FC236}">
                <a16:creationId xmlns:a16="http://schemas.microsoft.com/office/drawing/2014/main" id="{1363AA06-47D9-4A80-A144-DF1912F2F611}"/>
              </a:ext>
            </a:extLst>
          </p:cNvPr>
          <p:cNvSpPr>
            <a:spLocks noGrp="1"/>
          </p:cNvSpPr>
          <p:nvPr>
            <p:ph type="sldNum" idx="11"/>
          </p:nvPr>
        </p:nvSpPr>
        <p:spPr>
          <a:xfrm>
            <a:off x="11080080" y="6406920"/>
            <a:ext cx="272880" cy="263520"/>
          </a:xfrm>
          <a:prstGeom prst="rect">
            <a:avLst/>
          </a:prstGeom>
          <a:noFill/>
          <a:ln w="12600">
            <a:noFill/>
          </a:ln>
        </p:spPr>
        <p:txBody>
          <a:bodyPr lIns="45720" tIns="45720" rIns="45720" bIns="45720" anchor="ctr">
            <a:noAutofit/>
          </a:bodyPr>
          <a:lstStyle>
            <a:lvl1pPr indent="0" algn="r">
              <a:lnSpc>
                <a:spcPct val="100000"/>
              </a:lnSpc>
              <a:buNone/>
              <a:defRPr sz="1200" b="0" u="none">
                <a:solidFill>
                  <a:srgbClr val="88888D"/>
                </a:solidFill>
                <a:latin typeface="Arial"/>
                <a:ea typeface="Arial"/>
                <a:cs typeface="Arial"/>
              </a:defRPr>
            </a:lvl1pPr>
          </a:lstStyle>
          <a:p>
            <a:pPr indent="0" algn="r">
              <a:lnSpc>
                <a:spcPct val="100000"/>
              </a:lnSpc>
              <a:buNone/>
            </a:pPr>
            <a:fld id="{2D95B020-B1E9-42F4-9179-798F25100196}" type="slidenum">
              <a:rPr sz="1200" b="0" u="none">
                <a:solidFill>
                  <a:srgbClr val="88888D"/>
                </a:solidFill>
                <a:latin typeface="Arial"/>
                <a:ea typeface="Arial"/>
                <a:cs typeface="Arial"/>
              </a:rPr>
              <a:t>‹#›</a:t>
            </a:fld>
            <a:endParaRPr sz="1200" b="0" u="none">
              <a:solidFill>
                <a:srgbClr val="88888D"/>
              </a:solidFill>
              <a:latin typeface="Arial"/>
              <a:ea typeface="Arial"/>
              <a:cs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PlaceHolder 1">
            <a:extLst>
              <a:ext uri="{FF2B5EF4-FFF2-40B4-BE49-F238E27FC236}">
                <a16:creationId xmlns:a16="http://schemas.microsoft.com/office/drawing/2014/main" id="{7393D7A2-D7B1-40C4-82AE-6BA75C708F3C}"/>
              </a:ext>
            </a:extLst>
          </p:cNvPr>
          <p:cNvSpPr>
            <a:spLocks noGrp="1"/>
          </p:cNvSpPr>
          <p:nvPr>
            <p:ph type="title"/>
          </p:nvPr>
        </p:nvSpPr>
        <p:spPr>
          <a:xfrm>
            <a:off x="635040" y="2567520"/>
            <a:ext cx="10921320" cy="1560600"/>
          </a:xfrm>
          <a:prstGeom prst="rect">
            <a:avLst/>
          </a:prstGeom>
          <a:noFill/>
          <a:ln w="12600">
            <a:noFill/>
          </a:ln>
        </p:spPr>
        <p:txBody>
          <a:bodyPr lIns="45720" tIns="45720" rIns="45720" bIns="45720" anchor="ctr">
            <a:normAutofit/>
          </a:bodyPr>
          <a:lstStyle/>
          <a:p>
            <a:pPr marL="406440" indent="0" algn="ctr">
              <a:lnSpc>
                <a:spcPct val="94000"/>
              </a:lnSpc>
              <a:spcBef>
                <a:spcPts val="1001"/>
              </a:spcBef>
              <a:buNone/>
            </a:pPr>
            <a:r>
              <a:rPr sz="3600" b="1" u="none">
                <a:solidFill>
                  <a:srgbClr val="001233"/>
                </a:solidFill>
                <a:latin typeface="Arial"/>
                <a:ea typeface="Arial"/>
                <a:cs typeface="Arial"/>
              </a:rPr>
              <a:t>CUDA Sum Reduction</a:t>
            </a:r>
          </a:p>
          <a:p>
            <a:pPr marL="406440" indent="0" algn="ctr">
              <a:lnSpc>
                <a:spcPct val="94000"/>
              </a:lnSpc>
              <a:spcBef>
                <a:spcPts val="1001"/>
              </a:spcBef>
              <a:buNone/>
            </a:pPr>
            <a:r>
              <a:rPr sz="3600" b="1" u="none">
                <a:solidFill>
                  <a:srgbClr val="001233"/>
                </a:solidFill>
                <a:latin typeface="Arial"/>
                <a:ea typeface="Arial"/>
                <a:cs typeface="Arial"/>
              </a:rPr>
              <a:t>Incremental Optimization on L40S</a:t>
            </a:r>
          </a:p>
        </p:txBody>
      </p:sp>
      <p:sp>
        <p:nvSpPr>
          <p:cNvPr id="117" name="PlaceHolder 2">
            <a:extLst>
              <a:ext uri="{FF2B5EF4-FFF2-40B4-BE49-F238E27FC236}">
                <a16:creationId xmlns:a16="http://schemas.microsoft.com/office/drawing/2014/main" id="{69286623-678D-444A-897F-1C8F75152416}"/>
              </a:ext>
            </a:extLst>
          </p:cNvPr>
          <p:cNvSpPr>
            <a:spLocks noGrp="1"/>
          </p:cNvSpPr>
          <p:nvPr>
            <p:ph type="subTitle"/>
          </p:nvPr>
        </p:nvSpPr>
        <p:spPr>
          <a:xfrm>
            <a:off x="635040" y="4190040"/>
            <a:ext cx="10921320" cy="2172600"/>
          </a:xfrm>
          <a:prstGeom prst="rect">
            <a:avLst/>
          </a:prstGeom>
          <a:noFill/>
          <a:ln w="12600">
            <a:noFill/>
          </a:ln>
        </p:spPr>
        <p:txBody>
          <a:bodyPr lIns="45720" tIns="45720" rIns="45720" bIns="45720" anchor="t">
            <a:normAutofit/>
          </a:bodyPr>
          <a:lstStyle/>
          <a:p>
            <a:pPr marL="406440" indent="0" algn="ctr">
              <a:lnSpc>
                <a:spcPct val="90000"/>
              </a:lnSpc>
              <a:spcBef>
                <a:spcPts val="1001"/>
              </a:spcBef>
              <a:buNone/>
            </a:pPr>
            <a:r>
              <a:rPr sz="1650" b="0" i="1" u="none">
                <a:solidFill>
                  <a:srgbClr val="0353A4"/>
                </a:solidFill>
                <a:latin typeface="Arial"/>
                <a:ea typeface="Arial"/>
                <a:cs typeface="Arial"/>
              </a:rPr>
              <a:t>Source-inspired kernels • fresh 2 GiB measurements • NVIDIA L40S</a:t>
            </a:r>
          </a:p>
        </p:txBody>
      </p:sp>
      <p:sp>
        <p:nvSpPr>
          <p:cNvPr id="118" name="Google Shape;106;p1">
            <a:extLst>
              <a:ext uri="{FF2B5EF4-FFF2-40B4-BE49-F238E27FC236}">
                <a16:creationId xmlns:a16="http://schemas.microsoft.com/office/drawing/2014/main" id="{26B557D7-134F-4819-BFFE-1EE3B61AEC5D}"/>
              </a:ext>
            </a:extLst>
          </p:cNvPr>
          <p:cNvSpPr>
            <a:spLocks noGrp="1"/>
          </p:cNvSpPr>
          <p:nvPr/>
        </p:nvSpPr>
        <p:spPr>
          <a:xfrm>
            <a:off x="4051080" y="2359800"/>
            <a:ext cx="4089240" cy="399240"/>
          </a:xfrm>
          <a:prstGeom prst="rect">
            <a:avLst/>
          </a:prstGeom>
          <a:noFill/>
          <a:ln w="12700">
            <a:noFill/>
          </a:ln>
        </p:spPr>
        <p:style>
          <a:lnRef idx="0">
            <a:scrgbClr r="0" g="0" b="0"/>
          </a:lnRef>
          <a:fillRef idx="0">
            <a:scrgbClr r="0" g="0" b="0"/>
          </a:fillRef>
          <a:effectRef idx="0">
            <a:scrgbClr r="0" g="0" b="0"/>
          </a:effectRef>
          <a:fontRef idx="minor"/>
        </p:style>
        <p:txBody>
          <a:bodyPr lIns="45720" tIns="45000" rIns="45720" bIns="45000" anchor="t">
            <a:spAutoFit/>
          </a:bodyPr>
          <a:lstStyle/>
          <a:p>
            <a:pPr algn="ctr">
              <a:lnSpc>
                <a:spcPct val="100000"/>
              </a:lnSpc>
              <a:buNone/>
            </a:pPr>
            <a:r>
              <a:rPr sz="2000" b="1" u="none">
                <a:solidFill>
                  <a:schemeClr val="accent1"/>
                </a:solidFill>
                <a:latin typeface="Arial"/>
                <a:ea typeface="Arial"/>
                <a:cs typeface="Arial"/>
              </a:rPr>
              <a:t>GPU I/O Stack: GPU Study</a:t>
            </a:r>
          </a:p>
        </p:txBody>
      </p:sp>
      <p:pic>
        <p:nvPicPr>
          <p:cNvPr id="127" name="Picture 126"/>
          <p:cNvPicPr>
            <a:picLocks noChangeAspect="1"/>
          </p:cNvPicPr>
          <p:nvPr/>
        </p:nvPicPr>
        <p:blipFill>
          <a:blip r:embed="rId3"/>
          <a:srcRect t="9709" b="9709"/>
          <a:stretch/>
        </p:blipFill>
        <p:spPr>
          <a:xfrm>
            <a:off x="5992200" y="5528520"/>
            <a:ext cx="487080" cy="392400"/>
          </a:xfrm>
          <a:prstGeom prst="rect">
            <a:avLst/>
          </a:prstGeom>
          <a:ln w="0">
            <a:noFill/>
          </a:ln>
        </p:spPr>
      </p:pic>
      <p:sp>
        <p:nvSpPr>
          <p:cNvPr id="120" name="s1-lab-name">
            <a:extLst>
              <a:ext uri="{FF2B5EF4-FFF2-40B4-BE49-F238E27FC236}">
                <a16:creationId xmlns:a16="http://schemas.microsoft.com/office/drawing/2014/main" id="{E5FBA857-D382-46C5-8E24-8389951E841A}"/>
              </a:ext>
            </a:extLst>
          </p:cNvPr>
          <p:cNvSpPr>
            <a:spLocks noGrp="1"/>
          </p:cNvSpPr>
          <p:nvPr/>
        </p:nvSpPr>
        <p:spPr>
          <a:xfrm>
            <a:off x="6579000" y="5493960"/>
            <a:ext cx="2685600" cy="266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rmAutofit/>
          </a:bodyPr>
          <a:lstStyle/>
          <a:p>
            <a:pPr>
              <a:lnSpc>
                <a:spcPct val="100000"/>
              </a:lnSpc>
              <a:buNone/>
            </a:pPr>
            <a:r>
              <a:rPr sz="1400" b="1" u="none">
                <a:solidFill>
                  <a:srgbClr val="001233"/>
                </a:solidFill>
                <a:latin typeface="Arial"/>
                <a:ea typeface="Arial"/>
                <a:cs typeface="Arial"/>
              </a:rPr>
              <a:t>Scalable System Software</a:t>
            </a:r>
          </a:p>
        </p:txBody>
      </p:sp>
      <p:sp>
        <p:nvSpPr>
          <p:cNvPr id="121" name="s1-lab-divider">
            <a:extLst>
              <a:ext uri="{FF2B5EF4-FFF2-40B4-BE49-F238E27FC236}">
                <a16:creationId xmlns:a16="http://schemas.microsoft.com/office/drawing/2014/main" id="{14BB66CA-2DDD-4972-9F2D-338A7AE4BEEB}"/>
              </a:ext>
            </a:extLst>
          </p:cNvPr>
          <p:cNvSpPr>
            <a:spLocks noGrp="1"/>
          </p:cNvSpPr>
          <p:nvPr/>
        </p:nvSpPr>
        <p:spPr>
          <a:xfrm>
            <a:off x="6532920" y="5781600"/>
            <a:ext cx="2762280" cy="360"/>
          </a:xfrm>
          <a:prstGeom prst="line">
            <a:avLst/>
          </a:prstGeom>
          <a:ln w="7620">
            <a:solidFill>
              <a:srgbClr val="A3ABBC"/>
            </a:solidFill>
          </a:ln>
        </p:spPr>
        <p:style>
          <a:lnRef idx="0">
            <a:scrgbClr r="0" g="0" b="0"/>
          </a:lnRef>
          <a:fillRef idx="0">
            <a:scrgbClr r="0" g="0" b="0"/>
          </a:fillRef>
          <a:effectRef idx="0">
            <a:scrgbClr r="0" g="0" b="0"/>
          </a:effectRef>
          <a:fontRef idx="minor"/>
        </p:style>
        <p:txBody>
          <a:bodyPr lIns="90000" tIns="-44640" rIns="90000" bIns="-44640" anchor="t">
            <a:noAutofit/>
          </a:bodyPr>
          <a:lstStyle/>
          <a:p>
            <a:pPr>
              <a:buNone/>
            </a:pPr>
            <a:endParaRPr/>
          </a:p>
        </p:txBody>
      </p:sp>
      <p:sp>
        <p:nvSpPr>
          <p:cNvPr id="122" name="s1-lab-subtitle">
            <a:extLst>
              <a:ext uri="{FF2B5EF4-FFF2-40B4-BE49-F238E27FC236}">
                <a16:creationId xmlns:a16="http://schemas.microsoft.com/office/drawing/2014/main" id="{A0B8E17D-6BF8-4F18-BD06-7C46EE770C1A}"/>
              </a:ext>
            </a:extLst>
          </p:cNvPr>
          <p:cNvSpPr>
            <a:spLocks noGrp="1"/>
          </p:cNvSpPr>
          <p:nvPr/>
        </p:nvSpPr>
        <p:spPr>
          <a:xfrm>
            <a:off x="6579000" y="5800680"/>
            <a:ext cx="2685600" cy="1807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rmAutofit/>
          </a:bodyPr>
          <a:lstStyle/>
          <a:p>
            <a:pPr>
              <a:lnSpc>
                <a:spcPct val="100000"/>
              </a:lnSpc>
              <a:buNone/>
            </a:pPr>
            <a:r>
              <a:rPr sz="1000" b="0" u="none">
                <a:solidFill>
                  <a:srgbClr val="99A3B8"/>
                </a:solidFill>
                <a:latin typeface="Arial"/>
                <a:ea typeface="Arial"/>
                <a:cs typeface="Arial"/>
              </a:rPr>
              <a:t>L   A   B   O   R   A   T   O   R   Y</a:t>
            </a:r>
          </a:p>
        </p:txBody>
      </p:sp>
    </p:spTree>
    <p:extLst>
      <p:ext uri="{BB962C8B-B14F-4D97-AF65-F5344CB8AC3E}">
        <p14:creationId xmlns:p14="http://schemas.microsoft.com/office/powerpoint/2010/main" val="1272743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PlaceHolder 1">
            <a:extLst>
              <a:ext uri="{FF2B5EF4-FFF2-40B4-BE49-F238E27FC236}">
                <a16:creationId xmlns:a16="http://schemas.microsoft.com/office/drawing/2014/main" id="{2AFE0D54-12AB-4283-A0F0-6E3B1EA02D2E}"/>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3000" b="1" u="none">
                <a:solidFill>
                  <a:srgbClr val="001233"/>
                </a:solidFill>
                <a:latin typeface="Arial"/>
                <a:ea typeface="Arial"/>
                <a:cs typeface="Arial"/>
              </a:rPr>
              <a:t>L40S Hardware Scope</a:t>
            </a:r>
          </a:p>
        </p:txBody>
      </p:sp>
      <p:sp>
        <p:nvSpPr>
          <p:cNvPr id="124" name="PlaceHolder 2">
            <a:extLst>
              <a:ext uri="{FF2B5EF4-FFF2-40B4-BE49-F238E27FC236}">
                <a16:creationId xmlns:a16="http://schemas.microsoft.com/office/drawing/2014/main" id="{15B3843D-4F7B-4792-9CDB-D0A6FB5160F0}"/>
              </a:ext>
            </a:extLst>
          </p:cNvPr>
          <p:cNvSpPr>
            <a:spLocks noGrp="1"/>
          </p:cNvSpPr>
          <p:nvPr>
            <p:ph type="sldNum" idx="15"/>
          </p:nvPr>
        </p:nvSpPr>
        <p:spPr>
          <a:xfrm>
            <a:off x="11755440" y="6453720"/>
            <a:ext cx="188280" cy="263520"/>
          </a:xfrm>
          <a:prstGeom prst="rect">
            <a:avLst/>
          </a:prstGeom>
          <a:noFill/>
          <a:ln w="12600">
            <a:noFill/>
          </a:ln>
        </p:spPr>
        <p:txBody>
          <a:bodyPr lIns="45720" tIns="45720" rIns="45720" bIns="45720" anchor="ctr">
            <a:noAutofit/>
          </a:bodyPr>
          <a:lstStyle>
            <a:lvl1pPr indent="0" algn="r">
              <a:lnSpc>
                <a:spcPct val="100000"/>
              </a:lnSpc>
              <a:buNone/>
              <a:defRPr sz="1200" b="0" u="none">
                <a:solidFill>
                  <a:srgbClr val="88888D"/>
                </a:solidFill>
                <a:latin typeface="Arial"/>
                <a:ea typeface="Arial"/>
                <a:cs typeface="Arial"/>
              </a:defRPr>
            </a:lvl1pPr>
          </a:lstStyle>
          <a:p>
            <a:pPr indent="0" algn="r">
              <a:lnSpc>
                <a:spcPct val="100000"/>
              </a:lnSpc>
              <a:buNone/>
            </a:pPr>
            <a:fld id="{1636DAB5-6F29-41B3-A5A7-093EFAF563D0}" type="slidenum">
              <a:rPr sz="1200" b="0" u="none">
                <a:solidFill>
                  <a:srgbClr val="88888D"/>
                </a:solidFill>
                <a:latin typeface="Arial"/>
                <a:ea typeface="Arial"/>
                <a:cs typeface="Arial"/>
              </a:rPr>
              <a:t>2</a:t>
            </a:fld>
            <a:endParaRPr sz="1200" b="0" u="none">
              <a:solidFill>
                <a:srgbClr val="88888D"/>
              </a:solidFill>
              <a:latin typeface="Arial"/>
              <a:ea typeface="Arial"/>
              <a:cs typeface="Arial"/>
            </a:endParaRPr>
          </a:p>
        </p:txBody>
      </p:sp>
      <p:sp>
        <p:nvSpPr>
          <p:cNvPr id="125" name="s2-context">
            <a:extLst>
              <a:ext uri="{FF2B5EF4-FFF2-40B4-BE49-F238E27FC236}">
                <a16:creationId xmlns:a16="http://schemas.microsoft.com/office/drawing/2014/main" id="{E5C35278-11E6-4378-B1D1-1E81AA7610C5}"/>
              </a:ext>
            </a:extLst>
          </p:cNvPr>
          <p:cNvSpPr>
            <a:spLocks noGrp="1"/>
          </p:cNvSpPr>
          <p:nvPr/>
        </p:nvSpPr>
        <p:spPr>
          <a:xfrm>
            <a:off x="723960" y="1000080"/>
            <a:ext cx="10286640" cy="28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350" b="1" u="none">
                <a:solidFill>
                  <a:srgbClr val="001233"/>
                </a:solidFill>
                <a:latin typeface="Arial"/>
                <a:ea typeface="Arial"/>
                <a:cs typeface="Arial"/>
              </a:rPr>
              <a:t>The limits used later: device traffic, SM residency, and warp-local communication</a:t>
            </a:r>
          </a:p>
        </p:txBody>
      </p:sp>
      <p:sp>
        <p:nvSpPr>
          <p:cNvPr id="126" name="s2-device-shell">
            <a:extLst>
              <a:ext uri="{FF2B5EF4-FFF2-40B4-BE49-F238E27FC236}">
                <a16:creationId xmlns:a16="http://schemas.microsoft.com/office/drawing/2014/main" id="{AFD68A0D-4221-4A33-8716-D77EC6FE73A5}"/>
              </a:ext>
            </a:extLst>
          </p:cNvPr>
          <p:cNvSpPr>
            <a:spLocks noGrp="1"/>
          </p:cNvSpPr>
          <p:nvPr/>
        </p:nvSpPr>
        <p:spPr>
          <a:xfrm>
            <a:off x="743040" y="1571760"/>
            <a:ext cx="2666520" cy="3428640"/>
          </a:xfrm>
          <a:prstGeom prst="rect">
            <a:avLst/>
          </a:prstGeom>
          <a:noFill/>
          <a:ln w="19050">
            <a:solidFill>
              <a:srgbClr val="012345"/>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27" name="s2-device-fill-0">
            <a:extLst>
              <a:ext uri="{FF2B5EF4-FFF2-40B4-BE49-F238E27FC236}">
                <a16:creationId xmlns:a16="http://schemas.microsoft.com/office/drawing/2014/main" id="{F0AFFDF6-58E6-4714-8E87-F21465A7DA14}"/>
              </a:ext>
            </a:extLst>
          </p:cNvPr>
          <p:cNvSpPr>
            <a:spLocks noGrp="1"/>
          </p:cNvSpPr>
          <p:nvPr/>
        </p:nvSpPr>
        <p:spPr>
          <a:xfrm>
            <a:off x="762120" y="1590840"/>
            <a:ext cx="2628720" cy="484200"/>
          </a:xfrm>
          <a:prstGeom prst="rect">
            <a:avLst/>
          </a:prstGeom>
          <a:solidFill>
            <a:srgbClr val="BCDC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28" name="s2-device-fill-1">
            <a:extLst>
              <a:ext uri="{FF2B5EF4-FFF2-40B4-BE49-F238E27FC236}">
                <a16:creationId xmlns:a16="http://schemas.microsoft.com/office/drawing/2014/main" id="{46D068CD-5597-4986-8880-C9AC0C6CF4B9}"/>
              </a:ext>
            </a:extLst>
          </p:cNvPr>
          <p:cNvSpPr>
            <a:spLocks noGrp="1"/>
          </p:cNvSpPr>
          <p:nvPr/>
        </p:nvSpPr>
        <p:spPr>
          <a:xfrm>
            <a:off x="762120" y="2065680"/>
            <a:ext cx="2628720" cy="493560"/>
          </a:xfrm>
          <a:prstGeom prst="rect">
            <a:avLst/>
          </a:prstGeom>
          <a:solidFill>
            <a:srgbClr val="BCDC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29" name="s2-device-fill-2">
            <a:extLst>
              <a:ext uri="{FF2B5EF4-FFF2-40B4-BE49-F238E27FC236}">
                <a16:creationId xmlns:a16="http://schemas.microsoft.com/office/drawing/2014/main" id="{160B39B5-DFE0-47C3-A134-BA2EAF5296D7}"/>
              </a:ext>
            </a:extLst>
          </p:cNvPr>
          <p:cNvSpPr>
            <a:spLocks noGrp="1"/>
          </p:cNvSpPr>
          <p:nvPr/>
        </p:nvSpPr>
        <p:spPr>
          <a:xfrm>
            <a:off x="762120" y="2549880"/>
            <a:ext cx="2628720" cy="493560"/>
          </a:xfrm>
          <a:prstGeom prst="rect">
            <a:avLst/>
          </a:prstGeom>
          <a:solidFill>
            <a:srgbClr val="BCDC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0" name="s2-device-fill-3">
            <a:extLst>
              <a:ext uri="{FF2B5EF4-FFF2-40B4-BE49-F238E27FC236}">
                <a16:creationId xmlns:a16="http://schemas.microsoft.com/office/drawing/2014/main" id="{7D2D411F-900E-4691-84E6-137663BBA7FB}"/>
              </a:ext>
            </a:extLst>
          </p:cNvPr>
          <p:cNvSpPr>
            <a:spLocks noGrp="1"/>
          </p:cNvSpPr>
          <p:nvPr/>
        </p:nvSpPr>
        <p:spPr>
          <a:xfrm>
            <a:off x="762120" y="3034440"/>
            <a:ext cx="2628720" cy="493560"/>
          </a:xfrm>
          <a:prstGeom prst="rect">
            <a:avLst/>
          </a:prstGeom>
          <a:solidFill>
            <a:srgbClr val="BCDC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1" name="s2-device-fill-4">
            <a:extLst>
              <a:ext uri="{FF2B5EF4-FFF2-40B4-BE49-F238E27FC236}">
                <a16:creationId xmlns:a16="http://schemas.microsoft.com/office/drawing/2014/main" id="{5DE776DE-45EE-439C-AFD4-8D3E0B2C2C3B}"/>
              </a:ext>
            </a:extLst>
          </p:cNvPr>
          <p:cNvSpPr>
            <a:spLocks noGrp="1"/>
          </p:cNvSpPr>
          <p:nvPr/>
        </p:nvSpPr>
        <p:spPr>
          <a:xfrm>
            <a:off x="762120" y="3518640"/>
            <a:ext cx="2628720" cy="493560"/>
          </a:xfrm>
          <a:prstGeom prst="rect">
            <a:avLst/>
          </a:prstGeom>
          <a:solidFill>
            <a:srgbClr val="BCDC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2" name="s2-device-fill-5">
            <a:extLst>
              <a:ext uri="{FF2B5EF4-FFF2-40B4-BE49-F238E27FC236}">
                <a16:creationId xmlns:a16="http://schemas.microsoft.com/office/drawing/2014/main" id="{968F3491-5479-4A20-BC5A-7ACD14BA7710}"/>
              </a:ext>
            </a:extLst>
          </p:cNvPr>
          <p:cNvSpPr>
            <a:spLocks noGrp="1"/>
          </p:cNvSpPr>
          <p:nvPr/>
        </p:nvSpPr>
        <p:spPr>
          <a:xfrm>
            <a:off x="762120" y="4003200"/>
            <a:ext cx="2628720" cy="493560"/>
          </a:xfrm>
          <a:prstGeom prst="rect">
            <a:avLst/>
          </a:prstGeom>
          <a:solidFill>
            <a:srgbClr val="BCDC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3" name="s2-device-fill-6">
            <a:extLst>
              <a:ext uri="{FF2B5EF4-FFF2-40B4-BE49-F238E27FC236}">
                <a16:creationId xmlns:a16="http://schemas.microsoft.com/office/drawing/2014/main" id="{FF761513-6C01-4F8B-9C37-9F4B4206D87F}"/>
              </a:ext>
            </a:extLst>
          </p:cNvPr>
          <p:cNvSpPr>
            <a:spLocks noGrp="1"/>
          </p:cNvSpPr>
          <p:nvPr/>
        </p:nvSpPr>
        <p:spPr>
          <a:xfrm>
            <a:off x="762120" y="4487760"/>
            <a:ext cx="2628720" cy="493560"/>
          </a:xfrm>
          <a:prstGeom prst="rect">
            <a:avLst/>
          </a:prstGeom>
          <a:solidFill>
            <a:srgbClr val="BCDC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4" name="s2-device-label">
            <a:extLst>
              <a:ext uri="{FF2B5EF4-FFF2-40B4-BE49-F238E27FC236}">
                <a16:creationId xmlns:a16="http://schemas.microsoft.com/office/drawing/2014/main" id="{F28E9A2A-E5B8-4902-8DDB-8B00F8A86A80}"/>
              </a:ext>
            </a:extLst>
          </p:cNvPr>
          <p:cNvSpPr>
            <a:spLocks noGrp="1"/>
          </p:cNvSpPr>
          <p:nvPr/>
        </p:nvSpPr>
        <p:spPr>
          <a:xfrm>
            <a:off x="952560" y="1733400"/>
            <a:ext cx="2247480" cy="3236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950" b="1" u="none">
                <a:solidFill>
                  <a:srgbClr val="001233"/>
                </a:solidFill>
                <a:latin typeface="Courier New"/>
                <a:ea typeface="Courier New"/>
                <a:cs typeface="Courier New"/>
              </a:rPr>
              <a:t>L40S</a:t>
            </a:r>
          </a:p>
        </p:txBody>
      </p:sp>
      <p:sp>
        <p:nvSpPr>
          <p:cNvPr id="135" name="s2-sm-count">
            <a:extLst>
              <a:ext uri="{FF2B5EF4-FFF2-40B4-BE49-F238E27FC236}">
                <a16:creationId xmlns:a16="http://schemas.microsoft.com/office/drawing/2014/main" id="{E38B50A0-C2AA-4CD7-B717-B4511B3C8C76}"/>
              </a:ext>
            </a:extLst>
          </p:cNvPr>
          <p:cNvSpPr>
            <a:spLocks noGrp="1"/>
          </p:cNvSpPr>
          <p:nvPr/>
        </p:nvSpPr>
        <p:spPr>
          <a:xfrm>
            <a:off x="952560" y="2076480"/>
            <a:ext cx="2247480" cy="24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350" b="1" u="none">
                <a:solidFill>
                  <a:srgbClr val="0353A4"/>
                </a:solidFill>
                <a:latin typeface="Courier New"/>
                <a:ea typeface="Courier New"/>
                <a:cs typeface="Courier New"/>
              </a:rPr>
              <a:t>142 SMs</a:t>
            </a:r>
          </a:p>
        </p:txBody>
      </p:sp>
      <p:sp>
        <p:nvSpPr>
          <p:cNvPr id="136" name="s2-sm-tile-0-0">
            <a:extLst>
              <a:ext uri="{FF2B5EF4-FFF2-40B4-BE49-F238E27FC236}">
                <a16:creationId xmlns:a16="http://schemas.microsoft.com/office/drawing/2014/main" id="{46E46113-5459-41BF-ABB0-EBEB93BD6C76}"/>
              </a:ext>
            </a:extLst>
          </p:cNvPr>
          <p:cNvSpPr>
            <a:spLocks noGrp="1"/>
          </p:cNvSpPr>
          <p:nvPr/>
        </p:nvSpPr>
        <p:spPr>
          <a:xfrm>
            <a:off x="1066680" y="2428920"/>
            <a:ext cx="399600" cy="228240"/>
          </a:xfrm>
          <a:prstGeom prst="rect">
            <a:avLst/>
          </a:prstGeom>
          <a:solidFill>
            <a:srgbClr val="78BAFD"/>
          </a:solidFill>
          <a:ln w="9525">
            <a:solidFill>
              <a:srgbClr val="0353A4"/>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37" name="s2-sm-tile-0-1">
            <a:extLst>
              <a:ext uri="{FF2B5EF4-FFF2-40B4-BE49-F238E27FC236}">
                <a16:creationId xmlns:a16="http://schemas.microsoft.com/office/drawing/2014/main" id="{3FAD0D6D-1A1B-4778-A49B-671D88F48641}"/>
              </a:ext>
            </a:extLst>
          </p:cNvPr>
          <p:cNvSpPr>
            <a:spLocks noGrp="1"/>
          </p:cNvSpPr>
          <p:nvPr/>
        </p:nvSpPr>
        <p:spPr>
          <a:xfrm>
            <a:off x="1590840" y="2428920"/>
            <a:ext cx="399600" cy="228240"/>
          </a:xfrm>
          <a:prstGeom prst="rect">
            <a:avLst/>
          </a:prstGeom>
          <a:solidFill>
            <a:srgbClr val="78BAFD"/>
          </a:solidFill>
          <a:ln w="9525">
            <a:solidFill>
              <a:srgbClr val="0353A4"/>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38" name="s2-sm-tile-0-2">
            <a:extLst>
              <a:ext uri="{FF2B5EF4-FFF2-40B4-BE49-F238E27FC236}">
                <a16:creationId xmlns:a16="http://schemas.microsoft.com/office/drawing/2014/main" id="{EEDB5362-B8DD-4FA7-855F-B303A54768B6}"/>
              </a:ext>
            </a:extLst>
          </p:cNvPr>
          <p:cNvSpPr>
            <a:spLocks noGrp="1"/>
          </p:cNvSpPr>
          <p:nvPr/>
        </p:nvSpPr>
        <p:spPr>
          <a:xfrm>
            <a:off x="2114640" y="2428920"/>
            <a:ext cx="399600" cy="228240"/>
          </a:xfrm>
          <a:prstGeom prst="rect">
            <a:avLst/>
          </a:prstGeom>
          <a:solidFill>
            <a:srgbClr val="78BAFD"/>
          </a:solidFill>
          <a:ln w="9525">
            <a:solidFill>
              <a:srgbClr val="0353A4"/>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39" name="s2-sm-tile-0-3">
            <a:extLst>
              <a:ext uri="{FF2B5EF4-FFF2-40B4-BE49-F238E27FC236}">
                <a16:creationId xmlns:a16="http://schemas.microsoft.com/office/drawing/2014/main" id="{9912BB61-6C37-475E-BFE5-93A84CE5E911}"/>
              </a:ext>
            </a:extLst>
          </p:cNvPr>
          <p:cNvSpPr>
            <a:spLocks noGrp="1"/>
          </p:cNvSpPr>
          <p:nvPr/>
        </p:nvSpPr>
        <p:spPr>
          <a:xfrm>
            <a:off x="2638440" y="2428920"/>
            <a:ext cx="399600" cy="228240"/>
          </a:xfrm>
          <a:prstGeom prst="rect">
            <a:avLst/>
          </a:prstGeom>
          <a:solidFill>
            <a:srgbClr val="78BAFD"/>
          </a:solidFill>
          <a:ln w="9525">
            <a:solidFill>
              <a:srgbClr val="0353A4"/>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40" name="s2-sm-tile-1-0">
            <a:extLst>
              <a:ext uri="{FF2B5EF4-FFF2-40B4-BE49-F238E27FC236}">
                <a16:creationId xmlns:a16="http://schemas.microsoft.com/office/drawing/2014/main" id="{8BB11899-DE66-402F-B879-2E70230EDBB4}"/>
              </a:ext>
            </a:extLst>
          </p:cNvPr>
          <p:cNvSpPr>
            <a:spLocks noGrp="1"/>
          </p:cNvSpPr>
          <p:nvPr/>
        </p:nvSpPr>
        <p:spPr>
          <a:xfrm>
            <a:off x="1066680" y="2762280"/>
            <a:ext cx="399600" cy="228240"/>
          </a:xfrm>
          <a:prstGeom prst="rect">
            <a:avLst/>
          </a:prstGeom>
          <a:solidFill>
            <a:srgbClr val="78BAFD"/>
          </a:solidFill>
          <a:ln w="9525">
            <a:solidFill>
              <a:srgbClr val="0353A4"/>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41" name="s2-sm-tile-1-1">
            <a:extLst>
              <a:ext uri="{FF2B5EF4-FFF2-40B4-BE49-F238E27FC236}">
                <a16:creationId xmlns:a16="http://schemas.microsoft.com/office/drawing/2014/main" id="{445DE54A-62C0-4076-93C6-4C5CA6579676}"/>
              </a:ext>
            </a:extLst>
          </p:cNvPr>
          <p:cNvSpPr>
            <a:spLocks noGrp="1"/>
          </p:cNvSpPr>
          <p:nvPr/>
        </p:nvSpPr>
        <p:spPr>
          <a:xfrm>
            <a:off x="1590840" y="2762280"/>
            <a:ext cx="399600" cy="228240"/>
          </a:xfrm>
          <a:prstGeom prst="rect">
            <a:avLst/>
          </a:prstGeom>
          <a:solidFill>
            <a:srgbClr val="78BAFD"/>
          </a:solidFill>
          <a:ln w="9525">
            <a:solidFill>
              <a:srgbClr val="0353A4"/>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42" name="s2-sm-tile-1-2">
            <a:extLst>
              <a:ext uri="{FF2B5EF4-FFF2-40B4-BE49-F238E27FC236}">
                <a16:creationId xmlns:a16="http://schemas.microsoft.com/office/drawing/2014/main" id="{5E1CDFDB-E1D6-4085-908A-0B312F00C28C}"/>
              </a:ext>
            </a:extLst>
          </p:cNvPr>
          <p:cNvSpPr>
            <a:spLocks noGrp="1"/>
          </p:cNvSpPr>
          <p:nvPr/>
        </p:nvSpPr>
        <p:spPr>
          <a:xfrm>
            <a:off x="2114640" y="2762280"/>
            <a:ext cx="399600" cy="228240"/>
          </a:xfrm>
          <a:prstGeom prst="rect">
            <a:avLst/>
          </a:prstGeom>
          <a:solidFill>
            <a:srgbClr val="78BAFD"/>
          </a:solidFill>
          <a:ln w="9525">
            <a:solidFill>
              <a:srgbClr val="0353A4"/>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43" name="s2-sm-tile-1-3">
            <a:extLst>
              <a:ext uri="{FF2B5EF4-FFF2-40B4-BE49-F238E27FC236}">
                <a16:creationId xmlns:a16="http://schemas.microsoft.com/office/drawing/2014/main" id="{6A4F862A-F8EE-4A16-9B38-F40DC2E458A8}"/>
              </a:ext>
            </a:extLst>
          </p:cNvPr>
          <p:cNvSpPr>
            <a:spLocks noGrp="1"/>
          </p:cNvSpPr>
          <p:nvPr/>
        </p:nvSpPr>
        <p:spPr>
          <a:xfrm>
            <a:off x="2638440" y="2762280"/>
            <a:ext cx="399600" cy="228240"/>
          </a:xfrm>
          <a:prstGeom prst="rect">
            <a:avLst/>
          </a:prstGeom>
          <a:solidFill>
            <a:srgbClr val="33CCCC"/>
          </a:solidFill>
          <a:ln w="21908">
            <a:solidFill>
              <a:srgbClr val="FF0000"/>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44" name="s2-sm-tile-2-0">
            <a:extLst>
              <a:ext uri="{FF2B5EF4-FFF2-40B4-BE49-F238E27FC236}">
                <a16:creationId xmlns:a16="http://schemas.microsoft.com/office/drawing/2014/main" id="{1D9B2C82-0138-4B28-977C-5D5FDE36D400}"/>
              </a:ext>
            </a:extLst>
          </p:cNvPr>
          <p:cNvSpPr>
            <a:spLocks noGrp="1"/>
          </p:cNvSpPr>
          <p:nvPr/>
        </p:nvSpPr>
        <p:spPr>
          <a:xfrm>
            <a:off x="1066680" y="3095640"/>
            <a:ext cx="399600" cy="228240"/>
          </a:xfrm>
          <a:prstGeom prst="rect">
            <a:avLst/>
          </a:prstGeom>
          <a:solidFill>
            <a:srgbClr val="78BAFD"/>
          </a:solidFill>
          <a:ln w="9525">
            <a:solidFill>
              <a:srgbClr val="0353A4"/>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45" name="s2-sm-tile-2-1">
            <a:extLst>
              <a:ext uri="{FF2B5EF4-FFF2-40B4-BE49-F238E27FC236}">
                <a16:creationId xmlns:a16="http://schemas.microsoft.com/office/drawing/2014/main" id="{F5EAB076-0BD2-4561-8504-61631B35C272}"/>
              </a:ext>
            </a:extLst>
          </p:cNvPr>
          <p:cNvSpPr>
            <a:spLocks noGrp="1"/>
          </p:cNvSpPr>
          <p:nvPr/>
        </p:nvSpPr>
        <p:spPr>
          <a:xfrm>
            <a:off x="1590840" y="3095640"/>
            <a:ext cx="399600" cy="228240"/>
          </a:xfrm>
          <a:prstGeom prst="rect">
            <a:avLst/>
          </a:prstGeom>
          <a:solidFill>
            <a:srgbClr val="78BAFD"/>
          </a:solidFill>
          <a:ln w="9525">
            <a:solidFill>
              <a:srgbClr val="0353A4"/>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46" name="s2-sm-tile-2-2">
            <a:extLst>
              <a:ext uri="{FF2B5EF4-FFF2-40B4-BE49-F238E27FC236}">
                <a16:creationId xmlns:a16="http://schemas.microsoft.com/office/drawing/2014/main" id="{85D66E6D-CF1A-4A88-A528-1360EE98041C}"/>
              </a:ext>
            </a:extLst>
          </p:cNvPr>
          <p:cNvSpPr>
            <a:spLocks noGrp="1"/>
          </p:cNvSpPr>
          <p:nvPr/>
        </p:nvSpPr>
        <p:spPr>
          <a:xfrm>
            <a:off x="2114640" y="3095640"/>
            <a:ext cx="399600" cy="228240"/>
          </a:xfrm>
          <a:prstGeom prst="rect">
            <a:avLst/>
          </a:prstGeom>
          <a:solidFill>
            <a:srgbClr val="78BAFD"/>
          </a:solidFill>
          <a:ln w="9525">
            <a:solidFill>
              <a:srgbClr val="0353A4"/>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47" name="s2-sm-tile-2-3">
            <a:extLst>
              <a:ext uri="{FF2B5EF4-FFF2-40B4-BE49-F238E27FC236}">
                <a16:creationId xmlns:a16="http://schemas.microsoft.com/office/drawing/2014/main" id="{71226506-1CB4-4423-9E4F-D4DE76AA8F4A}"/>
              </a:ext>
            </a:extLst>
          </p:cNvPr>
          <p:cNvSpPr>
            <a:spLocks noGrp="1"/>
          </p:cNvSpPr>
          <p:nvPr/>
        </p:nvSpPr>
        <p:spPr>
          <a:xfrm>
            <a:off x="2638440" y="3095640"/>
            <a:ext cx="399600" cy="228240"/>
          </a:xfrm>
          <a:prstGeom prst="rect">
            <a:avLst/>
          </a:prstGeom>
          <a:solidFill>
            <a:srgbClr val="78BAFD"/>
          </a:solidFill>
          <a:ln w="9525">
            <a:solidFill>
              <a:srgbClr val="0353A4"/>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48" name="s2-sm-tile-3-0">
            <a:extLst>
              <a:ext uri="{FF2B5EF4-FFF2-40B4-BE49-F238E27FC236}">
                <a16:creationId xmlns:a16="http://schemas.microsoft.com/office/drawing/2014/main" id="{31D90C88-42AC-4369-9328-7EA564AE4A5A}"/>
              </a:ext>
            </a:extLst>
          </p:cNvPr>
          <p:cNvSpPr>
            <a:spLocks noGrp="1"/>
          </p:cNvSpPr>
          <p:nvPr/>
        </p:nvSpPr>
        <p:spPr>
          <a:xfrm>
            <a:off x="1066680" y="3429000"/>
            <a:ext cx="399600" cy="228240"/>
          </a:xfrm>
          <a:prstGeom prst="rect">
            <a:avLst/>
          </a:prstGeom>
          <a:solidFill>
            <a:srgbClr val="78BAFD"/>
          </a:solidFill>
          <a:ln w="9525">
            <a:solidFill>
              <a:srgbClr val="0353A4"/>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49" name="s2-sm-tile-3-1">
            <a:extLst>
              <a:ext uri="{FF2B5EF4-FFF2-40B4-BE49-F238E27FC236}">
                <a16:creationId xmlns:a16="http://schemas.microsoft.com/office/drawing/2014/main" id="{8CF104D5-D8B5-442B-AA75-232D51347F09}"/>
              </a:ext>
            </a:extLst>
          </p:cNvPr>
          <p:cNvSpPr>
            <a:spLocks noGrp="1"/>
          </p:cNvSpPr>
          <p:nvPr/>
        </p:nvSpPr>
        <p:spPr>
          <a:xfrm>
            <a:off x="1590840" y="3429000"/>
            <a:ext cx="399600" cy="228240"/>
          </a:xfrm>
          <a:prstGeom prst="rect">
            <a:avLst/>
          </a:prstGeom>
          <a:solidFill>
            <a:srgbClr val="78BAFD"/>
          </a:solidFill>
          <a:ln w="9525">
            <a:solidFill>
              <a:srgbClr val="0353A4"/>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50" name="s2-sm-tile-3-2">
            <a:extLst>
              <a:ext uri="{FF2B5EF4-FFF2-40B4-BE49-F238E27FC236}">
                <a16:creationId xmlns:a16="http://schemas.microsoft.com/office/drawing/2014/main" id="{4FD82074-A5D2-4EF2-8385-E0FA057E553C}"/>
              </a:ext>
            </a:extLst>
          </p:cNvPr>
          <p:cNvSpPr>
            <a:spLocks noGrp="1"/>
          </p:cNvSpPr>
          <p:nvPr/>
        </p:nvSpPr>
        <p:spPr>
          <a:xfrm>
            <a:off x="2114640" y="3429000"/>
            <a:ext cx="399600" cy="228240"/>
          </a:xfrm>
          <a:prstGeom prst="rect">
            <a:avLst/>
          </a:prstGeom>
          <a:solidFill>
            <a:srgbClr val="78BAFD"/>
          </a:solidFill>
          <a:ln w="9525">
            <a:solidFill>
              <a:srgbClr val="0353A4"/>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51" name="s2-sm-tile-3-3">
            <a:extLst>
              <a:ext uri="{FF2B5EF4-FFF2-40B4-BE49-F238E27FC236}">
                <a16:creationId xmlns:a16="http://schemas.microsoft.com/office/drawing/2014/main" id="{CC23A646-FA03-45F6-9F54-BDF1F071A19A}"/>
              </a:ext>
            </a:extLst>
          </p:cNvPr>
          <p:cNvSpPr>
            <a:spLocks noGrp="1"/>
          </p:cNvSpPr>
          <p:nvPr/>
        </p:nvSpPr>
        <p:spPr>
          <a:xfrm>
            <a:off x="2638440" y="3429000"/>
            <a:ext cx="399600" cy="228240"/>
          </a:xfrm>
          <a:prstGeom prst="rect">
            <a:avLst/>
          </a:prstGeom>
          <a:solidFill>
            <a:srgbClr val="78BAFD"/>
          </a:solidFill>
          <a:ln w="9525">
            <a:solidFill>
              <a:srgbClr val="0353A4"/>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52" name="s2-sm-tile-4-0">
            <a:extLst>
              <a:ext uri="{FF2B5EF4-FFF2-40B4-BE49-F238E27FC236}">
                <a16:creationId xmlns:a16="http://schemas.microsoft.com/office/drawing/2014/main" id="{0CB95A18-DEF1-447D-B669-A0894513F33B}"/>
              </a:ext>
            </a:extLst>
          </p:cNvPr>
          <p:cNvSpPr>
            <a:spLocks noGrp="1"/>
          </p:cNvSpPr>
          <p:nvPr/>
        </p:nvSpPr>
        <p:spPr>
          <a:xfrm>
            <a:off x="1066680" y="3762360"/>
            <a:ext cx="399600" cy="228240"/>
          </a:xfrm>
          <a:prstGeom prst="rect">
            <a:avLst/>
          </a:prstGeom>
          <a:solidFill>
            <a:srgbClr val="78BAFD"/>
          </a:solidFill>
          <a:ln w="9525">
            <a:solidFill>
              <a:srgbClr val="0353A4"/>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53" name="s2-sm-tile-4-1">
            <a:extLst>
              <a:ext uri="{FF2B5EF4-FFF2-40B4-BE49-F238E27FC236}">
                <a16:creationId xmlns:a16="http://schemas.microsoft.com/office/drawing/2014/main" id="{62012D32-5C11-4CA5-8264-692850EDDC9A}"/>
              </a:ext>
            </a:extLst>
          </p:cNvPr>
          <p:cNvSpPr>
            <a:spLocks noGrp="1"/>
          </p:cNvSpPr>
          <p:nvPr/>
        </p:nvSpPr>
        <p:spPr>
          <a:xfrm>
            <a:off x="1590840" y="3762360"/>
            <a:ext cx="399600" cy="228240"/>
          </a:xfrm>
          <a:prstGeom prst="rect">
            <a:avLst/>
          </a:prstGeom>
          <a:solidFill>
            <a:srgbClr val="78BAFD"/>
          </a:solidFill>
          <a:ln w="9525">
            <a:solidFill>
              <a:srgbClr val="0353A4"/>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54" name="s2-sm-tile-4-2">
            <a:extLst>
              <a:ext uri="{FF2B5EF4-FFF2-40B4-BE49-F238E27FC236}">
                <a16:creationId xmlns:a16="http://schemas.microsoft.com/office/drawing/2014/main" id="{6918A91D-D025-4919-9793-694172240804}"/>
              </a:ext>
            </a:extLst>
          </p:cNvPr>
          <p:cNvSpPr>
            <a:spLocks noGrp="1"/>
          </p:cNvSpPr>
          <p:nvPr/>
        </p:nvSpPr>
        <p:spPr>
          <a:xfrm>
            <a:off x="2114640" y="3762360"/>
            <a:ext cx="399600" cy="228240"/>
          </a:xfrm>
          <a:prstGeom prst="rect">
            <a:avLst/>
          </a:prstGeom>
          <a:solidFill>
            <a:srgbClr val="78BAFD"/>
          </a:solidFill>
          <a:ln w="9525">
            <a:solidFill>
              <a:srgbClr val="0353A4"/>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55" name="s2-sm-tile-4-3">
            <a:extLst>
              <a:ext uri="{FF2B5EF4-FFF2-40B4-BE49-F238E27FC236}">
                <a16:creationId xmlns:a16="http://schemas.microsoft.com/office/drawing/2014/main" id="{7AC9AE6F-E35E-42C6-81A1-7C0978C3F1CE}"/>
              </a:ext>
            </a:extLst>
          </p:cNvPr>
          <p:cNvSpPr>
            <a:spLocks noGrp="1"/>
          </p:cNvSpPr>
          <p:nvPr/>
        </p:nvSpPr>
        <p:spPr>
          <a:xfrm>
            <a:off x="2638440" y="3762360"/>
            <a:ext cx="399600" cy="228240"/>
          </a:xfrm>
          <a:prstGeom prst="rect">
            <a:avLst/>
          </a:prstGeom>
          <a:solidFill>
            <a:srgbClr val="78BAFD"/>
          </a:solidFill>
          <a:ln w="9525">
            <a:solidFill>
              <a:srgbClr val="0353A4"/>
            </a:solid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buNone/>
            </a:pPr>
            <a:endParaRPr/>
          </a:p>
        </p:txBody>
      </p:sp>
      <p:sp>
        <p:nvSpPr>
          <p:cNvPr id="156" name="s2-memory-rail-a">
            <a:extLst>
              <a:ext uri="{FF2B5EF4-FFF2-40B4-BE49-F238E27FC236}">
                <a16:creationId xmlns:a16="http://schemas.microsoft.com/office/drawing/2014/main" id="{36A2DC8D-CBAE-4800-A04A-A33BEFD2B5B6}"/>
              </a:ext>
            </a:extLst>
          </p:cNvPr>
          <p:cNvSpPr>
            <a:spLocks noGrp="1"/>
          </p:cNvSpPr>
          <p:nvPr/>
        </p:nvSpPr>
        <p:spPr>
          <a:xfrm>
            <a:off x="1009440" y="4200480"/>
            <a:ext cx="2133720" cy="360"/>
          </a:xfrm>
          <a:prstGeom prst="line">
            <a:avLst/>
          </a:prstGeom>
          <a:ln w="52388">
            <a:solidFill>
              <a:srgbClr val="0353A4"/>
            </a:solidFill>
          </a:ln>
        </p:spPr>
        <p:style>
          <a:lnRef idx="0">
            <a:scrgbClr r="0" g="0" b="0"/>
          </a:lnRef>
          <a:fillRef idx="0">
            <a:scrgbClr r="0" g="0" b="0"/>
          </a:fillRef>
          <a:effectRef idx="0">
            <a:scrgbClr r="0" g="0" b="0"/>
          </a:effectRef>
          <a:fontRef idx="minor"/>
        </p:style>
        <p:txBody>
          <a:bodyPr lIns="90000" tIns="-44640" rIns="90000" bIns="-44640" anchor="t">
            <a:noAutofit/>
          </a:bodyPr>
          <a:lstStyle/>
          <a:p>
            <a:pPr>
              <a:buNone/>
            </a:pPr>
            <a:endParaRPr/>
          </a:p>
        </p:txBody>
      </p:sp>
      <p:sp>
        <p:nvSpPr>
          <p:cNvPr id="157" name="s2-memory-rail-b">
            <a:extLst>
              <a:ext uri="{FF2B5EF4-FFF2-40B4-BE49-F238E27FC236}">
                <a16:creationId xmlns:a16="http://schemas.microsoft.com/office/drawing/2014/main" id="{1591FD4F-EFF4-4597-879F-A5032DE4FC5F}"/>
              </a:ext>
            </a:extLst>
          </p:cNvPr>
          <p:cNvSpPr>
            <a:spLocks noGrp="1"/>
          </p:cNvSpPr>
          <p:nvPr/>
        </p:nvSpPr>
        <p:spPr>
          <a:xfrm>
            <a:off x="1009440" y="4305240"/>
            <a:ext cx="2133720" cy="360"/>
          </a:xfrm>
          <a:prstGeom prst="line">
            <a:avLst/>
          </a:prstGeom>
          <a:ln w="52388">
            <a:solidFill>
              <a:srgbClr val="0353A4"/>
            </a:solidFill>
          </a:ln>
        </p:spPr>
        <p:style>
          <a:lnRef idx="0">
            <a:scrgbClr r="0" g="0" b="0"/>
          </a:lnRef>
          <a:fillRef idx="0">
            <a:scrgbClr r="0" g="0" b="0"/>
          </a:fillRef>
          <a:effectRef idx="0">
            <a:scrgbClr r="0" g="0" b="0"/>
          </a:effectRef>
          <a:fontRef idx="minor"/>
        </p:style>
        <p:txBody>
          <a:bodyPr lIns="90000" tIns="-44640" rIns="90000" bIns="-44640" anchor="t">
            <a:noAutofit/>
          </a:bodyPr>
          <a:lstStyle/>
          <a:p>
            <a:pPr>
              <a:buNone/>
            </a:pPr>
            <a:endParaRPr/>
          </a:p>
        </p:txBody>
      </p:sp>
      <p:sp>
        <p:nvSpPr>
          <p:cNvPr id="158" name="s2-device-memory">
            <a:extLst>
              <a:ext uri="{FF2B5EF4-FFF2-40B4-BE49-F238E27FC236}">
                <a16:creationId xmlns:a16="http://schemas.microsoft.com/office/drawing/2014/main" id="{E4C2A9EC-5AA5-46A7-9AAC-3A4002386DDA}"/>
              </a:ext>
            </a:extLst>
          </p:cNvPr>
          <p:cNvSpPr>
            <a:spLocks noGrp="1"/>
          </p:cNvSpPr>
          <p:nvPr/>
        </p:nvSpPr>
        <p:spPr>
          <a:xfrm>
            <a:off x="981000" y="4476600"/>
            <a:ext cx="2190240" cy="409320"/>
          </a:xfrm>
          <a:prstGeom prst="rect">
            <a:avLst/>
          </a:prstGeom>
          <a:solidFill>
            <a:srgbClr val="DDE0E6"/>
          </a:solidFill>
          <a:ln w="13335">
            <a:solidFill>
              <a:srgbClr val="012345"/>
            </a:solidFill>
          </a:ln>
        </p:spPr>
        <p:style>
          <a:lnRef idx="0">
            <a:scrgbClr r="0" g="0" b="0"/>
          </a:lnRef>
          <a:fillRef idx="0">
            <a:scrgbClr r="0" g="0" b="0"/>
          </a:fillRef>
          <a:effectRef idx="0">
            <a:scrgbClr r="0" g="0" b="0"/>
          </a:effectRef>
          <a:fontRef idx="minor"/>
        </p:style>
        <p:txBody>
          <a:bodyPr lIns="38160" tIns="19080" rIns="38160" bIns="19080" anchor="ctr">
            <a:normAutofit/>
          </a:bodyPr>
          <a:lstStyle/>
          <a:p>
            <a:pPr algn="ctr">
              <a:lnSpc>
                <a:spcPct val="100000"/>
              </a:lnSpc>
              <a:buNone/>
            </a:pPr>
            <a:r>
              <a:rPr sz="1170" b="1" u="none">
                <a:solidFill>
                  <a:srgbClr val="001233"/>
                </a:solidFill>
                <a:latin typeface="Courier New"/>
                <a:ea typeface="Courier New"/>
                <a:cs typeface="Courier New"/>
              </a:rPr>
              <a:t>48 GB GDDR6  |  864 GB/s</a:t>
            </a:r>
          </a:p>
        </p:txBody>
      </p:sp>
      <p:sp>
        <p:nvSpPr>
          <p:cNvPr id="159" name="s2-sm-shell">
            <a:extLst>
              <a:ext uri="{FF2B5EF4-FFF2-40B4-BE49-F238E27FC236}">
                <a16:creationId xmlns:a16="http://schemas.microsoft.com/office/drawing/2014/main" id="{90B8AF77-FE56-45C0-8CDE-7659B705FE7B}"/>
              </a:ext>
            </a:extLst>
          </p:cNvPr>
          <p:cNvSpPr>
            <a:spLocks noGrp="1"/>
          </p:cNvSpPr>
          <p:nvPr/>
        </p:nvSpPr>
        <p:spPr>
          <a:xfrm>
            <a:off x="4000680" y="1476360"/>
            <a:ext cx="4238280" cy="3714480"/>
          </a:xfrm>
          <a:prstGeom prst="rect">
            <a:avLst/>
          </a:prstGeom>
          <a:noFill/>
          <a:ln w="19050">
            <a:solidFill>
              <a:srgbClr val="012345"/>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60" name="s2-sm-label">
            <a:extLst>
              <a:ext uri="{FF2B5EF4-FFF2-40B4-BE49-F238E27FC236}">
                <a16:creationId xmlns:a16="http://schemas.microsoft.com/office/drawing/2014/main" id="{99FECCD5-C149-428A-A47E-A90401B82736}"/>
              </a:ext>
            </a:extLst>
          </p:cNvPr>
          <p:cNvSpPr>
            <a:spLocks noGrp="1"/>
          </p:cNvSpPr>
          <p:nvPr/>
        </p:nvSpPr>
        <p:spPr>
          <a:xfrm>
            <a:off x="4191120" y="1619280"/>
            <a:ext cx="3857400" cy="28548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500" b="1" u="none">
                <a:solidFill>
                  <a:srgbClr val="001233"/>
                </a:solidFill>
                <a:latin typeface="Courier New"/>
                <a:ea typeface="Courier New"/>
                <a:cs typeface="Courier New"/>
              </a:rPr>
              <a:t>ONE REPRESENTATIVE SM</a:t>
            </a:r>
          </a:p>
        </p:txBody>
      </p:sp>
      <p:sp>
        <p:nvSpPr>
          <p:cNvPr id="161" name="s2-scheduler-0">
            <a:extLst>
              <a:ext uri="{FF2B5EF4-FFF2-40B4-BE49-F238E27FC236}">
                <a16:creationId xmlns:a16="http://schemas.microsoft.com/office/drawing/2014/main" id="{F6EE983E-9F22-4425-99BC-A3BDA7C2A2DF}"/>
              </a:ext>
            </a:extLst>
          </p:cNvPr>
          <p:cNvSpPr>
            <a:spLocks noGrp="1"/>
          </p:cNvSpPr>
          <p:nvPr/>
        </p:nvSpPr>
        <p:spPr>
          <a:xfrm>
            <a:off x="4276800" y="2000160"/>
            <a:ext cx="761760" cy="304560"/>
          </a:xfrm>
          <a:prstGeom prst="rect">
            <a:avLst/>
          </a:prstGeom>
          <a:solidFill>
            <a:srgbClr val="C2C2FF"/>
          </a:solidFill>
          <a:ln w="9525">
            <a:solidFill>
              <a:srgbClr val="012345"/>
            </a:solidFill>
          </a:ln>
        </p:spPr>
        <p:style>
          <a:lnRef idx="0">
            <a:scrgbClr r="0" g="0" b="0"/>
          </a:lnRef>
          <a:fillRef idx="0">
            <a:scrgbClr r="0" g="0" b="0"/>
          </a:fillRef>
          <a:effectRef idx="0">
            <a:scrgbClr r="0" g="0" b="0"/>
          </a:effectRef>
          <a:fontRef idx="minor"/>
        </p:style>
        <p:txBody>
          <a:bodyPr lIns="38160" tIns="19080" rIns="38160" bIns="19080" anchor="ctr">
            <a:normAutofit fontScale="70000" lnSpcReduction="19999"/>
          </a:bodyPr>
          <a:lstStyle/>
          <a:p>
            <a:pPr>
              <a:buNone/>
            </a:pPr>
            <a:endParaRPr/>
          </a:p>
        </p:txBody>
      </p:sp>
      <p:sp>
        <p:nvSpPr>
          <p:cNvPr id="162" name="s2-scheduler-1">
            <a:extLst>
              <a:ext uri="{FF2B5EF4-FFF2-40B4-BE49-F238E27FC236}">
                <a16:creationId xmlns:a16="http://schemas.microsoft.com/office/drawing/2014/main" id="{F4CA91C8-C487-4AF4-A606-CCB48EE52945}"/>
              </a:ext>
            </a:extLst>
          </p:cNvPr>
          <p:cNvSpPr>
            <a:spLocks noGrp="1"/>
          </p:cNvSpPr>
          <p:nvPr/>
        </p:nvSpPr>
        <p:spPr>
          <a:xfrm>
            <a:off x="5172120" y="2000160"/>
            <a:ext cx="761760" cy="304560"/>
          </a:xfrm>
          <a:prstGeom prst="rect">
            <a:avLst/>
          </a:prstGeom>
          <a:solidFill>
            <a:srgbClr val="C2C2FF"/>
          </a:solidFill>
          <a:ln w="9525">
            <a:solidFill>
              <a:srgbClr val="012345"/>
            </a:solidFill>
          </a:ln>
        </p:spPr>
        <p:style>
          <a:lnRef idx="0">
            <a:scrgbClr r="0" g="0" b="0"/>
          </a:lnRef>
          <a:fillRef idx="0">
            <a:scrgbClr r="0" g="0" b="0"/>
          </a:fillRef>
          <a:effectRef idx="0">
            <a:scrgbClr r="0" g="0" b="0"/>
          </a:effectRef>
          <a:fontRef idx="minor"/>
        </p:style>
        <p:txBody>
          <a:bodyPr lIns="38160" tIns="19080" rIns="38160" bIns="19080" anchor="ctr">
            <a:normAutofit fontScale="70000" lnSpcReduction="19999"/>
          </a:bodyPr>
          <a:lstStyle/>
          <a:p>
            <a:pPr>
              <a:buNone/>
            </a:pPr>
            <a:endParaRPr/>
          </a:p>
        </p:txBody>
      </p:sp>
      <p:sp>
        <p:nvSpPr>
          <p:cNvPr id="163" name="s2-scheduler-2">
            <a:extLst>
              <a:ext uri="{FF2B5EF4-FFF2-40B4-BE49-F238E27FC236}">
                <a16:creationId xmlns:a16="http://schemas.microsoft.com/office/drawing/2014/main" id="{D96CC3C9-9A21-44D4-B4B6-83D1F50C2C46}"/>
              </a:ext>
            </a:extLst>
          </p:cNvPr>
          <p:cNvSpPr>
            <a:spLocks noGrp="1"/>
          </p:cNvSpPr>
          <p:nvPr/>
        </p:nvSpPr>
        <p:spPr>
          <a:xfrm>
            <a:off x="6067440" y="2000160"/>
            <a:ext cx="761760" cy="304560"/>
          </a:xfrm>
          <a:prstGeom prst="rect">
            <a:avLst/>
          </a:prstGeom>
          <a:solidFill>
            <a:srgbClr val="C2C2FF"/>
          </a:solidFill>
          <a:ln w="9525">
            <a:solidFill>
              <a:srgbClr val="012345"/>
            </a:solidFill>
          </a:ln>
        </p:spPr>
        <p:style>
          <a:lnRef idx="0">
            <a:scrgbClr r="0" g="0" b="0"/>
          </a:lnRef>
          <a:fillRef idx="0">
            <a:scrgbClr r="0" g="0" b="0"/>
          </a:fillRef>
          <a:effectRef idx="0">
            <a:scrgbClr r="0" g="0" b="0"/>
          </a:effectRef>
          <a:fontRef idx="minor"/>
        </p:style>
        <p:txBody>
          <a:bodyPr lIns="38160" tIns="19080" rIns="38160" bIns="19080" anchor="ctr">
            <a:normAutofit fontScale="70000" lnSpcReduction="19999"/>
          </a:bodyPr>
          <a:lstStyle/>
          <a:p>
            <a:pPr>
              <a:buNone/>
            </a:pPr>
            <a:endParaRPr/>
          </a:p>
        </p:txBody>
      </p:sp>
      <p:sp>
        <p:nvSpPr>
          <p:cNvPr id="164" name="s2-scheduler-3">
            <a:extLst>
              <a:ext uri="{FF2B5EF4-FFF2-40B4-BE49-F238E27FC236}">
                <a16:creationId xmlns:a16="http://schemas.microsoft.com/office/drawing/2014/main" id="{B4A43C2A-1863-4F53-B013-9E776E9059C6}"/>
              </a:ext>
            </a:extLst>
          </p:cNvPr>
          <p:cNvSpPr>
            <a:spLocks noGrp="1"/>
          </p:cNvSpPr>
          <p:nvPr/>
        </p:nvSpPr>
        <p:spPr>
          <a:xfrm>
            <a:off x="6962760" y="2000160"/>
            <a:ext cx="761760" cy="304560"/>
          </a:xfrm>
          <a:prstGeom prst="rect">
            <a:avLst/>
          </a:prstGeom>
          <a:solidFill>
            <a:srgbClr val="C2C2FF"/>
          </a:solidFill>
          <a:ln w="9525">
            <a:solidFill>
              <a:srgbClr val="012345"/>
            </a:solidFill>
          </a:ln>
        </p:spPr>
        <p:style>
          <a:lnRef idx="0">
            <a:scrgbClr r="0" g="0" b="0"/>
          </a:lnRef>
          <a:fillRef idx="0">
            <a:scrgbClr r="0" g="0" b="0"/>
          </a:fillRef>
          <a:effectRef idx="0">
            <a:scrgbClr r="0" g="0" b="0"/>
          </a:effectRef>
          <a:fontRef idx="minor"/>
        </p:style>
        <p:txBody>
          <a:bodyPr lIns="38160" tIns="19080" rIns="38160" bIns="19080" anchor="ctr">
            <a:normAutofit fontScale="70000" lnSpcReduction="19999"/>
          </a:bodyPr>
          <a:lstStyle/>
          <a:p>
            <a:pPr>
              <a:buNone/>
            </a:pPr>
            <a:endParaRPr/>
          </a:p>
        </p:txBody>
      </p:sp>
      <p:sp>
        <p:nvSpPr>
          <p:cNvPr id="165" name="s2-scheduler-label">
            <a:extLst>
              <a:ext uri="{FF2B5EF4-FFF2-40B4-BE49-F238E27FC236}">
                <a16:creationId xmlns:a16="http://schemas.microsoft.com/office/drawing/2014/main" id="{7873DA17-BB4F-4527-98C6-D15E49F40DF8}"/>
              </a:ext>
            </a:extLst>
          </p:cNvPr>
          <p:cNvSpPr>
            <a:spLocks noGrp="1"/>
          </p:cNvSpPr>
          <p:nvPr/>
        </p:nvSpPr>
        <p:spPr>
          <a:xfrm>
            <a:off x="4276800" y="2019240"/>
            <a:ext cx="3447720" cy="26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200" b="1" u="none">
                <a:solidFill>
                  <a:srgbClr val="001233"/>
                </a:solidFill>
                <a:latin typeface="Courier New"/>
                <a:ea typeface="Courier New"/>
                <a:cs typeface="Courier New"/>
              </a:rPr>
              <a:t>4 WARP SCHEDULERS</a:t>
            </a:r>
          </a:p>
        </p:txBody>
      </p:sp>
      <p:sp>
        <p:nvSpPr>
          <p:cNvPr id="166" name="s2-warp-slot-0-0">
            <a:extLst>
              <a:ext uri="{FF2B5EF4-FFF2-40B4-BE49-F238E27FC236}">
                <a16:creationId xmlns:a16="http://schemas.microsoft.com/office/drawing/2014/main" id="{EA866A61-ECDB-4F57-9A24-9A4CB590E1CF}"/>
              </a:ext>
            </a:extLst>
          </p:cNvPr>
          <p:cNvSpPr>
            <a:spLocks noGrp="1"/>
          </p:cNvSpPr>
          <p:nvPr/>
        </p:nvSpPr>
        <p:spPr>
          <a:xfrm>
            <a:off x="4381560" y="247644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67" name="s2-warp-slot-0-1">
            <a:extLst>
              <a:ext uri="{FF2B5EF4-FFF2-40B4-BE49-F238E27FC236}">
                <a16:creationId xmlns:a16="http://schemas.microsoft.com/office/drawing/2014/main" id="{2EB34163-AD27-4A57-ACDB-08381542313E}"/>
              </a:ext>
            </a:extLst>
          </p:cNvPr>
          <p:cNvSpPr>
            <a:spLocks noGrp="1"/>
          </p:cNvSpPr>
          <p:nvPr/>
        </p:nvSpPr>
        <p:spPr>
          <a:xfrm>
            <a:off x="4820760" y="247644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68" name="s2-warp-slot-0-2">
            <a:extLst>
              <a:ext uri="{FF2B5EF4-FFF2-40B4-BE49-F238E27FC236}">
                <a16:creationId xmlns:a16="http://schemas.microsoft.com/office/drawing/2014/main" id="{F0307F70-3F39-4286-A67B-1D42374AFBC0}"/>
              </a:ext>
            </a:extLst>
          </p:cNvPr>
          <p:cNvSpPr>
            <a:spLocks noGrp="1"/>
          </p:cNvSpPr>
          <p:nvPr/>
        </p:nvSpPr>
        <p:spPr>
          <a:xfrm>
            <a:off x="5260320" y="247644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69" name="s2-warp-slot-0-3">
            <a:extLst>
              <a:ext uri="{FF2B5EF4-FFF2-40B4-BE49-F238E27FC236}">
                <a16:creationId xmlns:a16="http://schemas.microsoft.com/office/drawing/2014/main" id="{8E9CBEFF-AD84-4DA5-ACDF-D5A84D0809AE}"/>
              </a:ext>
            </a:extLst>
          </p:cNvPr>
          <p:cNvSpPr>
            <a:spLocks noGrp="1"/>
          </p:cNvSpPr>
          <p:nvPr/>
        </p:nvSpPr>
        <p:spPr>
          <a:xfrm>
            <a:off x="5699520" y="247644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70" name="s2-warp-slot-0-4">
            <a:extLst>
              <a:ext uri="{FF2B5EF4-FFF2-40B4-BE49-F238E27FC236}">
                <a16:creationId xmlns:a16="http://schemas.microsoft.com/office/drawing/2014/main" id="{C5E5FEC7-BBA2-465D-929D-81402B0F99F3}"/>
              </a:ext>
            </a:extLst>
          </p:cNvPr>
          <p:cNvSpPr>
            <a:spLocks noGrp="1"/>
          </p:cNvSpPr>
          <p:nvPr/>
        </p:nvSpPr>
        <p:spPr>
          <a:xfrm>
            <a:off x="6138720" y="247644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71" name="s2-warp-slot-0-5">
            <a:extLst>
              <a:ext uri="{FF2B5EF4-FFF2-40B4-BE49-F238E27FC236}">
                <a16:creationId xmlns:a16="http://schemas.microsoft.com/office/drawing/2014/main" id="{225B12CA-9163-41DC-8355-BD9CB53E61DD}"/>
              </a:ext>
            </a:extLst>
          </p:cNvPr>
          <p:cNvSpPr>
            <a:spLocks noGrp="1"/>
          </p:cNvSpPr>
          <p:nvPr/>
        </p:nvSpPr>
        <p:spPr>
          <a:xfrm>
            <a:off x="6578280" y="247644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72" name="s2-warp-slot-0-6">
            <a:extLst>
              <a:ext uri="{FF2B5EF4-FFF2-40B4-BE49-F238E27FC236}">
                <a16:creationId xmlns:a16="http://schemas.microsoft.com/office/drawing/2014/main" id="{109618B6-1CB7-4E29-8AB4-C3B336F74359}"/>
              </a:ext>
            </a:extLst>
          </p:cNvPr>
          <p:cNvSpPr>
            <a:spLocks noGrp="1"/>
          </p:cNvSpPr>
          <p:nvPr/>
        </p:nvSpPr>
        <p:spPr>
          <a:xfrm>
            <a:off x="7017480" y="247644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73" name="s2-warp-slot-0-7">
            <a:extLst>
              <a:ext uri="{FF2B5EF4-FFF2-40B4-BE49-F238E27FC236}">
                <a16:creationId xmlns:a16="http://schemas.microsoft.com/office/drawing/2014/main" id="{B4F1CE25-C35C-4CA9-B105-CBCEDA916D27}"/>
              </a:ext>
            </a:extLst>
          </p:cNvPr>
          <p:cNvSpPr>
            <a:spLocks noGrp="1"/>
          </p:cNvSpPr>
          <p:nvPr/>
        </p:nvSpPr>
        <p:spPr>
          <a:xfrm>
            <a:off x="7457040" y="247644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74" name="s2-warp-slot-1-0">
            <a:extLst>
              <a:ext uri="{FF2B5EF4-FFF2-40B4-BE49-F238E27FC236}">
                <a16:creationId xmlns:a16="http://schemas.microsoft.com/office/drawing/2014/main" id="{F5C74729-7F8F-4ED1-AA5B-F13E4218AAAC}"/>
              </a:ext>
            </a:extLst>
          </p:cNvPr>
          <p:cNvSpPr>
            <a:spLocks noGrp="1"/>
          </p:cNvSpPr>
          <p:nvPr/>
        </p:nvSpPr>
        <p:spPr>
          <a:xfrm>
            <a:off x="4381560" y="271296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75" name="s2-warp-slot-1-1">
            <a:extLst>
              <a:ext uri="{FF2B5EF4-FFF2-40B4-BE49-F238E27FC236}">
                <a16:creationId xmlns:a16="http://schemas.microsoft.com/office/drawing/2014/main" id="{E795FB6D-33CC-48AC-B965-0B348BBFA6B5}"/>
              </a:ext>
            </a:extLst>
          </p:cNvPr>
          <p:cNvSpPr>
            <a:spLocks noGrp="1"/>
          </p:cNvSpPr>
          <p:nvPr/>
        </p:nvSpPr>
        <p:spPr>
          <a:xfrm>
            <a:off x="4820760" y="271296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76" name="s2-warp-slot-1-2">
            <a:extLst>
              <a:ext uri="{FF2B5EF4-FFF2-40B4-BE49-F238E27FC236}">
                <a16:creationId xmlns:a16="http://schemas.microsoft.com/office/drawing/2014/main" id="{FE3328DA-C562-4B54-A2A6-0ED94D1AB03F}"/>
              </a:ext>
            </a:extLst>
          </p:cNvPr>
          <p:cNvSpPr>
            <a:spLocks noGrp="1"/>
          </p:cNvSpPr>
          <p:nvPr/>
        </p:nvSpPr>
        <p:spPr>
          <a:xfrm>
            <a:off x="5260320" y="271296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77" name="s2-warp-slot-1-3">
            <a:extLst>
              <a:ext uri="{FF2B5EF4-FFF2-40B4-BE49-F238E27FC236}">
                <a16:creationId xmlns:a16="http://schemas.microsoft.com/office/drawing/2014/main" id="{438BD172-C7B0-4612-856D-56C7DC7C606D}"/>
              </a:ext>
            </a:extLst>
          </p:cNvPr>
          <p:cNvSpPr>
            <a:spLocks noGrp="1"/>
          </p:cNvSpPr>
          <p:nvPr/>
        </p:nvSpPr>
        <p:spPr>
          <a:xfrm>
            <a:off x="5699520" y="271296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78" name="s2-warp-slot-1-4">
            <a:extLst>
              <a:ext uri="{FF2B5EF4-FFF2-40B4-BE49-F238E27FC236}">
                <a16:creationId xmlns:a16="http://schemas.microsoft.com/office/drawing/2014/main" id="{703D875F-0A83-4537-A002-2B67113EE6FF}"/>
              </a:ext>
            </a:extLst>
          </p:cNvPr>
          <p:cNvSpPr>
            <a:spLocks noGrp="1"/>
          </p:cNvSpPr>
          <p:nvPr/>
        </p:nvSpPr>
        <p:spPr>
          <a:xfrm>
            <a:off x="6138720" y="271296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79" name="s2-warp-slot-1-5">
            <a:extLst>
              <a:ext uri="{FF2B5EF4-FFF2-40B4-BE49-F238E27FC236}">
                <a16:creationId xmlns:a16="http://schemas.microsoft.com/office/drawing/2014/main" id="{D93938B0-0AC6-4B25-9780-14FE3AA73B10}"/>
              </a:ext>
            </a:extLst>
          </p:cNvPr>
          <p:cNvSpPr>
            <a:spLocks noGrp="1"/>
          </p:cNvSpPr>
          <p:nvPr/>
        </p:nvSpPr>
        <p:spPr>
          <a:xfrm>
            <a:off x="6578280" y="271296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80" name="s2-warp-slot-1-6">
            <a:extLst>
              <a:ext uri="{FF2B5EF4-FFF2-40B4-BE49-F238E27FC236}">
                <a16:creationId xmlns:a16="http://schemas.microsoft.com/office/drawing/2014/main" id="{CBEADEF6-F3E6-4033-A0E9-93E82945ADF8}"/>
              </a:ext>
            </a:extLst>
          </p:cNvPr>
          <p:cNvSpPr>
            <a:spLocks noGrp="1"/>
          </p:cNvSpPr>
          <p:nvPr/>
        </p:nvSpPr>
        <p:spPr>
          <a:xfrm>
            <a:off x="7017480" y="271296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81" name="s2-warp-slot-1-7">
            <a:extLst>
              <a:ext uri="{FF2B5EF4-FFF2-40B4-BE49-F238E27FC236}">
                <a16:creationId xmlns:a16="http://schemas.microsoft.com/office/drawing/2014/main" id="{7C1C7AEE-8A58-42E7-9578-74B3220C3E08}"/>
              </a:ext>
            </a:extLst>
          </p:cNvPr>
          <p:cNvSpPr>
            <a:spLocks noGrp="1"/>
          </p:cNvSpPr>
          <p:nvPr/>
        </p:nvSpPr>
        <p:spPr>
          <a:xfrm>
            <a:off x="7457040" y="271296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82" name="s2-warp-slot-2-0">
            <a:extLst>
              <a:ext uri="{FF2B5EF4-FFF2-40B4-BE49-F238E27FC236}">
                <a16:creationId xmlns:a16="http://schemas.microsoft.com/office/drawing/2014/main" id="{1C5EC196-F0EF-4769-9C26-83014A6D06D6}"/>
              </a:ext>
            </a:extLst>
          </p:cNvPr>
          <p:cNvSpPr>
            <a:spLocks noGrp="1"/>
          </p:cNvSpPr>
          <p:nvPr/>
        </p:nvSpPr>
        <p:spPr>
          <a:xfrm>
            <a:off x="4381560" y="294948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83" name="s2-warp-slot-2-1">
            <a:extLst>
              <a:ext uri="{FF2B5EF4-FFF2-40B4-BE49-F238E27FC236}">
                <a16:creationId xmlns:a16="http://schemas.microsoft.com/office/drawing/2014/main" id="{8DE6066E-BB63-45EA-9CF3-6355D71E29CB}"/>
              </a:ext>
            </a:extLst>
          </p:cNvPr>
          <p:cNvSpPr>
            <a:spLocks noGrp="1"/>
          </p:cNvSpPr>
          <p:nvPr/>
        </p:nvSpPr>
        <p:spPr>
          <a:xfrm>
            <a:off x="4820760" y="294948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84" name="s2-warp-slot-2-2">
            <a:extLst>
              <a:ext uri="{FF2B5EF4-FFF2-40B4-BE49-F238E27FC236}">
                <a16:creationId xmlns:a16="http://schemas.microsoft.com/office/drawing/2014/main" id="{2AD50B49-E30B-4C9C-909F-8F86BE1F9885}"/>
              </a:ext>
            </a:extLst>
          </p:cNvPr>
          <p:cNvSpPr>
            <a:spLocks noGrp="1"/>
          </p:cNvSpPr>
          <p:nvPr/>
        </p:nvSpPr>
        <p:spPr>
          <a:xfrm>
            <a:off x="5260320" y="294948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85" name="s2-warp-slot-2-3">
            <a:extLst>
              <a:ext uri="{FF2B5EF4-FFF2-40B4-BE49-F238E27FC236}">
                <a16:creationId xmlns:a16="http://schemas.microsoft.com/office/drawing/2014/main" id="{C50E076E-DC1B-4410-9E77-ECE7EF11C87C}"/>
              </a:ext>
            </a:extLst>
          </p:cNvPr>
          <p:cNvSpPr>
            <a:spLocks noGrp="1"/>
          </p:cNvSpPr>
          <p:nvPr/>
        </p:nvSpPr>
        <p:spPr>
          <a:xfrm>
            <a:off x="5699520" y="294948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86" name="s2-warp-slot-2-4">
            <a:extLst>
              <a:ext uri="{FF2B5EF4-FFF2-40B4-BE49-F238E27FC236}">
                <a16:creationId xmlns:a16="http://schemas.microsoft.com/office/drawing/2014/main" id="{17C38290-4105-4E58-A9B6-6CAFC4B7D716}"/>
              </a:ext>
            </a:extLst>
          </p:cNvPr>
          <p:cNvSpPr>
            <a:spLocks noGrp="1"/>
          </p:cNvSpPr>
          <p:nvPr/>
        </p:nvSpPr>
        <p:spPr>
          <a:xfrm>
            <a:off x="6138720" y="294948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87" name="s2-warp-slot-2-5">
            <a:extLst>
              <a:ext uri="{FF2B5EF4-FFF2-40B4-BE49-F238E27FC236}">
                <a16:creationId xmlns:a16="http://schemas.microsoft.com/office/drawing/2014/main" id="{1377E02A-2E7E-4CD7-87A7-0F912B924DBA}"/>
              </a:ext>
            </a:extLst>
          </p:cNvPr>
          <p:cNvSpPr>
            <a:spLocks noGrp="1"/>
          </p:cNvSpPr>
          <p:nvPr/>
        </p:nvSpPr>
        <p:spPr>
          <a:xfrm>
            <a:off x="6578280" y="294948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88" name="s2-warp-slot-2-6">
            <a:extLst>
              <a:ext uri="{FF2B5EF4-FFF2-40B4-BE49-F238E27FC236}">
                <a16:creationId xmlns:a16="http://schemas.microsoft.com/office/drawing/2014/main" id="{E15112CC-94AC-4126-B36A-34CFD2DD4DCF}"/>
              </a:ext>
            </a:extLst>
          </p:cNvPr>
          <p:cNvSpPr>
            <a:spLocks noGrp="1"/>
          </p:cNvSpPr>
          <p:nvPr/>
        </p:nvSpPr>
        <p:spPr>
          <a:xfrm>
            <a:off x="7017480" y="294948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89" name="s2-warp-slot-2-7">
            <a:extLst>
              <a:ext uri="{FF2B5EF4-FFF2-40B4-BE49-F238E27FC236}">
                <a16:creationId xmlns:a16="http://schemas.microsoft.com/office/drawing/2014/main" id="{8E3D8FFE-352A-4D4F-BDE8-73BB10254A41}"/>
              </a:ext>
            </a:extLst>
          </p:cNvPr>
          <p:cNvSpPr>
            <a:spLocks noGrp="1"/>
          </p:cNvSpPr>
          <p:nvPr/>
        </p:nvSpPr>
        <p:spPr>
          <a:xfrm>
            <a:off x="7457040" y="294948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90" name="s2-warp-slot-3-0">
            <a:extLst>
              <a:ext uri="{FF2B5EF4-FFF2-40B4-BE49-F238E27FC236}">
                <a16:creationId xmlns:a16="http://schemas.microsoft.com/office/drawing/2014/main" id="{D620C746-DC19-4396-A6B6-D8CB461E3E50}"/>
              </a:ext>
            </a:extLst>
          </p:cNvPr>
          <p:cNvSpPr>
            <a:spLocks noGrp="1"/>
          </p:cNvSpPr>
          <p:nvPr/>
        </p:nvSpPr>
        <p:spPr>
          <a:xfrm>
            <a:off x="4381560" y="318600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91" name="s2-warp-slot-3-1">
            <a:extLst>
              <a:ext uri="{FF2B5EF4-FFF2-40B4-BE49-F238E27FC236}">
                <a16:creationId xmlns:a16="http://schemas.microsoft.com/office/drawing/2014/main" id="{555E6404-8EF3-48CE-A7CC-A3D5E448D0AC}"/>
              </a:ext>
            </a:extLst>
          </p:cNvPr>
          <p:cNvSpPr>
            <a:spLocks noGrp="1"/>
          </p:cNvSpPr>
          <p:nvPr/>
        </p:nvSpPr>
        <p:spPr>
          <a:xfrm>
            <a:off x="4820760" y="318600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92" name="s2-warp-slot-3-2">
            <a:extLst>
              <a:ext uri="{FF2B5EF4-FFF2-40B4-BE49-F238E27FC236}">
                <a16:creationId xmlns:a16="http://schemas.microsoft.com/office/drawing/2014/main" id="{172B7E42-BA07-45DE-B186-B424E105E853}"/>
              </a:ext>
            </a:extLst>
          </p:cNvPr>
          <p:cNvSpPr>
            <a:spLocks noGrp="1"/>
          </p:cNvSpPr>
          <p:nvPr/>
        </p:nvSpPr>
        <p:spPr>
          <a:xfrm>
            <a:off x="5260320" y="318600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93" name="s2-warp-slot-3-3">
            <a:extLst>
              <a:ext uri="{FF2B5EF4-FFF2-40B4-BE49-F238E27FC236}">
                <a16:creationId xmlns:a16="http://schemas.microsoft.com/office/drawing/2014/main" id="{C8F63252-B440-4C8A-9880-5C27E3CF863B}"/>
              </a:ext>
            </a:extLst>
          </p:cNvPr>
          <p:cNvSpPr>
            <a:spLocks noGrp="1"/>
          </p:cNvSpPr>
          <p:nvPr/>
        </p:nvSpPr>
        <p:spPr>
          <a:xfrm>
            <a:off x="5699520" y="318600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94" name="s2-warp-slot-3-4">
            <a:extLst>
              <a:ext uri="{FF2B5EF4-FFF2-40B4-BE49-F238E27FC236}">
                <a16:creationId xmlns:a16="http://schemas.microsoft.com/office/drawing/2014/main" id="{8F5FDB1F-B177-4593-B65A-A19DF488EAFE}"/>
              </a:ext>
            </a:extLst>
          </p:cNvPr>
          <p:cNvSpPr>
            <a:spLocks noGrp="1"/>
          </p:cNvSpPr>
          <p:nvPr/>
        </p:nvSpPr>
        <p:spPr>
          <a:xfrm>
            <a:off x="6138720" y="318600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95" name="s2-warp-slot-3-5">
            <a:extLst>
              <a:ext uri="{FF2B5EF4-FFF2-40B4-BE49-F238E27FC236}">
                <a16:creationId xmlns:a16="http://schemas.microsoft.com/office/drawing/2014/main" id="{8C4A0F0A-178B-4BF4-9ADD-39769A36EAD3}"/>
              </a:ext>
            </a:extLst>
          </p:cNvPr>
          <p:cNvSpPr>
            <a:spLocks noGrp="1"/>
          </p:cNvSpPr>
          <p:nvPr/>
        </p:nvSpPr>
        <p:spPr>
          <a:xfrm>
            <a:off x="6578280" y="318600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96" name="s2-warp-slot-3-6">
            <a:extLst>
              <a:ext uri="{FF2B5EF4-FFF2-40B4-BE49-F238E27FC236}">
                <a16:creationId xmlns:a16="http://schemas.microsoft.com/office/drawing/2014/main" id="{E431DA84-57FC-4092-B6C6-06502DA86320}"/>
              </a:ext>
            </a:extLst>
          </p:cNvPr>
          <p:cNvSpPr>
            <a:spLocks noGrp="1"/>
          </p:cNvSpPr>
          <p:nvPr/>
        </p:nvSpPr>
        <p:spPr>
          <a:xfrm>
            <a:off x="7017480" y="318600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97" name="s2-warp-slot-3-7">
            <a:extLst>
              <a:ext uri="{FF2B5EF4-FFF2-40B4-BE49-F238E27FC236}">
                <a16:creationId xmlns:a16="http://schemas.microsoft.com/office/drawing/2014/main" id="{6DC6BDEC-544B-48F9-8F03-6D6C6796B98E}"/>
              </a:ext>
            </a:extLst>
          </p:cNvPr>
          <p:cNvSpPr>
            <a:spLocks noGrp="1"/>
          </p:cNvSpPr>
          <p:nvPr/>
        </p:nvSpPr>
        <p:spPr>
          <a:xfrm>
            <a:off x="7457040" y="318600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98" name="s2-warp-slot-4-0">
            <a:extLst>
              <a:ext uri="{FF2B5EF4-FFF2-40B4-BE49-F238E27FC236}">
                <a16:creationId xmlns:a16="http://schemas.microsoft.com/office/drawing/2014/main" id="{E46D2658-986A-4CCA-957A-46F16CDB9495}"/>
              </a:ext>
            </a:extLst>
          </p:cNvPr>
          <p:cNvSpPr>
            <a:spLocks noGrp="1"/>
          </p:cNvSpPr>
          <p:nvPr/>
        </p:nvSpPr>
        <p:spPr>
          <a:xfrm>
            <a:off x="4381560" y="342252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99" name="s2-warp-slot-4-1">
            <a:extLst>
              <a:ext uri="{FF2B5EF4-FFF2-40B4-BE49-F238E27FC236}">
                <a16:creationId xmlns:a16="http://schemas.microsoft.com/office/drawing/2014/main" id="{94CD65D5-58D6-4BCE-9E8E-F9D0AABACF46}"/>
              </a:ext>
            </a:extLst>
          </p:cNvPr>
          <p:cNvSpPr>
            <a:spLocks noGrp="1"/>
          </p:cNvSpPr>
          <p:nvPr/>
        </p:nvSpPr>
        <p:spPr>
          <a:xfrm>
            <a:off x="4820760" y="342252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200" name="s2-warp-slot-4-2">
            <a:extLst>
              <a:ext uri="{FF2B5EF4-FFF2-40B4-BE49-F238E27FC236}">
                <a16:creationId xmlns:a16="http://schemas.microsoft.com/office/drawing/2014/main" id="{25603D71-7A24-47AE-9380-BF40D3A9D8A7}"/>
              </a:ext>
            </a:extLst>
          </p:cNvPr>
          <p:cNvSpPr>
            <a:spLocks noGrp="1"/>
          </p:cNvSpPr>
          <p:nvPr/>
        </p:nvSpPr>
        <p:spPr>
          <a:xfrm>
            <a:off x="5260320" y="342252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201" name="s2-warp-slot-4-3">
            <a:extLst>
              <a:ext uri="{FF2B5EF4-FFF2-40B4-BE49-F238E27FC236}">
                <a16:creationId xmlns:a16="http://schemas.microsoft.com/office/drawing/2014/main" id="{34C21F9F-A916-405F-B29C-EC180C50184D}"/>
              </a:ext>
            </a:extLst>
          </p:cNvPr>
          <p:cNvSpPr>
            <a:spLocks noGrp="1"/>
          </p:cNvSpPr>
          <p:nvPr/>
        </p:nvSpPr>
        <p:spPr>
          <a:xfrm>
            <a:off x="5699520" y="342252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202" name="s2-warp-slot-4-4">
            <a:extLst>
              <a:ext uri="{FF2B5EF4-FFF2-40B4-BE49-F238E27FC236}">
                <a16:creationId xmlns:a16="http://schemas.microsoft.com/office/drawing/2014/main" id="{99DF0D59-BF89-402F-B420-D546BFD88CA6}"/>
              </a:ext>
            </a:extLst>
          </p:cNvPr>
          <p:cNvSpPr>
            <a:spLocks noGrp="1"/>
          </p:cNvSpPr>
          <p:nvPr/>
        </p:nvSpPr>
        <p:spPr>
          <a:xfrm>
            <a:off x="6138720" y="342252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203" name="s2-warp-slot-4-5">
            <a:extLst>
              <a:ext uri="{FF2B5EF4-FFF2-40B4-BE49-F238E27FC236}">
                <a16:creationId xmlns:a16="http://schemas.microsoft.com/office/drawing/2014/main" id="{44B8A656-84C3-4A5D-8B65-B0E561703DEE}"/>
              </a:ext>
            </a:extLst>
          </p:cNvPr>
          <p:cNvSpPr>
            <a:spLocks noGrp="1"/>
          </p:cNvSpPr>
          <p:nvPr/>
        </p:nvSpPr>
        <p:spPr>
          <a:xfrm>
            <a:off x="6578280" y="342252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204" name="s2-warp-slot-4-6">
            <a:extLst>
              <a:ext uri="{FF2B5EF4-FFF2-40B4-BE49-F238E27FC236}">
                <a16:creationId xmlns:a16="http://schemas.microsoft.com/office/drawing/2014/main" id="{6B4A72ED-4CE4-46A0-8745-E975028034CE}"/>
              </a:ext>
            </a:extLst>
          </p:cNvPr>
          <p:cNvSpPr>
            <a:spLocks noGrp="1"/>
          </p:cNvSpPr>
          <p:nvPr/>
        </p:nvSpPr>
        <p:spPr>
          <a:xfrm>
            <a:off x="7017480" y="342252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205" name="s2-warp-slot-4-7">
            <a:extLst>
              <a:ext uri="{FF2B5EF4-FFF2-40B4-BE49-F238E27FC236}">
                <a16:creationId xmlns:a16="http://schemas.microsoft.com/office/drawing/2014/main" id="{4E6E9E61-3050-418A-A234-95C740FBC91F}"/>
              </a:ext>
            </a:extLst>
          </p:cNvPr>
          <p:cNvSpPr>
            <a:spLocks noGrp="1"/>
          </p:cNvSpPr>
          <p:nvPr/>
        </p:nvSpPr>
        <p:spPr>
          <a:xfrm>
            <a:off x="7457040" y="342252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206" name="s2-warp-slot-5-0">
            <a:extLst>
              <a:ext uri="{FF2B5EF4-FFF2-40B4-BE49-F238E27FC236}">
                <a16:creationId xmlns:a16="http://schemas.microsoft.com/office/drawing/2014/main" id="{35A68033-7C95-49F4-AAE9-9195C13B543D}"/>
              </a:ext>
            </a:extLst>
          </p:cNvPr>
          <p:cNvSpPr>
            <a:spLocks noGrp="1"/>
          </p:cNvSpPr>
          <p:nvPr/>
        </p:nvSpPr>
        <p:spPr>
          <a:xfrm>
            <a:off x="4381560" y="365904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207" name="s2-warp-slot-5-1">
            <a:extLst>
              <a:ext uri="{FF2B5EF4-FFF2-40B4-BE49-F238E27FC236}">
                <a16:creationId xmlns:a16="http://schemas.microsoft.com/office/drawing/2014/main" id="{19960EF1-2463-4FCA-8D03-E62229DB3AAA}"/>
              </a:ext>
            </a:extLst>
          </p:cNvPr>
          <p:cNvSpPr>
            <a:spLocks noGrp="1"/>
          </p:cNvSpPr>
          <p:nvPr/>
        </p:nvSpPr>
        <p:spPr>
          <a:xfrm>
            <a:off x="4820760" y="365904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208" name="s2-warp-slot-5-2">
            <a:extLst>
              <a:ext uri="{FF2B5EF4-FFF2-40B4-BE49-F238E27FC236}">
                <a16:creationId xmlns:a16="http://schemas.microsoft.com/office/drawing/2014/main" id="{B45ED21B-DF56-4A97-B347-C70BE809F29F}"/>
              </a:ext>
            </a:extLst>
          </p:cNvPr>
          <p:cNvSpPr>
            <a:spLocks noGrp="1"/>
          </p:cNvSpPr>
          <p:nvPr/>
        </p:nvSpPr>
        <p:spPr>
          <a:xfrm>
            <a:off x="5260320" y="365904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209" name="s2-warp-slot-5-3">
            <a:extLst>
              <a:ext uri="{FF2B5EF4-FFF2-40B4-BE49-F238E27FC236}">
                <a16:creationId xmlns:a16="http://schemas.microsoft.com/office/drawing/2014/main" id="{832D3481-A67F-4B78-BC05-AE324FE2FEDF}"/>
              </a:ext>
            </a:extLst>
          </p:cNvPr>
          <p:cNvSpPr>
            <a:spLocks noGrp="1"/>
          </p:cNvSpPr>
          <p:nvPr/>
        </p:nvSpPr>
        <p:spPr>
          <a:xfrm>
            <a:off x="5699520" y="365904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210" name="s2-warp-slot-5-4">
            <a:extLst>
              <a:ext uri="{FF2B5EF4-FFF2-40B4-BE49-F238E27FC236}">
                <a16:creationId xmlns:a16="http://schemas.microsoft.com/office/drawing/2014/main" id="{6A7ACC61-4592-4EEE-9B99-00BBBFA8E805}"/>
              </a:ext>
            </a:extLst>
          </p:cNvPr>
          <p:cNvSpPr>
            <a:spLocks noGrp="1"/>
          </p:cNvSpPr>
          <p:nvPr/>
        </p:nvSpPr>
        <p:spPr>
          <a:xfrm>
            <a:off x="6138720" y="365904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211" name="s2-warp-slot-5-5">
            <a:extLst>
              <a:ext uri="{FF2B5EF4-FFF2-40B4-BE49-F238E27FC236}">
                <a16:creationId xmlns:a16="http://schemas.microsoft.com/office/drawing/2014/main" id="{6573E5F5-93E8-4129-B1DC-252A90B8D487}"/>
              </a:ext>
            </a:extLst>
          </p:cNvPr>
          <p:cNvSpPr>
            <a:spLocks noGrp="1"/>
          </p:cNvSpPr>
          <p:nvPr/>
        </p:nvSpPr>
        <p:spPr>
          <a:xfrm>
            <a:off x="6578280" y="365904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212" name="s2-warp-slot-5-6">
            <a:extLst>
              <a:ext uri="{FF2B5EF4-FFF2-40B4-BE49-F238E27FC236}">
                <a16:creationId xmlns:a16="http://schemas.microsoft.com/office/drawing/2014/main" id="{AD673EBE-744D-41A0-9820-1A4AA0187277}"/>
              </a:ext>
            </a:extLst>
          </p:cNvPr>
          <p:cNvSpPr>
            <a:spLocks noGrp="1"/>
          </p:cNvSpPr>
          <p:nvPr/>
        </p:nvSpPr>
        <p:spPr>
          <a:xfrm>
            <a:off x="7017480" y="365904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213" name="s2-warp-slot-5-7">
            <a:extLst>
              <a:ext uri="{FF2B5EF4-FFF2-40B4-BE49-F238E27FC236}">
                <a16:creationId xmlns:a16="http://schemas.microsoft.com/office/drawing/2014/main" id="{5C273EF8-B276-4AD9-B447-743F23E19162}"/>
              </a:ext>
            </a:extLst>
          </p:cNvPr>
          <p:cNvSpPr>
            <a:spLocks noGrp="1"/>
          </p:cNvSpPr>
          <p:nvPr/>
        </p:nvSpPr>
        <p:spPr>
          <a:xfrm>
            <a:off x="7457040" y="3659040"/>
            <a:ext cx="401040" cy="18864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214" name="s2-slot-label">
            <a:extLst>
              <a:ext uri="{FF2B5EF4-FFF2-40B4-BE49-F238E27FC236}">
                <a16:creationId xmlns:a16="http://schemas.microsoft.com/office/drawing/2014/main" id="{164E7E6B-AD2E-4074-9B17-3808E632976A}"/>
              </a:ext>
            </a:extLst>
          </p:cNvPr>
          <p:cNvSpPr>
            <a:spLocks noGrp="1"/>
          </p:cNvSpPr>
          <p:nvPr/>
        </p:nvSpPr>
        <p:spPr>
          <a:xfrm>
            <a:off x="4334040" y="3876840"/>
            <a:ext cx="3571560" cy="28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a:lnSpc>
                <a:spcPct val="100000"/>
              </a:lnSpc>
              <a:buNone/>
            </a:pPr>
            <a:r>
              <a:rPr sz="1240" b="1" u="none">
                <a:solidFill>
                  <a:srgbClr val="0353A4"/>
                </a:solidFill>
                <a:latin typeface="Courier New"/>
                <a:ea typeface="Courier New"/>
                <a:cs typeface="Courier New"/>
              </a:rPr>
              <a:t>48 resident warp slots = 1,536 threads</a:t>
            </a:r>
          </a:p>
        </p:txBody>
      </p:sp>
      <p:sp>
        <p:nvSpPr>
          <p:cNvPr id="215" name="s2-registers">
            <a:extLst>
              <a:ext uri="{FF2B5EF4-FFF2-40B4-BE49-F238E27FC236}">
                <a16:creationId xmlns:a16="http://schemas.microsoft.com/office/drawing/2014/main" id="{4B1A760C-A2D0-4E92-BE37-6FBC38191681}"/>
              </a:ext>
            </a:extLst>
          </p:cNvPr>
          <p:cNvSpPr>
            <a:spLocks noGrp="1"/>
          </p:cNvSpPr>
          <p:nvPr/>
        </p:nvSpPr>
        <p:spPr>
          <a:xfrm>
            <a:off x="4371840" y="4229280"/>
            <a:ext cx="1666440" cy="371160"/>
          </a:xfrm>
          <a:prstGeom prst="rect">
            <a:avLst/>
          </a:prstGeom>
          <a:solidFill>
            <a:srgbClr val="33CCCC"/>
          </a:solidFill>
          <a:ln w="11430">
            <a:solidFill>
              <a:srgbClr val="012345"/>
            </a:solidFill>
          </a:ln>
        </p:spPr>
        <p:style>
          <a:lnRef idx="0">
            <a:scrgbClr r="0" g="0" b="0"/>
          </a:lnRef>
          <a:fillRef idx="0">
            <a:scrgbClr r="0" g="0" b="0"/>
          </a:fillRef>
          <a:effectRef idx="0">
            <a:scrgbClr r="0" g="0" b="0"/>
          </a:effectRef>
          <a:fontRef idx="minor"/>
        </p:style>
        <p:txBody>
          <a:bodyPr lIns="38160" tIns="19080" rIns="38160" bIns="19080" anchor="ctr">
            <a:normAutofit/>
          </a:bodyPr>
          <a:lstStyle/>
          <a:p>
            <a:pPr algn="ctr">
              <a:lnSpc>
                <a:spcPct val="100000"/>
              </a:lnSpc>
              <a:buNone/>
            </a:pPr>
            <a:r>
              <a:rPr sz="1200" b="1" u="none">
                <a:solidFill>
                  <a:srgbClr val="001233"/>
                </a:solidFill>
                <a:latin typeface="Courier New"/>
                <a:ea typeface="Courier New"/>
                <a:cs typeface="Courier New"/>
              </a:rPr>
              <a:t>REGISTERS</a:t>
            </a:r>
          </a:p>
        </p:txBody>
      </p:sp>
      <p:sp>
        <p:nvSpPr>
          <p:cNvPr id="216" name="s2-shared">
            <a:extLst>
              <a:ext uri="{FF2B5EF4-FFF2-40B4-BE49-F238E27FC236}">
                <a16:creationId xmlns:a16="http://schemas.microsoft.com/office/drawing/2014/main" id="{1D2AA32A-9DD8-4A3F-A448-659543064515}"/>
              </a:ext>
            </a:extLst>
          </p:cNvPr>
          <p:cNvSpPr>
            <a:spLocks noGrp="1"/>
          </p:cNvSpPr>
          <p:nvPr/>
        </p:nvSpPr>
        <p:spPr>
          <a:xfrm>
            <a:off x="6191280" y="4229280"/>
            <a:ext cx="1666440" cy="371160"/>
          </a:xfrm>
          <a:prstGeom prst="rect">
            <a:avLst/>
          </a:prstGeom>
          <a:solidFill>
            <a:srgbClr val="DDE0E6"/>
          </a:solidFill>
          <a:ln w="11430">
            <a:solidFill>
              <a:srgbClr val="012345"/>
            </a:solidFill>
          </a:ln>
        </p:spPr>
        <p:style>
          <a:lnRef idx="0">
            <a:scrgbClr r="0" g="0" b="0"/>
          </a:lnRef>
          <a:fillRef idx="0">
            <a:scrgbClr r="0" g="0" b="0"/>
          </a:fillRef>
          <a:effectRef idx="0">
            <a:scrgbClr r="0" g="0" b="0"/>
          </a:effectRef>
          <a:fontRef idx="minor"/>
        </p:style>
        <p:txBody>
          <a:bodyPr lIns="38160" tIns="19080" rIns="38160" bIns="19080" anchor="ctr">
            <a:normAutofit/>
          </a:bodyPr>
          <a:lstStyle/>
          <a:p>
            <a:pPr algn="ctr">
              <a:lnSpc>
                <a:spcPct val="100000"/>
              </a:lnSpc>
              <a:buNone/>
            </a:pPr>
            <a:r>
              <a:rPr sz="1090" b="1" u="none">
                <a:solidFill>
                  <a:srgbClr val="001233"/>
                </a:solidFill>
                <a:latin typeface="Courier New"/>
                <a:ea typeface="Courier New"/>
                <a:cs typeface="Courier New"/>
              </a:rPr>
              <a:t>SHARED • 100 KB</a:t>
            </a:r>
          </a:p>
          <a:p>
            <a:pPr algn="ctr">
              <a:lnSpc>
                <a:spcPct val="100000"/>
              </a:lnSpc>
              <a:buNone/>
            </a:pPr>
            <a:r>
              <a:rPr sz="1090" b="1" u="none">
                <a:solidFill>
                  <a:srgbClr val="001233"/>
                </a:solidFill>
                <a:latin typeface="Courier New"/>
                <a:ea typeface="Courier New"/>
                <a:cs typeface="Courier New"/>
              </a:rPr>
              <a:t>32 BANKS</a:t>
            </a:r>
          </a:p>
        </p:txBody>
      </p:sp>
      <p:sp>
        <p:nvSpPr>
          <p:cNvPr id="217" name="s2-execution">
            <a:extLst>
              <a:ext uri="{FF2B5EF4-FFF2-40B4-BE49-F238E27FC236}">
                <a16:creationId xmlns:a16="http://schemas.microsoft.com/office/drawing/2014/main" id="{008D08BB-CA36-464A-B8EA-A039CDC33A90}"/>
              </a:ext>
            </a:extLst>
          </p:cNvPr>
          <p:cNvSpPr>
            <a:spLocks noGrp="1"/>
          </p:cNvSpPr>
          <p:nvPr/>
        </p:nvSpPr>
        <p:spPr>
          <a:xfrm>
            <a:off x="4371840" y="4714920"/>
            <a:ext cx="3485880" cy="323640"/>
          </a:xfrm>
          <a:prstGeom prst="rect">
            <a:avLst/>
          </a:prstGeom>
          <a:solidFill>
            <a:srgbClr val="78BAFD"/>
          </a:solidFill>
          <a:ln w="11430">
            <a:solidFill>
              <a:srgbClr val="012345"/>
            </a:solidFill>
          </a:ln>
        </p:spPr>
        <p:style>
          <a:lnRef idx="0">
            <a:scrgbClr r="0" g="0" b="0"/>
          </a:lnRef>
          <a:fillRef idx="0">
            <a:scrgbClr r="0" g="0" b="0"/>
          </a:fillRef>
          <a:effectRef idx="0">
            <a:scrgbClr r="0" g="0" b="0"/>
          </a:effectRef>
          <a:fontRef idx="minor"/>
        </p:style>
        <p:txBody>
          <a:bodyPr lIns="38160" tIns="19080" rIns="38160" bIns="19080" anchor="ctr">
            <a:normAutofit/>
          </a:bodyPr>
          <a:lstStyle/>
          <a:p>
            <a:pPr algn="ctr">
              <a:lnSpc>
                <a:spcPct val="100000"/>
              </a:lnSpc>
              <a:buNone/>
            </a:pPr>
            <a:r>
              <a:rPr sz="1200" b="1" u="none">
                <a:solidFill>
                  <a:srgbClr val="001233"/>
                </a:solidFill>
                <a:latin typeface="Courier New"/>
                <a:ea typeface="Courier New"/>
                <a:cs typeface="Courier New"/>
              </a:rPr>
              <a:t>CUDA LANES  /  MMA PATHS</a:t>
            </a:r>
          </a:p>
        </p:txBody>
      </p:sp>
      <p:sp>
        <p:nvSpPr>
          <p:cNvPr id="218" name="s2-warp-shell">
            <a:extLst>
              <a:ext uri="{FF2B5EF4-FFF2-40B4-BE49-F238E27FC236}">
                <a16:creationId xmlns:a16="http://schemas.microsoft.com/office/drawing/2014/main" id="{40D3FB3C-C5C3-49AF-80D8-3E4152251DC8}"/>
              </a:ext>
            </a:extLst>
          </p:cNvPr>
          <p:cNvSpPr>
            <a:spLocks noGrp="1"/>
          </p:cNvSpPr>
          <p:nvPr/>
        </p:nvSpPr>
        <p:spPr>
          <a:xfrm>
            <a:off x="8906040" y="1866960"/>
            <a:ext cx="2285640" cy="2952360"/>
          </a:xfrm>
          <a:prstGeom prst="rect">
            <a:avLst/>
          </a:prstGeom>
          <a:noFill/>
          <a:ln w="19050">
            <a:solidFill>
              <a:srgbClr val="012345"/>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219" name="s2-warp-title">
            <a:extLst>
              <a:ext uri="{FF2B5EF4-FFF2-40B4-BE49-F238E27FC236}">
                <a16:creationId xmlns:a16="http://schemas.microsoft.com/office/drawing/2014/main" id="{F648AE9F-CD2C-47D2-AC2B-21D3D7213D6B}"/>
              </a:ext>
            </a:extLst>
          </p:cNvPr>
          <p:cNvSpPr>
            <a:spLocks noGrp="1"/>
          </p:cNvSpPr>
          <p:nvPr/>
        </p:nvSpPr>
        <p:spPr>
          <a:xfrm>
            <a:off x="9115560" y="2048040"/>
            <a:ext cx="1866600" cy="4568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2550" b="1" u="none">
                <a:solidFill>
                  <a:srgbClr val="FF0000"/>
                </a:solidFill>
                <a:latin typeface="Courier New"/>
                <a:ea typeface="Courier New"/>
                <a:cs typeface="Courier New"/>
              </a:rPr>
              <a:t>WARP</a:t>
            </a:r>
          </a:p>
        </p:txBody>
      </p:sp>
      <p:sp>
        <p:nvSpPr>
          <p:cNvPr id="220" name="s2-lane-0">
            <a:extLst>
              <a:ext uri="{FF2B5EF4-FFF2-40B4-BE49-F238E27FC236}">
                <a16:creationId xmlns:a16="http://schemas.microsoft.com/office/drawing/2014/main" id="{1906D669-0D8A-44FA-981E-F54AA9B852E7}"/>
              </a:ext>
            </a:extLst>
          </p:cNvPr>
          <p:cNvSpPr>
            <a:spLocks noGrp="1"/>
          </p:cNvSpPr>
          <p:nvPr/>
        </p:nvSpPr>
        <p:spPr>
          <a:xfrm>
            <a:off x="914400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21" name="s2-lane-1">
            <a:extLst>
              <a:ext uri="{FF2B5EF4-FFF2-40B4-BE49-F238E27FC236}">
                <a16:creationId xmlns:a16="http://schemas.microsoft.com/office/drawing/2014/main" id="{8079AE58-9C20-469E-8B99-0069015DFCFF}"/>
              </a:ext>
            </a:extLst>
          </p:cNvPr>
          <p:cNvSpPr>
            <a:spLocks noGrp="1"/>
          </p:cNvSpPr>
          <p:nvPr/>
        </p:nvSpPr>
        <p:spPr>
          <a:xfrm>
            <a:off x="920124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22" name="s2-lane-2">
            <a:extLst>
              <a:ext uri="{FF2B5EF4-FFF2-40B4-BE49-F238E27FC236}">
                <a16:creationId xmlns:a16="http://schemas.microsoft.com/office/drawing/2014/main" id="{4B3EE35A-F7B0-445F-8EF9-334C46EDF1B8}"/>
              </a:ext>
            </a:extLst>
          </p:cNvPr>
          <p:cNvSpPr>
            <a:spLocks noGrp="1"/>
          </p:cNvSpPr>
          <p:nvPr/>
        </p:nvSpPr>
        <p:spPr>
          <a:xfrm>
            <a:off x="925848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23" name="s2-lane-3">
            <a:extLst>
              <a:ext uri="{FF2B5EF4-FFF2-40B4-BE49-F238E27FC236}">
                <a16:creationId xmlns:a16="http://schemas.microsoft.com/office/drawing/2014/main" id="{0E1A731B-DDB1-4C62-82B3-9B6ECA54D87C}"/>
              </a:ext>
            </a:extLst>
          </p:cNvPr>
          <p:cNvSpPr>
            <a:spLocks noGrp="1"/>
          </p:cNvSpPr>
          <p:nvPr/>
        </p:nvSpPr>
        <p:spPr>
          <a:xfrm>
            <a:off x="931536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24" name="s2-lane-4">
            <a:extLst>
              <a:ext uri="{FF2B5EF4-FFF2-40B4-BE49-F238E27FC236}">
                <a16:creationId xmlns:a16="http://schemas.microsoft.com/office/drawing/2014/main" id="{7FD25C32-E54E-4526-9A0C-41A43264EA8F}"/>
              </a:ext>
            </a:extLst>
          </p:cNvPr>
          <p:cNvSpPr>
            <a:spLocks noGrp="1"/>
          </p:cNvSpPr>
          <p:nvPr/>
        </p:nvSpPr>
        <p:spPr>
          <a:xfrm>
            <a:off x="937260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25" name="s2-lane-5">
            <a:extLst>
              <a:ext uri="{FF2B5EF4-FFF2-40B4-BE49-F238E27FC236}">
                <a16:creationId xmlns:a16="http://schemas.microsoft.com/office/drawing/2014/main" id="{6C676C2E-1C9A-4FDD-985E-7C8D4108E5D8}"/>
              </a:ext>
            </a:extLst>
          </p:cNvPr>
          <p:cNvSpPr>
            <a:spLocks noGrp="1"/>
          </p:cNvSpPr>
          <p:nvPr/>
        </p:nvSpPr>
        <p:spPr>
          <a:xfrm>
            <a:off x="942984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26" name="s2-lane-6">
            <a:extLst>
              <a:ext uri="{FF2B5EF4-FFF2-40B4-BE49-F238E27FC236}">
                <a16:creationId xmlns:a16="http://schemas.microsoft.com/office/drawing/2014/main" id="{502E894C-4615-44CD-BE53-8BED77A9126E}"/>
              </a:ext>
            </a:extLst>
          </p:cNvPr>
          <p:cNvSpPr>
            <a:spLocks noGrp="1"/>
          </p:cNvSpPr>
          <p:nvPr/>
        </p:nvSpPr>
        <p:spPr>
          <a:xfrm>
            <a:off x="948708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27" name="s2-lane-7">
            <a:extLst>
              <a:ext uri="{FF2B5EF4-FFF2-40B4-BE49-F238E27FC236}">
                <a16:creationId xmlns:a16="http://schemas.microsoft.com/office/drawing/2014/main" id="{819BCB3E-FE0A-47F9-BC6A-4CB2B45E9AB0}"/>
              </a:ext>
            </a:extLst>
          </p:cNvPr>
          <p:cNvSpPr>
            <a:spLocks noGrp="1"/>
          </p:cNvSpPr>
          <p:nvPr/>
        </p:nvSpPr>
        <p:spPr>
          <a:xfrm>
            <a:off x="954396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28" name="s2-lane-8">
            <a:extLst>
              <a:ext uri="{FF2B5EF4-FFF2-40B4-BE49-F238E27FC236}">
                <a16:creationId xmlns:a16="http://schemas.microsoft.com/office/drawing/2014/main" id="{415D6C1E-4AAF-43A1-A75A-1647D2C7B1F1}"/>
              </a:ext>
            </a:extLst>
          </p:cNvPr>
          <p:cNvSpPr>
            <a:spLocks noGrp="1"/>
          </p:cNvSpPr>
          <p:nvPr/>
        </p:nvSpPr>
        <p:spPr>
          <a:xfrm>
            <a:off x="960120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29" name="s2-lane-9">
            <a:extLst>
              <a:ext uri="{FF2B5EF4-FFF2-40B4-BE49-F238E27FC236}">
                <a16:creationId xmlns:a16="http://schemas.microsoft.com/office/drawing/2014/main" id="{D0737B8B-6397-4C73-A9F0-AD071F1348E4}"/>
              </a:ext>
            </a:extLst>
          </p:cNvPr>
          <p:cNvSpPr>
            <a:spLocks noGrp="1"/>
          </p:cNvSpPr>
          <p:nvPr/>
        </p:nvSpPr>
        <p:spPr>
          <a:xfrm>
            <a:off x="965844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30" name="s2-lane-10">
            <a:extLst>
              <a:ext uri="{FF2B5EF4-FFF2-40B4-BE49-F238E27FC236}">
                <a16:creationId xmlns:a16="http://schemas.microsoft.com/office/drawing/2014/main" id="{48FF8983-4FB6-4E8B-8794-1E64B4368E20}"/>
              </a:ext>
            </a:extLst>
          </p:cNvPr>
          <p:cNvSpPr>
            <a:spLocks noGrp="1"/>
          </p:cNvSpPr>
          <p:nvPr/>
        </p:nvSpPr>
        <p:spPr>
          <a:xfrm>
            <a:off x="971568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31" name="s2-lane-11">
            <a:extLst>
              <a:ext uri="{FF2B5EF4-FFF2-40B4-BE49-F238E27FC236}">
                <a16:creationId xmlns:a16="http://schemas.microsoft.com/office/drawing/2014/main" id="{8DE5E407-6FD3-4B1A-80ED-0E0492AC1A8E}"/>
              </a:ext>
            </a:extLst>
          </p:cNvPr>
          <p:cNvSpPr>
            <a:spLocks noGrp="1"/>
          </p:cNvSpPr>
          <p:nvPr/>
        </p:nvSpPr>
        <p:spPr>
          <a:xfrm>
            <a:off x="977256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32" name="s2-lane-12">
            <a:extLst>
              <a:ext uri="{FF2B5EF4-FFF2-40B4-BE49-F238E27FC236}">
                <a16:creationId xmlns:a16="http://schemas.microsoft.com/office/drawing/2014/main" id="{DC59FEF3-4DA6-49CB-B585-290821FD0179}"/>
              </a:ext>
            </a:extLst>
          </p:cNvPr>
          <p:cNvSpPr>
            <a:spLocks noGrp="1"/>
          </p:cNvSpPr>
          <p:nvPr/>
        </p:nvSpPr>
        <p:spPr>
          <a:xfrm>
            <a:off x="982980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33" name="s2-lane-13">
            <a:extLst>
              <a:ext uri="{FF2B5EF4-FFF2-40B4-BE49-F238E27FC236}">
                <a16:creationId xmlns:a16="http://schemas.microsoft.com/office/drawing/2014/main" id="{94A84E51-980A-40AE-85DE-CB1C9E988FAC}"/>
              </a:ext>
            </a:extLst>
          </p:cNvPr>
          <p:cNvSpPr>
            <a:spLocks noGrp="1"/>
          </p:cNvSpPr>
          <p:nvPr/>
        </p:nvSpPr>
        <p:spPr>
          <a:xfrm>
            <a:off x="988704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34" name="s2-lane-14">
            <a:extLst>
              <a:ext uri="{FF2B5EF4-FFF2-40B4-BE49-F238E27FC236}">
                <a16:creationId xmlns:a16="http://schemas.microsoft.com/office/drawing/2014/main" id="{E94C404D-B61D-42C4-A400-8058B6613C68}"/>
              </a:ext>
            </a:extLst>
          </p:cNvPr>
          <p:cNvSpPr>
            <a:spLocks noGrp="1"/>
          </p:cNvSpPr>
          <p:nvPr/>
        </p:nvSpPr>
        <p:spPr>
          <a:xfrm>
            <a:off x="994428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35" name="s2-lane-15">
            <a:extLst>
              <a:ext uri="{FF2B5EF4-FFF2-40B4-BE49-F238E27FC236}">
                <a16:creationId xmlns:a16="http://schemas.microsoft.com/office/drawing/2014/main" id="{BD0CCEF1-0F77-4704-8DFD-0C375B52F338}"/>
              </a:ext>
            </a:extLst>
          </p:cNvPr>
          <p:cNvSpPr>
            <a:spLocks noGrp="1"/>
          </p:cNvSpPr>
          <p:nvPr/>
        </p:nvSpPr>
        <p:spPr>
          <a:xfrm>
            <a:off x="1000116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36" name="s2-lane-16">
            <a:extLst>
              <a:ext uri="{FF2B5EF4-FFF2-40B4-BE49-F238E27FC236}">
                <a16:creationId xmlns:a16="http://schemas.microsoft.com/office/drawing/2014/main" id="{D3C5A261-E8F7-4E3E-AA93-379B1F70B976}"/>
              </a:ext>
            </a:extLst>
          </p:cNvPr>
          <p:cNvSpPr>
            <a:spLocks noGrp="1"/>
          </p:cNvSpPr>
          <p:nvPr/>
        </p:nvSpPr>
        <p:spPr>
          <a:xfrm>
            <a:off x="1005840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37" name="s2-lane-17">
            <a:extLst>
              <a:ext uri="{FF2B5EF4-FFF2-40B4-BE49-F238E27FC236}">
                <a16:creationId xmlns:a16="http://schemas.microsoft.com/office/drawing/2014/main" id="{E67BFB92-552E-4398-82FF-230E3A74362F}"/>
              </a:ext>
            </a:extLst>
          </p:cNvPr>
          <p:cNvSpPr>
            <a:spLocks noGrp="1"/>
          </p:cNvSpPr>
          <p:nvPr/>
        </p:nvSpPr>
        <p:spPr>
          <a:xfrm>
            <a:off x="1011564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38" name="s2-lane-18">
            <a:extLst>
              <a:ext uri="{FF2B5EF4-FFF2-40B4-BE49-F238E27FC236}">
                <a16:creationId xmlns:a16="http://schemas.microsoft.com/office/drawing/2014/main" id="{5D13D9E6-FF7E-4919-BD93-96FE7B18E68F}"/>
              </a:ext>
            </a:extLst>
          </p:cNvPr>
          <p:cNvSpPr>
            <a:spLocks noGrp="1"/>
          </p:cNvSpPr>
          <p:nvPr/>
        </p:nvSpPr>
        <p:spPr>
          <a:xfrm>
            <a:off x="1017288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39" name="s2-lane-19">
            <a:extLst>
              <a:ext uri="{FF2B5EF4-FFF2-40B4-BE49-F238E27FC236}">
                <a16:creationId xmlns:a16="http://schemas.microsoft.com/office/drawing/2014/main" id="{E49A9DEF-13C8-4550-908E-6632F3BBEF4E}"/>
              </a:ext>
            </a:extLst>
          </p:cNvPr>
          <p:cNvSpPr>
            <a:spLocks noGrp="1"/>
          </p:cNvSpPr>
          <p:nvPr/>
        </p:nvSpPr>
        <p:spPr>
          <a:xfrm>
            <a:off x="1022976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40" name="s2-lane-20">
            <a:extLst>
              <a:ext uri="{FF2B5EF4-FFF2-40B4-BE49-F238E27FC236}">
                <a16:creationId xmlns:a16="http://schemas.microsoft.com/office/drawing/2014/main" id="{0F0251F7-FA8D-4458-9E3A-AFC0FD057C66}"/>
              </a:ext>
            </a:extLst>
          </p:cNvPr>
          <p:cNvSpPr>
            <a:spLocks noGrp="1"/>
          </p:cNvSpPr>
          <p:nvPr/>
        </p:nvSpPr>
        <p:spPr>
          <a:xfrm>
            <a:off x="1028700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41" name="s2-lane-21">
            <a:extLst>
              <a:ext uri="{FF2B5EF4-FFF2-40B4-BE49-F238E27FC236}">
                <a16:creationId xmlns:a16="http://schemas.microsoft.com/office/drawing/2014/main" id="{A033D4C5-690F-4F44-87B1-8B1723E72A0D}"/>
              </a:ext>
            </a:extLst>
          </p:cNvPr>
          <p:cNvSpPr>
            <a:spLocks noGrp="1"/>
          </p:cNvSpPr>
          <p:nvPr/>
        </p:nvSpPr>
        <p:spPr>
          <a:xfrm>
            <a:off x="1034424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42" name="s2-lane-22">
            <a:extLst>
              <a:ext uri="{FF2B5EF4-FFF2-40B4-BE49-F238E27FC236}">
                <a16:creationId xmlns:a16="http://schemas.microsoft.com/office/drawing/2014/main" id="{4B8EBF84-643E-4656-8782-DCAC685751DF}"/>
              </a:ext>
            </a:extLst>
          </p:cNvPr>
          <p:cNvSpPr>
            <a:spLocks noGrp="1"/>
          </p:cNvSpPr>
          <p:nvPr/>
        </p:nvSpPr>
        <p:spPr>
          <a:xfrm>
            <a:off x="1040148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43" name="s2-lane-23">
            <a:extLst>
              <a:ext uri="{FF2B5EF4-FFF2-40B4-BE49-F238E27FC236}">
                <a16:creationId xmlns:a16="http://schemas.microsoft.com/office/drawing/2014/main" id="{DB85E6EE-1DF4-4FFA-98AC-63DA3739A3AD}"/>
              </a:ext>
            </a:extLst>
          </p:cNvPr>
          <p:cNvSpPr>
            <a:spLocks noGrp="1"/>
          </p:cNvSpPr>
          <p:nvPr/>
        </p:nvSpPr>
        <p:spPr>
          <a:xfrm>
            <a:off x="1045836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44" name="s2-lane-24">
            <a:extLst>
              <a:ext uri="{FF2B5EF4-FFF2-40B4-BE49-F238E27FC236}">
                <a16:creationId xmlns:a16="http://schemas.microsoft.com/office/drawing/2014/main" id="{94BBD302-77B7-46EF-A66F-A6FCBB6E26A4}"/>
              </a:ext>
            </a:extLst>
          </p:cNvPr>
          <p:cNvSpPr>
            <a:spLocks noGrp="1"/>
          </p:cNvSpPr>
          <p:nvPr/>
        </p:nvSpPr>
        <p:spPr>
          <a:xfrm>
            <a:off x="1051560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45" name="s2-lane-25">
            <a:extLst>
              <a:ext uri="{FF2B5EF4-FFF2-40B4-BE49-F238E27FC236}">
                <a16:creationId xmlns:a16="http://schemas.microsoft.com/office/drawing/2014/main" id="{0914CA62-7D02-4EE7-8EBC-122070D0CAA8}"/>
              </a:ext>
            </a:extLst>
          </p:cNvPr>
          <p:cNvSpPr>
            <a:spLocks noGrp="1"/>
          </p:cNvSpPr>
          <p:nvPr/>
        </p:nvSpPr>
        <p:spPr>
          <a:xfrm>
            <a:off x="1057284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46" name="s2-lane-26">
            <a:extLst>
              <a:ext uri="{FF2B5EF4-FFF2-40B4-BE49-F238E27FC236}">
                <a16:creationId xmlns:a16="http://schemas.microsoft.com/office/drawing/2014/main" id="{D70AC481-37F2-485F-90F7-155D03B0E3A2}"/>
              </a:ext>
            </a:extLst>
          </p:cNvPr>
          <p:cNvSpPr>
            <a:spLocks noGrp="1"/>
          </p:cNvSpPr>
          <p:nvPr/>
        </p:nvSpPr>
        <p:spPr>
          <a:xfrm>
            <a:off x="1063008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47" name="s2-lane-27">
            <a:extLst>
              <a:ext uri="{FF2B5EF4-FFF2-40B4-BE49-F238E27FC236}">
                <a16:creationId xmlns:a16="http://schemas.microsoft.com/office/drawing/2014/main" id="{9F74FC4A-4D43-4677-BF92-90483175DE75}"/>
              </a:ext>
            </a:extLst>
          </p:cNvPr>
          <p:cNvSpPr>
            <a:spLocks noGrp="1"/>
          </p:cNvSpPr>
          <p:nvPr/>
        </p:nvSpPr>
        <p:spPr>
          <a:xfrm>
            <a:off x="1068696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48" name="s2-lane-28">
            <a:extLst>
              <a:ext uri="{FF2B5EF4-FFF2-40B4-BE49-F238E27FC236}">
                <a16:creationId xmlns:a16="http://schemas.microsoft.com/office/drawing/2014/main" id="{86160165-8120-4745-A4E5-B40622783EDE}"/>
              </a:ext>
            </a:extLst>
          </p:cNvPr>
          <p:cNvSpPr>
            <a:spLocks noGrp="1"/>
          </p:cNvSpPr>
          <p:nvPr/>
        </p:nvSpPr>
        <p:spPr>
          <a:xfrm>
            <a:off x="1074420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49" name="s2-lane-29">
            <a:extLst>
              <a:ext uri="{FF2B5EF4-FFF2-40B4-BE49-F238E27FC236}">
                <a16:creationId xmlns:a16="http://schemas.microsoft.com/office/drawing/2014/main" id="{A3245310-BBF9-4765-8F22-54A754382878}"/>
              </a:ext>
            </a:extLst>
          </p:cNvPr>
          <p:cNvSpPr>
            <a:spLocks noGrp="1"/>
          </p:cNvSpPr>
          <p:nvPr/>
        </p:nvSpPr>
        <p:spPr>
          <a:xfrm>
            <a:off x="1080144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50" name="s2-lane-30">
            <a:extLst>
              <a:ext uri="{FF2B5EF4-FFF2-40B4-BE49-F238E27FC236}">
                <a16:creationId xmlns:a16="http://schemas.microsoft.com/office/drawing/2014/main" id="{44A0698B-2D23-410F-9DAC-5B27F0AFE49A}"/>
              </a:ext>
            </a:extLst>
          </p:cNvPr>
          <p:cNvSpPr>
            <a:spLocks noGrp="1"/>
          </p:cNvSpPr>
          <p:nvPr/>
        </p:nvSpPr>
        <p:spPr>
          <a:xfrm>
            <a:off x="10858680" y="2647800"/>
            <a:ext cx="37800" cy="11998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51" name="s2-lane-31">
            <a:extLst>
              <a:ext uri="{FF2B5EF4-FFF2-40B4-BE49-F238E27FC236}">
                <a16:creationId xmlns:a16="http://schemas.microsoft.com/office/drawing/2014/main" id="{03A5597D-B9D8-4BFE-BAB5-3FF2C6769A89}"/>
              </a:ext>
            </a:extLst>
          </p:cNvPr>
          <p:cNvSpPr>
            <a:spLocks noGrp="1"/>
          </p:cNvSpPr>
          <p:nvPr/>
        </p:nvSpPr>
        <p:spPr>
          <a:xfrm>
            <a:off x="10915560" y="2647800"/>
            <a:ext cx="37800" cy="1199880"/>
          </a:xfrm>
          <a:prstGeom prst="rect">
            <a:avLst/>
          </a:prstGeom>
          <a:solidFill>
            <a:srgbClr val="33CCCC"/>
          </a:solidFill>
          <a:ln w="20955">
            <a:solidFill>
              <a:srgbClr val="FF0000"/>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252" name="s2-lane-label">
            <a:extLst>
              <a:ext uri="{FF2B5EF4-FFF2-40B4-BE49-F238E27FC236}">
                <a16:creationId xmlns:a16="http://schemas.microsoft.com/office/drawing/2014/main" id="{71690537-DA6D-4CCC-947F-2A06CDDCB5EE}"/>
              </a:ext>
            </a:extLst>
          </p:cNvPr>
          <p:cNvSpPr>
            <a:spLocks noGrp="1"/>
          </p:cNvSpPr>
          <p:nvPr/>
        </p:nvSpPr>
        <p:spPr>
          <a:xfrm>
            <a:off x="9001080" y="3905280"/>
            <a:ext cx="2095200" cy="304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ctr">
              <a:lnSpc>
                <a:spcPct val="100000"/>
              </a:lnSpc>
              <a:buNone/>
            </a:pPr>
            <a:r>
              <a:rPr sz="1240" b="1" u="none">
                <a:solidFill>
                  <a:srgbClr val="001233"/>
                </a:solidFill>
                <a:latin typeface="Courier New"/>
                <a:ea typeface="Courier New"/>
                <a:cs typeface="Courier New"/>
              </a:rPr>
              <a:t>32 lanes issue one instruction</a:t>
            </a:r>
          </a:p>
        </p:txBody>
      </p:sp>
      <p:sp>
        <p:nvSpPr>
          <p:cNvPr id="253" name="s2-shuffle">
            <a:extLst>
              <a:ext uri="{FF2B5EF4-FFF2-40B4-BE49-F238E27FC236}">
                <a16:creationId xmlns:a16="http://schemas.microsoft.com/office/drawing/2014/main" id="{B71BDAEF-FF0D-460D-BFE9-1AC62E19EDA5}"/>
              </a:ext>
            </a:extLst>
          </p:cNvPr>
          <p:cNvSpPr>
            <a:spLocks noGrp="1"/>
          </p:cNvSpPr>
          <p:nvPr/>
        </p:nvSpPr>
        <p:spPr>
          <a:xfrm>
            <a:off x="9144000" y="4267080"/>
            <a:ext cx="1809360" cy="456840"/>
          </a:xfrm>
          <a:prstGeom prst="rect">
            <a:avLst/>
          </a:prstGeom>
          <a:solidFill>
            <a:srgbClr val="E0E0FF"/>
          </a:solidFill>
          <a:ln w="12383">
            <a:solidFill>
              <a:srgbClr val="0353A4"/>
            </a:solidFill>
          </a:ln>
        </p:spPr>
        <p:style>
          <a:lnRef idx="0">
            <a:scrgbClr r="0" g="0" b="0"/>
          </a:lnRef>
          <a:fillRef idx="0">
            <a:scrgbClr r="0" g="0" b="0"/>
          </a:fillRef>
          <a:effectRef idx="0">
            <a:scrgbClr r="0" g="0" b="0"/>
          </a:effectRef>
          <a:fontRef idx="minor"/>
        </p:style>
        <p:txBody>
          <a:bodyPr lIns="38160" tIns="19080" rIns="38160" bIns="19080" anchor="ctr">
            <a:normAutofit/>
          </a:bodyPr>
          <a:lstStyle/>
          <a:p>
            <a:pPr algn="ctr">
              <a:lnSpc>
                <a:spcPct val="100000"/>
              </a:lnSpc>
              <a:buNone/>
            </a:pPr>
            <a:r>
              <a:rPr sz="1090" b="1" u="none">
                <a:solidFill>
                  <a:srgbClr val="001233"/>
                </a:solidFill>
                <a:latin typeface="Courier New"/>
                <a:ea typeface="Courier New"/>
                <a:cs typeface="Courier New"/>
              </a:rPr>
              <a:t>__shfl_sync</a:t>
            </a:r>
          </a:p>
          <a:p>
            <a:pPr algn="ctr">
              <a:lnSpc>
                <a:spcPct val="100000"/>
              </a:lnSpc>
              <a:buNone/>
            </a:pPr>
            <a:r>
              <a:rPr sz="1090" b="1" u="none">
                <a:solidFill>
                  <a:srgbClr val="001233"/>
                </a:solidFill>
                <a:latin typeface="Courier New"/>
                <a:ea typeface="Courier New"/>
                <a:cs typeface="Courier New"/>
              </a:rPr>
              <a:t>register exchange</a:t>
            </a:r>
          </a:p>
        </p:txBody>
      </p:sp>
      <p:cxnSp>
        <p:nvCxnSpPr>
          <p:cNvPr id="390" name="s2-flow-s2-sm-tile-1-3-s2-sm-shell"/>
          <p:cNvCxnSpPr>
            <a:stCxn id="143" idx="3"/>
            <a:endCxn id="159" idx="1"/>
          </p:cNvCxnSpPr>
          <p:nvPr/>
        </p:nvCxnSpPr>
        <p:spPr>
          <a:xfrm>
            <a:off x="3038040" y="2876400"/>
            <a:ext cx="963000" cy="457560"/>
          </a:xfrm>
          <a:prstGeom prst="straightConnector1">
            <a:avLst/>
          </a:prstGeom>
          <a:ln w="52388">
            <a:solidFill>
              <a:srgbClr val="0353A4"/>
            </a:solidFill>
            <a:round/>
            <a:tailEnd type="triangle" w="sm" len="sm"/>
          </a:ln>
        </p:spPr>
      </p:cxnSp>
      <p:cxnSp>
        <p:nvCxnSpPr>
          <p:cNvPr id="391" name="s2-flow-s2-warp-slot-0-7-s2-warp-shell"/>
          <p:cNvCxnSpPr>
            <a:stCxn id="173" idx="3"/>
            <a:endCxn id="218" idx="1"/>
          </p:cNvCxnSpPr>
          <p:nvPr/>
        </p:nvCxnSpPr>
        <p:spPr>
          <a:xfrm>
            <a:off x="7858080" y="2570760"/>
            <a:ext cx="1048320" cy="772920"/>
          </a:xfrm>
          <a:prstGeom prst="straightConnector1">
            <a:avLst/>
          </a:prstGeom>
          <a:ln w="52388">
            <a:solidFill>
              <a:srgbClr val="0353A4"/>
            </a:solidFill>
            <a:round/>
            <a:tailEnd type="triangle" w="sm" len="sm"/>
          </a:ln>
        </p:spPr>
      </p:cxnSp>
      <p:sp>
        <p:nvSpPr>
          <p:cNvPr id="256" name="s2-causal">
            <a:extLst>
              <a:ext uri="{FF2B5EF4-FFF2-40B4-BE49-F238E27FC236}">
                <a16:creationId xmlns:a16="http://schemas.microsoft.com/office/drawing/2014/main" id="{CAA499CA-84B5-4F6F-804E-748013DE39FF}"/>
              </a:ext>
            </a:extLst>
          </p:cNvPr>
          <p:cNvSpPr>
            <a:spLocks noGrp="1"/>
          </p:cNvSpPr>
          <p:nvPr/>
        </p:nvSpPr>
        <p:spPr>
          <a:xfrm>
            <a:off x="2952720" y="5381640"/>
            <a:ext cx="6286320" cy="342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729" b="1" u="none">
                <a:solidFill>
                  <a:srgbClr val="FF0000"/>
                </a:solidFill>
                <a:latin typeface="Arial"/>
                <a:ea typeface="Arial"/>
                <a:cs typeface="Arial"/>
              </a:rPr>
              <a:t>traffic → residency → communication</a:t>
            </a:r>
          </a:p>
        </p:txBody>
      </p:sp>
      <p:sp>
        <p:nvSpPr>
          <p:cNvPr id="257" name="s2-event-protocol">
            <a:extLst>
              <a:ext uri="{FF2B5EF4-FFF2-40B4-BE49-F238E27FC236}">
                <a16:creationId xmlns:a16="http://schemas.microsoft.com/office/drawing/2014/main" id="{BF758025-1406-4087-AC74-DB716AD45402}"/>
              </a:ext>
            </a:extLst>
          </p:cNvPr>
          <p:cNvSpPr>
            <a:spLocks noGrp="1"/>
          </p:cNvSpPr>
          <p:nvPr/>
        </p:nvSpPr>
        <p:spPr>
          <a:xfrm>
            <a:off x="914400" y="5762520"/>
            <a:ext cx="10429560" cy="19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860" b="1" u="none">
                <a:solidFill>
                  <a:srgbClr val="0353A4"/>
                </a:solidFill>
                <a:latin typeface="Courier New"/>
                <a:ea typeface="Courier New"/>
                <a:cs typeface="Courier New"/>
              </a:rPr>
              <a:t>CUDA EVENTS • reduction: 3 × (10 warmups + 101 samples) • scan: 3 × (20 warmups + 101 samples) • medians</a:t>
            </a:r>
          </a:p>
        </p:txBody>
      </p:sp>
      <p:sp>
        <p:nvSpPr>
          <p:cNvPr id="258" name="s2-profiler-protocol">
            <a:extLst>
              <a:ext uri="{FF2B5EF4-FFF2-40B4-BE49-F238E27FC236}">
                <a16:creationId xmlns:a16="http://schemas.microsoft.com/office/drawing/2014/main" id="{739DCFF7-F19F-4CE7-8959-9FC557CD3544}"/>
              </a:ext>
            </a:extLst>
          </p:cNvPr>
          <p:cNvSpPr>
            <a:spLocks noGrp="1"/>
          </p:cNvSpPr>
          <p:nvPr/>
        </p:nvSpPr>
        <p:spPr>
          <a:xfrm>
            <a:off x="914400" y="5962680"/>
            <a:ext cx="10429560" cy="190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860" b="1" u="none">
                <a:solidFill>
                  <a:srgbClr val="6666FF"/>
                </a:solidFill>
                <a:latin typeface="Courier New"/>
                <a:ea typeface="Courier New"/>
                <a:cs typeface="Courier New"/>
              </a:rPr>
              <a:t>NSIGHT COMPUTE • first-pass counters  |  NSIGHT SYSTEMS • pass traces  |  separate profiling runs on physical L40S Device 3</a:t>
            </a:r>
          </a:p>
        </p:txBody>
      </p:sp>
    </p:spTree>
    <p:extLst>
      <p:ext uri="{BB962C8B-B14F-4D97-AF65-F5344CB8AC3E}">
        <p14:creationId xmlns:p14="http://schemas.microsoft.com/office/powerpoint/2010/main" val="1027435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PlaceHolder 1">
            <a:extLst>
              <a:ext uri="{FF2B5EF4-FFF2-40B4-BE49-F238E27FC236}">
                <a16:creationId xmlns:a16="http://schemas.microsoft.com/office/drawing/2014/main" id="{489D754E-9914-4BD5-B92D-8034FAFB900B}"/>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2780" b="1" u="none">
                <a:solidFill>
                  <a:srgbClr val="001233"/>
                </a:solidFill>
                <a:latin typeface="Arial"/>
                <a:ea typeface="Arial"/>
                <a:cs typeface="Arial"/>
              </a:rPr>
              <a:t>Naïve shared-memory tree: log₂B synchronized levels</a:t>
            </a:r>
          </a:p>
        </p:txBody>
      </p:sp>
      <p:sp>
        <p:nvSpPr>
          <p:cNvPr id="260" name="PlaceHolder 2">
            <a:extLst>
              <a:ext uri="{FF2B5EF4-FFF2-40B4-BE49-F238E27FC236}">
                <a16:creationId xmlns:a16="http://schemas.microsoft.com/office/drawing/2014/main" id="{4E4E59D2-7F05-4E06-9F75-D3A540364090}"/>
              </a:ext>
            </a:extLst>
          </p:cNvPr>
          <p:cNvSpPr>
            <a:spLocks noGrp="1"/>
          </p:cNvSpPr>
          <p:nvPr>
            <p:ph type="sldNum" idx="16"/>
          </p:nvPr>
        </p:nvSpPr>
        <p:spPr>
          <a:xfrm>
            <a:off x="11755440" y="6453720"/>
            <a:ext cx="188280" cy="263520"/>
          </a:xfrm>
          <a:prstGeom prst="rect">
            <a:avLst/>
          </a:prstGeom>
          <a:noFill/>
          <a:ln w="12600">
            <a:noFill/>
          </a:ln>
        </p:spPr>
        <p:txBody>
          <a:bodyPr lIns="45720" tIns="45720" rIns="45720" bIns="45720" anchor="ctr">
            <a:noAutofit/>
          </a:bodyPr>
          <a:lstStyle>
            <a:lvl1pPr indent="0" algn="r">
              <a:lnSpc>
                <a:spcPct val="100000"/>
              </a:lnSpc>
              <a:buNone/>
              <a:defRPr sz="1200" b="0" u="none">
                <a:solidFill>
                  <a:srgbClr val="88888D"/>
                </a:solidFill>
                <a:latin typeface="Arial"/>
                <a:ea typeface="Arial"/>
                <a:cs typeface="Arial"/>
              </a:defRPr>
            </a:lvl1pPr>
          </a:lstStyle>
          <a:p>
            <a:pPr indent="0" algn="r">
              <a:lnSpc>
                <a:spcPct val="100000"/>
              </a:lnSpc>
              <a:buNone/>
            </a:pPr>
            <a:fld id="{3F6E0441-AAE7-4BF6-9287-D9C9D2891BD0}" type="slidenum">
              <a:rPr sz="1200" b="0" u="none">
                <a:solidFill>
                  <a:srgbClr val="88888D"/>
                </a:solidFill>
                <a:latin typeface="Arial"/>
                <a:ea typeface="Arial"/>
                <a:cs typeface="Arial"/>
              </a:rPr>
              <a:t>3</a:t>
            </a:fld>
            <a:endParaRPr sz="1200" b="0" u="none">
              <a:solidFill>
                <a:srgbClr val="88888D"/>
              </a:solidFill>
              <a:latin typeface="Arial"/>
              <a:ea typeface="Arial"/>
              <a:cs typeface="Arial"/>
            </a:endParaRPr>
          </a:p>
        </p:txBody>
      </p:sp>
      <p:sp>
        <p:nvSpPr>
          <p:cNvPr id="261" name="s3-lead">
            <a:extLst>
              <a:ext uri="{FF2B5EF4-FFF2-40B4-BE49-F238E27FC236}">
                <a16:creationId xmlns:a16="http://schemas.microsoft.com/office/drawing/2014/main" id="{37F268A4-FEAB-4021-9064-54E0984B3167}"/>
              </a:ext>
            </a:extLst>
          </p:cNvPr>
          <p:cNvSpPr>
            <a:spLocks noGrp="1"/>
          </p:cNvSpPr>
          <p:nvPr/>
        </p:nvSpPr>
        <p:spPr>
          <a:xfrm>
            <a:off x="723960" y="990720"/>
            <a:ext cx="106484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540" b="1" u="none">
                <a:solidFill>
                  <a:srgbClr val="001233"/>
                </a:solidFill>
                <a:latin typeface="Arial"/>
                <a:ea typeface="Arial"/>
                <a:cs typeface="Arial"/>
              </a:rPr>
              <a:t>Within one B-value block tile, each stage halves the live values; the next stage waits at a block barrier.</a:t>
            </a:r>
          </a:p>
        </p:txBody>
      </p:sp>
      <p:sp>
        <p:nvSpPr>
          <p:cNvPr id="262" name="s3-input-0">
            <a:extLst>
              <a:ext uri="{FF2B5EF4-FFF2-40B4-BE49-F238E27FC236}">
                <a16:creationId xmlns:a16="http://schemas.microsoft.com/office/drawing/2014/main" id="{500D4B41-5E1E-4C8B-B2DC-CD09C59D63F7}"/>
              </a:ext>
            </a:extLst>
          </p:cNvPr>
          <p:cNvSpPr>
            <a:spLocks noGrp="1"/>
          </p:cNvSpPr>
          <p:nvPr/>
        </p:nvSpPr>
        <p:spPr>
          <a:xfrm>
            <a:off x="1095480" y="1571760"/>
            <a:ext cx="666360" cy="66636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noFill/>
          <a:ln w="24765">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729" b="0" u="none">
                <a:solidFill>
                  <a:srgbClr val="001233"/>
                </a:solidFill>
                <a:latin typeface="Courier New"/>
                <a:ea typeface="Courier New"/>
                <a:cs typeface="Courier New"/>
              </a:rPr>
              <a:t>3</a:t>
            </a:r>
          </a:p>
        </p:txBody>
      </p:sp>
      <p:sp>
        <p:nvSpPr>
          <p:cNvPr id="263" name="s3-input-1">
            <a:extLst>
              <a:ext uri="{FF2B5EF4-FFF2-40B4-BE49-F238E27FC236}">
                <a16:creationId xmlns:a16="http://schemas.microsoft.com/office/drawing/2014/main" id="{A7F393CE-D721-473D-AEDC-56DDB907778C}"/>
              </a:ext>
            </a:extLst>
          </p:cNvPr>
          <p:cNvSpPr>
            <a:spLocks noGrp="1"/>
          </p:cNvSpPr>
          <p:nvPr/>
        </p:nvSpPr>
        <p:spPr>
          <a:xfrm>
            <a:off x="2219400" y="1571760"/>
            <a:ext cx="666360" cy="66636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noFill/>
          <a:ln w="24765">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729" b="0" u="none">
                <a:solidFill>
                  <a:srgbClr val="001233"/>
                </a:solidFill>
                <a:latin typeface="Courier New"/>
                <a:ea typeface="Courier New"/>
                <a:cs typeface="Courier New"/>
              </a:rPr>
              <a:t>1</a:t>
            </a:r>
          </a:p>
        </p:txBody>
      </p:sp>
      <p:sp>
        <p:nvSpPr>
          <p:cNvPr id="264" name="s3-input-2">
            <a:extLst>
              <a:ext uri="{FF2B5EF4-FFF2-40B4-BE49-F238E27FC236}">
                <a16:creationId xmlns:a16="http://schemas.microsoft.com/office/drawing/2014/main" id="{C2D82411-E209-410F-96BF-2F3104737712}"/>
              </a:ext>
            </a:extLst>
          </p:cNvPr>
          <p:cNvSpPr>
            <a:spLocks noGrp="1"/>
          </p:cNvSpPr>
          <p:nvPr/>
        </p:nvSpPr>
        <p:spPr>
          <a:xfrm>
            <a:off x="3343320" y="1571760"/>
            <a:ext cx="666360" cy="66636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noFill/>
          <a:ln w="24765">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729" b="0" u="none">
                <a:solidFill>
                  <a:srgbClr val="001233"/>
                </a:solidFill>
                <a:latin typeface="Courier New"/>
                <a:ea typeface="Courier New"/>
                <a:cs typeface="Courier New"/>
              </a:rPr>
              <a:t>7</a:t>
            </a:r>
          </a:p>
        </p:txBody>
      </p:sp>
      <p:sp>
        <p:nvSpPr>
          <p:cNvPr id="265" name="s3-input-3">
            <a:extLst>
              <a:ext uri="{FF2B5EF4-FFF2-40B4-BE49-F238E27FC236}">
                <a16:creationId xmlns:a16="http://schemas.microsoft.com/office/drawing/2014/main" id="{D7951399-A739-4514-97C6-5CECCB58A57B}"/>
              </a:ext>
            </a:extLst>
          </p:cNvPr>
          <p:cNvSpPr>
            <a:spLocks noGrp="1"/>
          </p:cNvSpPr>
          <p:nvPr/>
        </p:nvSpPr>
        <p:spPr>
          <a:xfrm>
            <a:off x="4467240" y="1571760"/>
            <a:ext cx="666360" cy="66636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noFill/>
          <a:ln w="24765">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729" b="0" u="none">
                <a:solidFill>
                  <a:srgbClr val="001233"/>
                </a:solidFill>
                <a:latin typeface="Courier New"/>
                <a:ea typeface="Courier New"/>
                <a:cs typeface="Courier New"/>
              </a:rPr>
              <a:t>0</a:t>
            </a:r>
          </a:p>
        </p:txBody>
      </p:sp>
      <p:sp>
        <p:nvSpPr>
          <p:cNvPr id="266" name="s3-input-4">
            <a:extLst>
              <a:ext uri="{FF2B5EF4-FFF2-40B4-BE49-F238E27FC236}">
                <a16:creationId xmlns:a16="http://schemas.microsoft.com/office/drawing/2014/main" id="{22AFD785-5EAF-4841-9480-6487D734B742}"/>
              </a:ext>
            </a:extLst>
          </p:cNvPr>
          <p:cNvSpPr>
            <a:spLocks noGrp="1"/>
          </p:cNvSpPr>
          <p:nvPr/>
        </p:nvSpPr>
        <p:spPr>
          <a:xfrm>
            <a:off x="5591160" y="1571760"/>
            <a:ext cx="666360" cy="66636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noFill/>
          <a:ln w="24765">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729" b="0" u="none">
                <a:solidFill>
                  <a:srgbClr val="001233"/>
                </a:solidFill>
                <a:latin typeface="Courier New"/>
                <a:ea typeface="Courier New"/>
                <a:cs typeface="Courier New"/>
              </a:rPr>
              <a:t>4</a:t>
            </a:r>
          </a:p>
        </p:txBody>
      </p:sp>
      <p:sp>
        <p:nvSpPr>
          <p:cNvPr id="267" name="s3-input-5">
            <a:extLst>
              <a:ext uri="{FF2B5EF4-FFF2-40B4-BE49-F238E27FC236}">
                <a16:creationId xmlns:a16="http://schemas.microsoft.com/office/drawing/2014/main" id="{63762BA2-ED49-4608-9EBB-B006461A2253}"/>
              </a:ext>
            </a:extLst>
          </p:cNvPr>
          <p:cNvSpPr>
            <a:spLocks noGrp="1"/>
          </p:cNvSpPr>
          <p:nvPr/>
        </p:nvSpPr>
        <p:spPr>
          <a:xfrm>
            <a:off x="6715080" y="1571760"/>
            <a:ext cx="666360" cy="66636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noFill/>
          <a:ln w="24765">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729" b="0" u="none">
                <a:solidFill>
                  <a:srgbClr val="001233"/>
                </a:solidFill>
                <a:latin typeface="Courier New"/>
                <a:ea typeface="Courier New"/>
                <a:cs typeface="Courier New"/>
              </a:rPr>
              <a:t>1</a:t>
            </a:r>
          </a:p>
        </p:txBody>
      </p:sp>
      <p:sp>
        <p:nvSpPr>
          <p:cNvPr id="268" name="s3-input-6">
            <a:extLst>
              <a:ext uri="{FF2B5EF4-FFF2-40B4-BE49-F238E27FC236}">
                <a16:creationId xmlns:a16="http://schemas.microsoft.com/office/drawing/2014/main" id="{FA40D8B7-ED3A-43B4-BE04-2A41352E75B6}"/>
              </a:ext>
            </a:extLst>
          </p:cNvPr>
          <p:cNvSpPr>
            <a:spLocks noGrp="1"/>
          </p:cNvSpPr>
          <p:nvPr/>
        </p:nvSpPr>
        <p:spPr>
          <a:xfrm>
            <a:off x="7839000" y="1571760"/>
            <a:ext cx="666360" cy="66636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noFill/>
          <a:ln w="24765">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729" b="0" u="none">
                <a:solidFill>
                  <a:srgbClr val="001233"/>
                </a:solidFill>
                <a:latin typeface="Courier New"/>
                <a:ea typeface="Courier New"/>
                <a:cs typeface="Courier New"/>
              </a:rPr>
              <a:t>6</a:t>
            </a:r>
          </a:p>
        </p:txBody>
      </p:sp>
      <p:sp>
        <p:nvSpPr>
          <p:cNvPr id="269" name="s3-input-7">
            <a:extLst>
              <a:ext uri="{FF2B5EF4-FFF2-40B4-BE49-F238E27FC236}">
                <a16:creationId xmlns:a16="http://schemas.microsoft.com/office/drawing/2014/main" id="{FE3AD418-BD92-4F6C-8F30-27013FED6A97}"/>
              </a:ext>
            </a:extLst>
          </p:cNvPr>
          <p:cNvSpPr>
            <a:spLocks noGrp="1"/>
          </p:cNvSpPr>
          <p:nvPr/>
        </p:nvSpPr>
        <p:spPr>
          <a:xfrm>
            <a:off x="8962920" y="1571760"/>
            <a:ext cx="666360" cy="66636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noFill/>
          <a:ln w="24765">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729" b="0" u="none">
                <a:solidFill>
                  <a:srgbClr val="001233"/>
                </a:solidFill>
                <a:latin typeface="Courier New"/>
                <a:ea typeface="Courier New"/>
                <a:cs typeface="Courier New"/>
              </a:rPr>
              <a:t>3</a:t>
            </a:r>
          </a:p>
        </p:txBody>
      </p:sp>
      <p:sp>
        <p:nvSpPr>
          <p:cNvPr id="270" name="s3-l1-0">
            <a:extLst>
              <a:ext uri="{FF2B5EF4-FFF2-40B4-BE49-F238E27FC236}">
                <a16:creationId xmlns:a16="http://schemas.microsoft.com/office/drawing/2014/main" id="{815EE384-64A3-4404-BB9D-E4683BDB76CA}"/>
              </a:ext>
            </a:extLst>
          </p:cNvPr>
          <p:cNvSpPr>
            <a:spLocks noGrp="1"/>
          </p:cNvSpPr>
          <p:nvPr/>
        </p:nvSpPr>
        <p:spPr>
          <a:xfrm>
            <a:off x="1657440" y="2762280"/>
            <a:ext cx="685440" cy="6854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noFill/>
          <a:ln w="24765">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729" b="0" u="none">
                <a:solidFill>
                  <a:srgbClr val="001233"/>
                </a:solidFill>
                <a:latin typeface="Courier New"/>
                <a:ea typeface="Courier New"/>
                <a:cs typeface="Courier New"/>
              </a:rPr>
              <a:t>4</a:t>
            </a:r>
          </a:p>
        </p:txBody>
      </p:sp>
      <p:sp>
        <p:nvSpPr>
          <p:cNvPr id="271" name="s3-l1-1">
            <a:extLst>
              <a:ext uri="{FF2B5EF4-FFF2-40B4-BE49-F238E27FC236}">
                <a16:creationId xmlns:a16="http://schemas.microsoft.com/office/drawing/2014/main" id="{B88A60C8-DEFC-48BC-8E8F-5C213BDAA0CE}"/>
              </a:ext>
            </a:extLst>
          </p:cNvPr>
          <p:cNvSpPr>
            <a:spLocks noGrp="1"/>
          </p:cNvSpPr>
          <p:nvPr/>
        </p:nvSpPr>
        <p:spPr>
          <a:xfrm>
            <a:off x="3905280" y="2762280"/>
            <a:ext cx="685440" cy="6854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noFill/>
          <a:ln w="24765">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729" b="0" u="none">
                <a:solidFill>
                  <a:srgbClr val="001233"/>
                </a:solidFill>
                <a:latin typeface="Courier New"/>
                <a:ea typeface="Courier New"/>
                <a:cs typeface="Courier New"/>
              </a:rPr>
              <a:t>7</a:t>
            </a:r>
          </a:p>
        </p:txBody>
      </p:sp>
      <p:sp>
        <p:nvSpPr>
          <p:cNvPr id="272" name="s3-l1-2">
            <a:extLst>
              <a:ext uri="{FF2B5EF4-FFF2-40B4-BE49-F238E27FC236}">
                <a16:creationId xmlns:a16="http://schemas.microsoft.com/office/drawing/2014/main" id="{E5FFD1A0-C589-46B8-8BEF-AE1DA45DD850}"/>
              </a:ext>
            </a:extLst>
          </p:cNvPr>
          <p:cNvSpPr>
            <a:spLocks noGrp="1"/>
          </p:cNvSpPr>
          <p:nvPr/>
        </p:nvSpPr>
        <p:spPr>
          <a:xfrm>
            <a:off x="6153120" y="2762280"/>
            <a:ext cx="685440" cy="6854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noFill/>
          <a:ln w="24765">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729" b="0" u="none">
                <a:solidFill>
                  <a:srgbClr val="001233"/>
                </a:solidFill>
                <a:latin typeface="Courier New"/>
                <a:ea typeface="Courier New"/>
                <a:cs typeface="Courier New"/>
              </a:rPr>
              <a:t>5</a:t>
            </a:r>
          </a:p>
        </p:txBody>
      </p:sp>
      <p:sp>
        <p:nvSpPr>
          <p:cNvPr id="273" name="s3-l1-3">
            <a:extLst>
              <a:ext uri="{FF2B5EF4-FFF2-40B4-BE49-F238E27FC236}">
                <a16:creationId xmlns:a16="http://schemas.microsoft.com/office/drawing/2014/main" id="{497593A1-83BD-4D91-8C95-CAF8DF35F3C1}"/>
              </a:ext>
            </a:extLst>
          </p:cNvPr>
          <p:cNvSpPr>
            <a:spLocks noGrp="1"/>
          </p:cNvSpPr>
          <p:nvPr/>
        </p:nvSpPr>
        <p:spPr>
          <a:xfrm>
            <a:off x="8400960" y="2762280"/>
            <a:ext cx="685440" cy="6854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noFill/>
          <a:ln w="24765">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729" b="0" u="none">
                <a:solidFill>
                  <a:srgbClr val="001233"/>
                </a:solidFill>
                <a:latin typeface="Courier New"/>
                <a:ea typeface="Courier New"/>
                <a:cs typeface="Courier New"/>
              </a:rPr>
              <a:t>9</a:t>
            </a:r>
          </a:p>
        </p:txBody>
      </p:sp>
      <p:sp>
        <p:nvSpPr>
          <p:cNvPr id="274" name="s3-l2-0">
            <a:extLst>
              <a:ext uri="{FF2B5EF4-FFF2-40B4-BE49-F238E27FC236}">
                <a16:creationId xmlns:a16="http://schemas.microsoft.com/office/drawing/2014/main" id="{95BF57BC-7C96-467E-AD4E-16DED9592437}"/>
              </a:ext>
            </a:extLst>
          </p:cNvPr>
          <p:cNvSpPr>
            <a:spLocks noGrp="1"/>
          </p:cNvSpPr>
          <p:nvPr/>
        </p:nvSpPr>
        <p:spPr>
          <a:xfrm>
            <a:off x="2781360" y="3952800"/>
            <a:ext cx="723600" cy="7236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noFill/>
          <a:ln w="24765">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729" b="0" u="none">
                <a:solidFill>
                  <a:srgbClr val="001233"/>
                </a:solidFill>
                <a:latin typeface="Courier New"/>
                <a:ea typeface="Courier New"/>
                <a:cs typeface="Courier New"/>
              </a:rPr>
              <a:t>11</a:t>
            </a:r>
          </a:p>
        </p:txBody>
      </p:sp>
      <p:sp>
        <p:nvSpPr>
          <p:cNvPr id="275" name="s3-l2-1">
            <a:extLst>
              <a:ext uri="{FF2B5EF4-FFF2-40B4-BE49-F238E27FC236}">
                <a16:creationId xmlns:a16="http://schemas.microsoft.com/office/drawing/2014/main" id="{2BF1193D-9C05-4333-B823-93D36BB0A3A7}"/>
              </a:ext>
            </a:extLst>
          </p:cNvPr>
          <p:cNvSpPr>
            <a:spLocks noGrp="1"/>
          </p:cNvSpPr>
          <p:nvPr/>
        </p:nvSpPr>
        <p:spPr>
          <a:xfrm>
            <a:off x="7277040" y="3952800"/>
            <a:ext cx="723600" cy="7236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noFill/>
          <a:ln w="24765">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729" b="0" u="none">
                <a:solidFill>
                  <a:srgbClr val="001233"/>
                </a:solidFill>
                <a:latin typeface="Courier New"/>
                <a:ea typeface="Courier New"/>
                <a:cs typeface="Courier New"/>
              </a:rPr>
              <a:t>14</a:t>
            </a:r>
          </a:p>
        </p:txBody>
      </p:sp>
      <p:sp>
        <p:nvSpPr>
          <p:cNvPr id="276" name="s3-result">
            <a:extLst>
              <a:ext uri="{FF2B5EF4-FFF2-40B4-BE49-F238E27FC236}">
                <a16:creationId xmlns:a16="http://schemas.microsoft.com/office/drawing/2014/main" id="{14D79B95-E40F-4CA3-9E43-A975C3BABD7B}"/>
              </a:ext>
            </a:extLst>
          </p:cNvPr>
          <p:cNvSpPr>
            <a:spLocks noGrp="1"/>
          </p:cNvSpPr>
          <p:nvPr/>
        </p:nvSpPr>
        <p:spPr>
          <a:xfrm>
            <a:off x="5029200" y="5095800"/>
            <a:ext cx="780840" cy="780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BCDCFE"/>
          </a:solidFill>
          <a:ln w="28575">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950" b="0" u="none">
                <a:solidFill>
                  <a:srgbClr val="001233"/>
                </a:solidFill>
                <a:latin typeface="Courier New"/>
                <a:ea typeface="Courier New"/>
                <a:cs typeface="Courier New"/>
              </a:rPr>
              <a:t>25</a:t>
            </a:r>
          </a:p>
        </p:txBody>
      </p:sp>
      <p:cxnSp>
        <p:nvCxnSpPr>
          <p:cNvPr id="316" name="s3-arrow-s3-input-0-s3-l1-0"/>
          <p:cNvCxnSpPr>
            <a:stCxn id="262" idx="2"/>
            <a:endCxn id="270" idx="0"/>
          </p:cNvCxnSpPr>
          <p:nvPr/>
        </p:nvCxnSpPr>
        <p:spPr>
          <a:xfrm>
            <a:off x="1428480" y="2238120"/>
            <a:ext cx="572040" cy="524520"/>
          </a:xfrm>
          <a:prstGeom prst="straightConnector1">
            <a:avLst/>
          </a:prstGeom>
          <a:ln w="25718">
            <a:solidFill>
              <a:srgbClr val="0353A4"/>
            </a:solidFill>
            <a:round/>
            <a:tailEnd type="triangle" w="sm" len="sm"/>
          </a:ln>
        </p:spPr>
      </p:cxnSp>
      <p:cxnSp>
        <p:nvCxnSpPr>
          <p:cNvPr id="317" name="s3-arrow-s3-input-1-s3-l1-0"/>
          <p:cNvCxnSpPr>
            <a:stCxn id="263" idx="2"/>
            <a:endCxn id="270" idx="0"/>
          </p:cNvCxnSpPr>
          <p:nvPr/>
        </p:nvCxnSpPr>
        <p:spPr>
          <a:xfrm flipH="1">
            <a:off x="2000160" y="2238120"/>
            <a:ext cx="552600" cy="524520"/>
          </a:xfrm>
          <a:prstGeom prst="straightConnector1">
            <a:avLst/>
          </a:prstGeom>
          <a:ln w="25718">
            <a:solidFill>
              <a:srgbClr val="0353A4"/>
            </a:solidFill>
            <a:round/>
            <a:tailEnd type="triangle" w="sm" len="sm"/>
          </a:ln>
        </p:spPr>
      </p:cxnSp>
      <p:cxnSp>
        <p:nvCxnSpPr>
          <p:cNvPr id="318" name="s3-arrow-s3-input-2-s3-l1-1"/>
          <p:cNvCxnSpPr>
            <a:stCxn id="264" idx="2"/>
            <a:endCxn id="271" idx="0"/>
          </p:cNvCxnSpPr>
          <p:nvPr/>
        </p:nvCxnSpPr>
        <p:spPr>
          <a:xfrm>
            <a:off x="3676320" y="2238120"/>
            <a:ext cx="572040" cy="524520"/>
          </a:xfrm>
          <a:prstGeom prst="straightConnector1">
            <a:avLst/>
          </a:prstGeom>
          <a:ln w="25718">
            <a:solidFill>
              <a:srgbClr val="0353A4"/>
            </a:solidFill>
            <a:round/>
            <a:tailEnd type="triangle" w="sm" len="sm"/>
          </a:ln>
        </p:spPr>
      </p:cxnSp>
      <p:cxnSp>
        <p:nvCxnSpPr>
          <p:cNvPr id="319" name="s3-arrow-s3-input-3-s3-l1-1"/>
          <p:cNvCxnSpPr>
            <a:stCxn id="265" idx="2"/>
            <a:endCxn id="271" idx="0"/>
          </p:cNvCxnSpPr>
          <p:nvPr/>
        </p:nvCxnSpPr>
        <p:spPr>
          <a:xfrm flipH="1">
            <a:off x="4248000" y="2238120"/>
            <a:ext cx="552600" cy="524520"/>
          </a:xfrm>
          <a:prstGeom prst="straightConnector1">
            <a:avLst/>
          </a:prstGeom>
          <a:ln w="25718">
            <a:solidFill>
              <a:srgbClr val="0353A4"/>
            </a:solidFill>
            <a:round/>
            <a:tailEnd type="triangle" w="sm" len="sm"/>
          </a:ln>
        </p:spPr>
      </p:cxnSp>
      <p:cxnSp>
        <p:nvCxnSpPr>
          <p:cNvPr id="320" name="s3-arrow-s3-input-4-s3-l1-2"/>
          <p:cNvCxnSpPr>
            <a:stCxn id="266" idx="2"/>
            <a:endCxn id="272" idx="0"/>
          </p:cNvCxnSpPr>
          <p:nvPr/>
        </p:nvCxnSpPr>
        <p:spPr>
          <a:xfrm>
            <a:off x="5924160" y="2238120"/>
            <a:ext cx="572040" cy="524520"/>
          </a:xfrm>
          <a:prstGeom prst="straightConnector1">
            <a:avLst/>
          </a:prstGeom>
          <a:ln w="25718">
            <a:solidFill>
              <a:srgbClr val="0353A4"/>
            </a:solidFill>
            <a:round/>
            <a:tailEnd type="triangle" w="sm" len="sm"/>
          </a:ln>
        </p:spPr>
      </p:cxnSp>
      <p:cxnSp>
        <p:nvCxnSpPr>
          <p:cNvPr id="321" name="s3-arrow-s3-input-5-s3-l1-2"/>
          <p:cNvCxnSpPr>
            <a:stCxn id="267" idx="2"/>
            <a:endCxn id="272" idx="0"/>
          </p:cNvCxnSpPr>
          <p:nvPr/>
        </p:nvCxnSpPr>
        <p:spPr>
          <a:xfrm flipH="1">
            <a:off x="6495840" y="2238120"/>
            <a:ext cx="552600" cy="524520"/>
          </a:xfrm>
          <a:prstGeom prst="straightConnector1">
            <a:avLst/>
          </a:prstGeom>
          <a:ln w="25718">
            <a:solidFill>
              <a:srgbClr val="0353A4"/>
            </a:solidFill>
            <a:round/>
            <a:tailEnd type="triangle" w="sm" len="sm"/>
          </a:ln>
        </p:spPr>
      </p:cxnSp>
      <p:cxnSp>
        <p:nvCxnSpPr>
          <p:cNvPr id="322" name="s3-arrow-s3-input-6-s3-l1-3"/>
          <p:cNvCxnSpPr>
            <a:stCxn id="268" idx="2"/>
            <a:endCxn id="273" idx="0"/>
          </p:cNvCxnSpPr>
          <p:nvPr/>
        </p:nvCxnSpPr>
        <p:spPr>
          <a:xfrm>
            <a:off x="8172000" y="2238120"/>
            <a:ext cx="572040" cy="524520"/>
          </a:xfrm>
          <a:prstGeom prst="straightConnector1">
            <a:avLst/>
          </a:prstGeom>
          <a:ln w="25718">
            <a:solidFill>
              <a:srgbClr val="0353A4"/>
            </a:solidFill>
            <a:round/>
            <a:tailEnd type="triangle" w="sm" len="sm"/>
          </a:ln>
        </p:spPr>
      </p:cxnSp>
      <p:cxnSp>
        <p:nvCxnSpPr>
          <p:cNvPr id="323" name="s3-arrow-s3-input-7-s3-l1-3"/>
          <p:cNvCxnSpPr>
            <a:stCxn id="269" idx="2"/>
            <a:endCxn id="273" idx="0"/>
          </p:cNvCxnSpPr>
          <p:nvPr/>
        </p:nvCxnSpPr>
        <p:spPr>
          <a:xfrm flipH="1">
            <a:off x="8743680" y="2238120"/>
            <a:ext cx="552600" cy="524520"/>
          </a:xfrm>
          <a:prstGeom prst="straightConnector1">
            <a:avLst/>
          </a:prstGeom>
          <a:ln w="25718">
            <a:solidFill>
              <a:srgbClr val="0353A4"/>
            </a:solidFill>
            <a:round/>
            <a:tailEnd type="triangle" w="sm" len="sm"/>
          </a:ln>
        </p:spPr>
      </p:cxnSp>
      <p:cxnSp>
        <p:nvCxnSpPr>
          <p:cNvPr id="324" name="s3-arrow-s3-l1-0-s3-l2-0"/>
          <p:cNvCxnSpPr>
            <a:stCxn id="270" idx="2"/>
            <a:endCxn id="274" idx="0"/>
          </p:cNvCxnSpPr>
          <p:nvPr/>
        </p:nvCxnSpPr>
        <p:spPr>
          <a:xfrm>
            <a:off x="2000160" y="3447720"/>
            <a:ext cx="1143360" cy="505440"/>
          </a:xfrm>
          <a:prstGeom prst="straightConnector1">
            <a:avLst/>
          </a:prstGeom>
          <a:ln w="25718">
            <a:solidFill>
              <a:srgbClr val="0353A4"/>
            </a:solidFill>
            <a:round/>
            <a:tailEnd type="triangle" w="sm" len="sm"/>
          </a:ln>
        </p:spPr>
      </p:cxnSp>
      <p:cxnSp>
        <p:nvCxnSpPr>
          <p:cNvPr id="325" name="s3-arrow-s3-l1-1-s3-l2-0"/>
          <p:cNvCxnSpPr>
            <a:stCxn id="271" idx="2"/>
            <a:endCxn id="274" idx="0"/>
          </p:cNvCxnSpPr>
          <p:nvPr/>
        </p:nvCxnSpPr>
        <p:spPr>
          <a:xfrm flipH="1">
            <a:off x="3143160" y="3447720"/>
            <a:ext cx="1105200" cy="505440"/>
          </a:xfrm>
          <a:prstGeom prst="straightConnector1">
            <a:avLst/>
          </a:prstGeom>
          <a:ln w="25718">
            <a:solidFill>
              <a:srgbClr val="0353A4"/>
            </a:solidFill>
            <a:round/>
            <a:tailEnd type="triangle" w="sm" len="sm"/>
          </a:ln>
        </p:spPr>
      </p:cxnSp>
      <p:cxnSp>
        <p:nvCxnSpPr>
          <p:cNvPr id="326" name="s3-arrow-s3-l1-2-s3-l2-1"/>
          <p:cNvCxnSpPr>
            <a:stCxn id="272" idx="2"/>
            <a:endCxn id="275" idx="0"/>
          </p:cNvCxnSpPr>
          <p:nvPr/>
        </p:nvCxnSpPr>
        <p:spPr>
          <a:xfrm>
            <a:off x="6495840" y="3447720"/>
            <a:ext cx="1143360" cy="505440"/>
          </a:xfrm>
          <a:prstGeom prst="straightConnector1">
            <a:avLst/>
          </a:prstGeom>
          <a:ln w="25718">
            <a:solidFill>
              <a:srgbClr val="0353A4"/>
            </a:solidFill>
            <a:round/>
            <a:tailEnd type="triangle" w="sm" len="sm"/>
          </a:ln>
        </p:spPr>
      </p:cxnSp>
      <p:cxnSp>
        <p:nvCxnSpPr>
          <p:cNvPr id="327" name="s3-arrow-s3-l1-3-s3-l2-1"/>
          <p:cNvCxnSpPr>
            <a:stCxn id="273" idx="2"/>
            <a:endCxn id="275" idx="0"/>
          </p:cNvCxnSpPr>
          <p:nvPr/>
        </p:nvCxnSpPr>
        <p:spPr>
          <a:xfrm flipH="1">
            <a:off x="7638840" y="3447720"/>
            <a:ext cx="1105200" cy="505440"/>
          </a:xfrm>
          <a:prstGeom prst="straightConnector1">
            <a:avLst/>
          </a:prstGeom>
          <a:ln w="25718">
            <a:solidFill>
              <a:srgbClr val="0353A4"/>
            </a:solidFill>
            <a:round/>
            <a:tailEnd type="triangle" w="sm" len="sm"/>
          </a:ln>
        </p:spPr>
      </p:cxnSp>
      <p:cxnSp>
        <p:nvCxnSpPr>
          <p:cNvPr id="328" name="s3-arrow-s3-l2-0-s3-result"/>
          <p:cNvCxnSpPr>
            <a:stCxn id="274" idx="2"/>
            <a:endCxn id="276" idx="0"/>
          </p:cNvCxnSpPr>
          <p:nvPr/>
        </p:nvCxnSpPr>
        <p:spPr>
          <a:xfrm>
            <a:off x="3143160" y="4676400"/>
            <a:ext cx="2276640" cy="419760"/>
          </a:xfrm>
          <a:prstGeom prst="straightConnector1">
            <a:avLst/>
          </a:prstGeom>
          <a:ln w="27623">
            <a:solidFill>
              <a:srgbClr val="0353A4"/>
            </a:solidFill>
            <a:round/>
            <a:tailEnd type="triangle" w="sm" len="sm"/>
          </a:ln>
        </p:spPr>
      </p:cxnSp>
      <p:cxnSp>
        <p:nvCxnSpPr>
          <p:cNvPr id="329" name="s3-arrow-s3-l2-1-s3-result"/>
          <p:cNvCxnSpPr>
            <a:stCxn id="275" idx="2"/>
            <a:endCxn id="276" idx="0"/>
          </p:cNvCxnSpPr>
          <p:nvPr/>
        </p:nvCxnSpPr>
        <p:spPr>
          <a:xfrm flipH="1">
            <a:off x="5419440" y="4676400"/>
            <a:ext cx="2219760" cy="419760"/>
          </a:xfrm>
          <a:prstGeom prst="straightConnector1">
            <a:avLst/>
          </a:prstGeom>
          <a:ln w="27623">
            <a:solidFill>
              <a:srgbClr val="0353A4"/>
            </a:solidFill>
            <a:round/>
            <a:tailEnd type="triangle" w="sm" len="sm"/>
          </a:ln>
        </p:spPr>
      </p:cxnSp>
      <p:sp>
        <p:nvSpPr>
          <p:cNvPr id="291" name="s3-sync-brace-top">
            <a:extLst>
              <a:ext uri="{FF2B5EF4-FFF2-40B4-BE49-F238E27FC236}">
                <a16:creationId xmlns:a16="http://schemas.microsoft.com/office/drawing/2014/main" id="{80197803-3141-4320-AC9C-0F4B44D24824}"/>
              </a:ext>
            </a:extLst>
          </p:cNvPr>
          <p:cNvSpPr>
            <a:spLocks noGrp="1"/>
          </p:cNvSpPr>
          <p:nvPr/>
        </p:nvSpPr>
        <p:spPr>
          <a:xfrm flipV="1">
            <a:off x="9161044" y="3103559"/>
            <a:ext cx="542880" cy="0"/>
          </a:xfrm>
          <a:prstGeom prst="line">
            <a:avLst/>
          </a:prstGeom>
          <a:ln w="38100">
            <a:solidFill>
              <a:srgbClr val="FF0000"/>
            </a:solidFill>
          </a:ln>
        </p:spPr>
        <p:style>
          <a:lnRef idx="0">
            <a:scrgbClr r="0" g="0" b="0"/>
          </a:lnRef>
          <a:fillRef idx="0">
            <a:scrgbClr r="0" g="0" b="0"/>
          </a:fillRef>
          <a:effectRef idx="0">
            <a:scrgbClr r="0" g="0" b="0"/>
          </a:effectRef>
          <a:fontRef idx="minor"/>
        </p:style>
        <p:txBody>
          <a:bodyPr lIns="90000" tIns="-44640" rIns="90000" bIns="-44640" anchor="t">
            <a:noAutofit/>
          </a:bodyPr>
          <a:lstStyle/>
          <a:p>
            <a:pPr>
              <a:buNone/>
            </a:pPr>
            <a:endParaRPr/>
          </a:p>
        </p:txBody>
      </p:sp>
      <p:sp>
        <p:nvSpPr>
          <p:cNvPr id="293" name="s3-sync-brace-bottom">
            <a:extLst>
              <a:ext uri="{FF2B5EF4-FFF2-40B4-BE49-F238E27FC236}">
                <a16:creationId xmlns:a16="http://schemas.microsoft.com/office/drawing/2014/main" id="{352300A0-ECB5-427A-BF9C-5C0CD5959018}"/>
              </a:ext>
            </a:extLst>
          </p:cNvPr>
          <p:cNvSpPr>
            <a:spLocks noGrp="1"/>
          </p:cNvSpPr>
          <p:nvPr/>
        </p:nvSpPr>
        <p:spPr>
          <a:xfrm flipV="1">
            <a:off x="6096000" y="5540039"/>
            <a:ext cx="3533280" cy="1"/>
          </a:xfrm>
          <a:prstGeom prst="line">
            <a:avLst/>
          </a:prstGeom>
          <a:ln w="38100">
            <a:solidFill>
              <a:srgbClr val="FF0000"/>
            </a:solidFill>
          </a:ln>
        </p:spPr>
        <p:style>
          <a:lnRef idx="0">
            <a:scrgbClr r="0" g="0" b="0"/>
          </a:lnRef>
          <a:fillRef idx="0">
            <a:scrgbClr r="0" g="0" b="0"/>
          </a:fillRef>
          <a:effectRef idx="0">
            <a:scrgbClr r="0" g="0" b="0"/>
          </a:effectRef>
          <a:fontRef idx="minor"/>
        </p:style>
        <p:txBody>
          <a:bodyPr lIns="90000" tIns="-44640" rIns="90000" bIns="-44640" anchor="t">
            <a:noAutofit/>
          </a:bodyPr>
          <a:lstStyle/>
          <a:p>
            <a:pPr>
              <a:buNone/>
            </a:pPr>
            <a:endParaRPr/>
          </a:p>
        </p:txBody>
      </p:sp>
      <p:sp>
        <p:nvSpPr>
          <p:cNvPr id="294" name="s3-stage1">
            <a:extLst>
              <a:ext uri="{FF2B5EF4-FFF2-40B4-BE49-F238E27FC236}">
                <a16:creationId xmlns:a16="http://schemas.microsoft.com/office/drawing/2014/main" id="{50DDD381-CFB0-4148-8B12-CB94B5CC1FAB}"/>
              </a:ext>
            </a:extLst>
          </p:cNvPr>
          <p:cNvSpPr>
            <a:spLocks noGrp="1"/>
          </p:cNvSpPr>
          <p:nvPr/>
        </p:nvSpPr>
        <p:spPr>
          <a:xfrm>
            <a:off x="9763200" y="2891231"/>
            <a:ext cx="1809360" cy="5900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nSpc>
                <a:spcPct val="100000"/>
              </a:lnSpc>
              <a:buNone/>
            </a:pPr>
            <a:r>
              <a:rPr sz="1350" b="1" u="none" dirty="0">
                <a:solidFill>
                  <a:srgbClr val="FF0000"/>
                </a:solidFill>
                <a:latin typeface="Courier New"/>
                <a:ea typeface="Courier New"/>
                <a:cs typeface="Courier New"/>
              </a:rPr>
              <a:t>stage 1</a:t>
            </a:r>
          </a:p>
          <a:p>
            <a:pPr>
              <a:lnSpc>
                <a:spcPct val="100000"/>
              </a:lnSpc>
              <a:buNone/>
            </a:pPr>
            <a:r>
              <a:rPr sz="1350" b="1" u="none" dirty="0">
                <a:solidFill>
                  <a:srgbClr val="FF0000"/>
                </a:solidFill>
                <a:latin typeface="Courier New"/>
                <a:ea typeface="Courier New"/>
                <a:cs typeface="Courier New"/>
              </a:rPr>
              <a:t>4 adds + barrier</a:t>
            </a:r>
          </a:p>
        </p:txBody>
      </p:sp>
      <p:sp>
        <p:nvSpPr>
          <p:cNvPr id="295" name="s3-stage2">
            <a:extLst>
              <a:ext uri="{FF2B5EF4-FFF2-40B4-BE49-F238E27FC236}">
                <a16:creationId xmlns:a16="http://schemas.microsoft.com/office/drawing/2014/main" id="{494DB634-018F-4612-8BEE-96FFF2C6BFEC}"/>
              </a:ext>
            </a:extLst>
          </p:cNvPr>
          <p:cNvSpPr>
            <a:spLocks noGrp="1"/>
          </p:cNvSpPr>
          <p:nvPr/>
        </p:nvSpPr>
        <p:spPr>
          <a:xfrm>
            <a:off x="9702360" y="4167720"/>
            <a:ext cx="1809360" cy="5900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nSpc>
                <a:spcPct val="100000"/>
              </a:lnSpc>
              <a:buNone/>
            </a:pPr>
            <a:r>
              <a:rPr sz="1350" b="1" u="none" dirty="0">
                <a:solidFill>
                  <a:srgbClr val="FF0000"/>
                </a:solidFill>
                <a:latin typeface="Courier New"/>
                <a:ea typeface="Courier New"/>
                <a:cs typeface="Courier New"/>
              </a:rPr>
              <a:t>stage 2</a:t>
            </a:r>
          </a:p>
          <a:p>
            <a:pPr>
              <a:lnSpc>
                <a:spcPct val="100000"/>
              </a:lnSpc>
              <a:buNone/>
            </a:pPr>
            <a:r>
              <a:rPr sz="1350" b="1" u="none" dirty="0">
                <a:solidFill>
                  <a:srgbClr val="FF0000"/>
                </a:solidFill>
                <a:latin typeface="Courier New"/>
                <a:ea typeface="Courier New"/>
                <a:cs typeface="Courier New"/>
              </a:rPr>
              <a:t>2 adds + barrier</a:t>
            </a:r>
          </a:p>
        </p:txBody>
      </p:sp>
      <p:sp>
        <p:nvSpPr>
          <p:cNvPr id="296" name="s3-stage3">
            <a:extLst>
              <a:ext uri="{FF2B5EF4-FFF2-40B4-BE49-F238E27FC236}">
                <a16:creationId xmlns:a16="http://schemas.microsoft.com/office/drawing/2014/main" id="{68607D82-B23D-447C-BFF8-2720BA18C40D}"/>
              </a:ext>
            </a:extLst>
          </p:cNvPr>
          <p:cNvSpPr>
            <a:spLocks noGrp="1"/>
          </p:cNvSpPr>
          <p:nvPr/>
        </p:nvSpPr>
        <p:spPr>
          <a:xfrm>
            <a:off x="9763200" y="5329260"/>
            <a:ext cx="1809360" cy="5900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nSpc>
                <a:spcPct val="100000"/>
              </a:lnSpc>
              <a:buNone/>
            </a:pPr>
            <a:r>
              <a:rPr sz="1350" b="1" u="none" dirty="0">
                <a:solidFill>
                  <a:srgbClr val="FF0000"/>
                </a:solidFill>
                <a:latin typeface="Courier New"/>
                <a:ea typeface="Courier New"/>
                <a:cs typeface="Courier New"/>
              </a:rPr>
              <a:t>stage 3</a:t>
            </a:r>
          </a:p>
          <a:p>
            <a:pPr>
              <a:lnSpc>
                <a:spcPct val="100000"/>
              </a:lnSpc>
              <a:buNone/>
            </a:pPr>
            <a:r>
              <a:rPr sz="1350" b="1" u="none" dirty="0">
                <a:solidFill>
                  <a:srgbClr val="FF0000"/>
                </a:solidFill>
                <a:latin typeface="Courier New"/>
                <a:ea typeface="Courier New"/>
                <a:cs typeface="Courier New"/>
              </a:rPr>
              <a:t>1 add + barrier</a:t>
            </a:r>
          </a:p>
        </p:txBody>
      </p:sp>
      <p:sp>
        <p:nvSpPr>
          <p:cNvPr id="297" name="s3-conclusion">
            <a:extLst>
              <a:ext uri="{FF2B5EF4-FFF2-40B4-BE49-F238E27FC236}">
                <a16:creationId xmlns:a16="http://schemas.microsoft.com/office/drawing/2014/main" id="{BE1175B3-9D54-4607-B0DE-68D3D2FD32E4}"/>
              </a:ext>
            </a:extLst>
          </p:cNvPr>
          <p:cNvSpPr>
            <a:spLocks noGrp="1"/>
          </p:cNvSpPr>
          <p:nvPr/>
        </p:nvSpPr>
        <p:spPr>
          <a:xfrm>
            <a:off x="1428840" y="5962680"/>
            <a:ext cx="8572320" cy="36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870" b="1" u="none">
                <a:solidFill>
                  <a:srgbClr val="FF0000"/>
                </a:solidFill>
                <a:latin typeface="Arial"/>
                <a:ea typeface="Arial"/>
                <a:cs typeface="Arial"/>
              </a:rPr>
              <a:t>8-value tile → 1 partial in log₂8 = 3 synchronized levels</a:t>
            </a:r>
          </a:p>
        </p:txBody>
      </p:sp>
      <p:sp>
        <p:nvSpPr>
          <p:cNvPr id="2" name="s3-sync-brace-top">
            <a:extLst>
              <a:ext uri="{FF2B5EF4-FFF2-40B4-BE49-F238E27FC236}">
                <a16:creationId xmlns:a16="http://schemas.microsoft.com/office/drawing/2014/main" id="{57E4B14E-A4CE-CDBD-2118-5B6CE24AED4D}"/>
              </a:ext>
            </a:extLst>
          </p:cNvPr>
          <p:cNvSpPr>
            <a:spLocks noGrp="1"/>
          </p:cNvSpPr>
          <p:nvPr/>
        </p:nvSpPr>
        <p:spPr>
          <a:xfrm flipV="1">
            <a:off x="8172000" y="4356971"/>
            <a:ext cx="1457280" cy="0"/>
          </a:xfrm>
          <a:prstGeom prst="line">
            <a:avLst/>
          </a:prstGeom>
          <a:ln w="38100">
            <a:solidFill>
              <a:srgbClr val="FF0000"/>
            </a:solidFill>
          </a:ln>
        </p:spPr>
        <p:style>
          <a:lnRef idx="0">
            <a:scrgbClr r="0" g="0" b="0"/>
          </a:lnRef>
          <a:fillRef idx="0">
            <a:scrgbClr r="0" g="0" b="0"/>
          </a:fillRef>
          <a:effectRef idx="0">
            <a:scrgbClr r="0" g="0" b="0"/>
          </a:effectRef>
          <a:fontRef idx="minor"/>
        </p:style>
        <p:txBody>
          <a:bodyPr lIns="90000" tIns="-44640" rIns="90000" bIns="-44640" anchor="t">
            <a:noAutofit/>
          </a:bodyPr>
          <a:lstStyle/>
          <a:p>
            <a:pPr>
              <a:buNone/>
            </a:pPr>
            <a:endParaRPr/>
          </a:p>
        </p:txBody>
      </p:sp>
    </p:spTree>
    <p:extLst>
      <p:ext uri="{BB962C8B-B14F-4D97-AF65-F5344CB8AC3E}">
        <p14:creationId xmlns:p14="http://schemas.microsoft.com/office/powerpoint/2010/main" val="157379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PlaceHolder 1">
            <a:extLst>
              <a:ext uri="{FF2B5EF4-FFF2-40B4-BE49-F238E27FC236}">
                <a16:creationId xmlns:a16="http://schemas.microsoft.com/office/drawing/2014/main" id="{7ED2F0A2-9AC9-4650-A695-3CB7E6522672}"/>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2780" b="1" u="none" dirty="0">
                <a:solidFill>
                  <a:srgbClr val="001233"/>
                </a:solidFill>
                <a:latin typeface="Arial"/>
                <a:ea typeface="Arial"/>
                <a:cs typeface="Arial"/>
              </a:rPr>
              <a:t>2 GiB reduction is DRAM-bound: ≈</a:t>
            </a:r>
            <a:r>
              <a:rPr lang="en-US" sz="2780" b="1" u="none" dirty="0">
                <a:solidFill>
                  <a:srgbClr val="001233"/>
                </a:solidFill>
                <a:latin typeface="Arial"/>
                <a:ea typeface="Arial"/>
                <a:cs typeface="Arial"/>
              </a:rPr>
              <a:t> </a:t>
            </a:r>
            <a:r>
              <a:rPr sz="2780" b="1" u="none" dirty="0">
                <a:solidFill>
                  <a:srgbClr val="001233"/>
                </a:solidFill>
                <a:latin typeface="Arial"/>
                <a:ea typeface="Arial"/>
                <a:cs typeface="Arial"/>
              </a:rPr>
              <a:t>1 add per 4-byte input</a:t>
            </a:r>
          </a:p>
        </p:txBody>
      </p:sp>
      <p:sp>
        <p:nvSpPr>
          <p:cNvPr id="299" name="PlaceHolder 2">
            <a:extLst>
              <a:ext uri="{FF2B5EF4-FFF2-40B4-BE49-F238E27FC236}">
                <a16:creationId xmlns:a16="http://schemas.microsoft.com/office/drawing/2014/main" id="{A28A1B86-CBCD-443A-BE67-7D90983E7B97}"/>
              </a:ext>
            </a:extLst>
          </p:cNvPr>
          <p:cNvSpPr>
            <a:spLocks noGrp="1"/>
          </p:cNvSpPr>
          <p:nvPr>
            <p:ph type="sldNum" idx="17"/>
          </p:nvPr>
        </p:nvSpPr>
        <p:spPr>
          <a:xfrm>
            <a:off x="11755440" y="6453720"/>
            <a:ext cx="188280" cy="263520"/>
          </a:xfrm>
          <a:prstGeom prst="rect">
            <a:avLst/>
          </a:prstGeom>
          <a:noFill/>
          <a:ln w="12600">
            <a:noFill/>
          </a:ln>
        </p:spPr>
        <p:txBody>
          <a:bodyPr lIns="45720" tIns="45720" rIns="45720" bIns="45720" anchor="ctr">
            <a:noAutofit/>
          </a:bodyPr>
          <a:lstStyle>
            <a:lvl1pPr indent="0" algn="r">
              <a:lnSpc>
                <a:spcPct val="100000"/>
              </a:lnSpc>
              <a:buNone/>
              <a:defRPr sz="1200" b="0" u="none">
                <a:solidFill>
                  <a:srgbClr val="88888D"/>
                </a:solidFill>
                <a:latin typeface="Arial"/>
                <a:ea typeface="Arial"/>
                <a:cs typeface="Arial"/>
              </a:defRPr>
            </a:lvl1pPr>
          </a:lstStyle>
          <a:p>
            <a:pPr indent="0" algn="r">
              <a:lnSpc>
                <a:spcPct val="100000"/>
              </a:lnSpc>
              <a:buNone/>
            </a:pPr>
            <a:fld id="{E1451200-FBD4-43AB-8785-97904F2FDC32}" type="slidenum">
              <a:rPr sz="1200" b="0" u="none">
                <a:solidFill>
                  <a:srgbClr val="88888D"/>
                </a:solidFill>
                <a:latin typeface="Arial"/>
                <a:ea typeface="Arial"/>
                <a:cs typeface="Arial"/>
              </a:rPr>
              <a:t>4</a:t>
            </a:fld>
            <a:endParaRPr sz="1200" b="0" u="none">
              <a:solidFill>
                <a:srgbClr val="88888D"/>
              </a:solidFill>
              <a:latin typeface="Arial"/>
              <a:ea typeface="Arial"/>
              <a:cs typeface="Arial"/>
            </a:endParaRPr>
          </a:p>
        </p:txBody>
      </p:sp>
      <p:sp>
        <p:nvSpPr>
          <p:cNvPr id="300" name="s4-lead">
            <a:extLst>
              <a:ext uri="{FF2B5EF4-FFF2-40B4-BE49-F238E27FC236}">
                <a16:creationId xmlns:a16="http://schemas.microsoft.com/office/drawing/2014/main" id="{7FBAF280-9AF2-4069-AD9F-DCDC75A4630F}"/>
              </a:ext>
            </a:extLst>
          </p:cNvPr>
          <p:cNvSpPr>
            <a:spLocks noGrp="1"/>
          </p:cNvSpPr>
          <p:nvPr/>
        </p:nvSpPr>
        <p:spPr>
          <a:xfrm>
            <a:off x="723960" y="990720"/>
            <a:ext cx="106484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540" b="1" u="none">
                <a:solidFill>
                  <a:srgbClr val="001233"/>
                </a:solidFill>
                <a:latin typeface="Arial"/>
                <a:ea typeface="Arial"/>
                <a:cs typeface="Arial"/>
              </a:rPr>
              <a:t>N FP32 inputs stream once from DRAM; they produce only N−1 adds and a tiny partial-sum output.</a:t>
            </a:r>
          </a:p>
        </p:txBody>
      </p:sp>
      <p:sp>
        <p:nvSpPr>
          <p:cNvPr id="301" name="s4-dram-input">
            <a:extLst>
              <a:ext uri="{FF2B5EF4-FFF2-40B4-BE49-F238E27FC236}">
                <a16:creationId xmlns:a16="http://schemas.microsoft.com/office/drawing/2014/main" id="{72DAF098-FEB1-45B6-B1A5-C383B4230FA6}"/>
              </a:ext>
            </a:extLst>
          </p:cNvPr>
          <p:cNvSpPr>
            <a:spLocks noGrp="1"/>
          </p:cNvSpPr>
          <p:nvPr/>
        </p:nvSpPr>
        <p:spPr>
          <a:xfrm>
            <a:off x="1000080" y="1809720"/>
            <a:ext cx="2619000" cy="9522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667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800" b="1" u="none">
                <a:solidFill>
                  <a:srgbClr val="001233"/>
                </a:solidFill>
                <a:latin typeface="Courier New"/>
                <a:ea typeface="Courier New"/>
                <a:cs typeface="Courier New"/>
              </a:rPr>
              <a:t>DRAM INPUT</a:t>
            </a:r>
          </a:p>
          <a:p>
            <a:pPr algn="ctr">
              <a:lnSpc>
                <a:spcPct val="100000"/>
              </a:lnSpc>
              <a:buNone/>
            </a:pPr>
            <a:r>
              <a:rPr sz="1800" b="1" u="none">
                <a:solidFill>
                  <a:srgbClr val="001233"/>
                </a:solidFill>
                <a:latin typeface="Courier New"/>
                <a:ea typeface="Courier New"/>
                <a:cs typeface="Courier New"/>
              </a:rPr>
              <a:t>x[i]  •  4 B</a:t>
            </a:r>
          </a:p>
        </p:txBody>
      </p:sp>
      <p:sp>
        <p:nvSpPr>
          <p:cNvPr id="302" name="s4-add">
            <a:extLst>
              <a:ext uri="{FF2B5EF4-FFF2-40B4-BE49-F238E27FC236}">
                <a16:creationId xmlns:a16="http://schemas.microsoft.com/office/drawing/2014/main" id="{9339A5A0-5F5E-4232-9E55-4CDB6912BCEF}"/>
              </a:ext>
            </a:extLst>
          </p:cNvPr>
          <p:cNvSpPr>
            <a:spLocks noGrp="1"/>
          </p:cNvSpPr>
          <p:nvPr/>
        </p:nvSpPr>
        <p:spPr>
          <a:xfrm>
            <a:off x="4905360" y="1857240"/>
            <a:ext cx="875880" cy="87588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8575">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2700" b="1" u="none">
                <a:solidFill>
                  <a:srgbClr val="001233"/>
                </a:solidFill>
                <a:latin typeface="Courier New"/>
                <a:ea typeface="Courier New"/>
                <a:cs typeface="Courier New"/>
              </a:rPr>
              <a:t>+</a:t>
            </a:r>
          </a:p>
        </p:txBody>
      </p:sp>
      <p:sp>
        <p:nvSpPr>
          <p:cNvPr id="303" name="s4-partial">
            <a:extLst>
              <a:ext uri="{FF2B5EF4-FFF2-40B4-BE49-F238E27FC236}">
                <a16:creationId xmlns:a16="http://schemas.microsoft.com/office/drawing/2014/main" id="{D47E025B-4143-4557-A2A2-A564FB6B00CA}"/>
              </a:ext>
            </a:extLst>
          </p:cNvPr>
          <p:cNvSpPr>
            <a:spLocks noGrp="1"/>
          </p:cNvSpPr>
          <p:nvPr/>
        </p:nvSpPr>
        <p:spPr>
          <a:xfrm>
            <a:off x="7000920" y="1809720"/>
            <a:ext cx="2476080" cy="9522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2571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729" b="1" u="none">
                <a:solidFill>
                  <a:srgbClr val="001233"/>
                </a:solidFill>
                <a:latin typeface="Courier New"/>
                <a:ea typeface="Courier New"/>
                <a:cs typeface="Courier New"/>
              </a:rPr>
              <a:t>PARTIAL SUM</a:t>
            </a:r>
          </a:p>
          <a:p>
            <a:pPr algn="ctr">
              <a:lnSpc>
                <a:spcPct val="100000"/>
              </a:lnSpc>
              <a:buNone/>
            </a:pPr>
            <a:r>
              <a:rPr sz="1729" b="1" u="none">
                <a:solidFill>
                  <a:srgbClr val="001233"/>
                </a:solidFill>
                <a:latin typeface="Courier New"/>
                <a:ea typeface="Courier New"/>
                <a:cs typeface="Courier New"/>
              </a:rPr>
              <a:t>≈ 4 B / block</a:t>
            </a:r>
          </a:p>
        </p:txBody>
      </p:sp>
      <p:cxnSp>
        <p:nvCxnSpPr>
          <p:cNvPr id="320" name="s4-arrow-s4-dram-input-s4-add"/>
          <p:cNvCxnSpPr>
            <a:stCxn id="301" idx="3"/>
            <a:endCxn id="302" idx="1"/>
          </p:cNvCxnSpPr>
          <p:nvPr/>
        </p:nvCxnSpPr>
        <p:spPr>
          <a:xfrm>
            <a:off x="3619080" y="2285640"/>
            <a:ext cx="1286640" cy="9720"/>
          </a:xfrm>
          <a:prstGeom prst="straightConnector1">
            <a:avLst/>
          </a:prstGeom>
          <a:ln w="49530">
            <a:solidFill>
              <a:srgbClr val="0353A4"/>
            </a:solidFill>
            <a:round/>
            <a:tailEnd type="triangle" w="sm" len="sm"/>
          </a:ln>
        </p:spPr>
      </p:cxnSp>
      <p:cxnSp>
        <p:nvCxnSpPr>
          <p:cNvPr id="321" name="s4-arrow-s4-add-s4-partial"/>
          <p:cNvCxnSpPr>
            <a:stCxn id="302" idx="3"/>
            <a:endCxn id="303" idx="1"/>
          </p:cNvCxnSpPr>
          <p:nvPr/>
        </p:nvCxnSpPr>
        <p:spPr>
          <a:xfrm flipV="1">
            <a:off x="5781240" y="2285640"/>
            <a:ext cx="1220040" cy="9720"/>
          </a:xfrm>
          <a:prstGeom prst="straightConnector1">
            <a:avLst/>
          </a:prstGeom>
          <a:ln w="49530">
            <a:solidFill>
              <a:srgbClr val="0353A4"/>
            </a:solidFill>
            <a:round/>
            <a:tailEnd type="triangle" w="sm" len="sm"/>
          </a:ln>
        </p:spPr>
      </p:cxnSp>
      <p:sp>
        <p:nvSpPr>
          <p:cNvPr id="306" name="s4-intensity">
            <a:extLst>
              <a:ext uri="{FF2B5EF4-FFF2-40B4-BE49-F238E27FC236}">
                <a16:creationId xmlns:a16="http://schemas.microsoft.com/office/drawing/2014/main" id="{70509642-5969-4F59-8FB5-04A510C9C11D}"/>
              </a:ext>
            </a:extLst>
          </p:cNvPr>
          <p:cNvSpPr>
            <a:spLocks noGrp="1"/>
          </p:cNvSpPr>
          <p:nvPr/>
        </p:nvSpPr>
        <p:spPr>
          <a:xfrm>
            <a:off x="9620280" y="1952640"/>
            <a:ext cx="1809360" cy="64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2020" b="1" u="none">
                <a:solidFill>
                  <a:srgbClr val="FF0000"/>
                </a:solidFill>
                <a:latin typeface="Arial"/>
                <a:ea typeface="Arial"/>
                <a:cs typeface="Arial"/>
              </a:rPr>
              <a:t>≈ 0.25 add / B</a:t>
            </a:r>
          </a:p>
        </p:txBody>
      </p:sp>
      <p:sp>
        <p:nvSpPr>
          <p:cNvPr id="307" name="s4-stream-line">
            <a:extLst>
              <a:ext uri="{FF2B5EF4-FFF2-40B4-BE49-F238E27FC236}">
                <a16:creationId xmlns:a16="http://schemas.microsoft.com/office/drawing/2014/main" id="{101C4570-A077-42E4-B382-33DC038FB281}"/>
              </a:ext>
            </a:extLst>
          </p:cNvPr>
          <p:cNvSpPr>
            <a:spLocks noGrp="1"/>
          </p:cNvSpPr>
          <p:nvPr/>
        </p:nvSpPr>
        <p:spPr>
          <a:xfrm>
            <a:off x="1000080" y="3000240"/>
            <a:ext cx="8476920" cy="114120"/>
          </a:xfrm>
          <a:custGeom>
            <a:avLst/>
            <a:gdLst/>
            <a:ahLst/>
            <a:cxnLst/>
            <a:rect l="l" t="t" r="r" b="b"/>
            <a:pathLst>
              <a:path w="8477250" h="114300">
                <a:moveTo>
                  <a:pt x="0" y="62865"/>
                </a:moveTo>
                <a:lnTo>
                  <a:pt x="1356360" y="35433"/>
                </a:lnTo>
                <a:lnTo>
                  <a:pt x="2882265" y="72009"/>
                </a:lnTo>
                <a:lnTo>
                  <a:pt x="4577715" y="42291"/>
                </a:lnTo>
                <a:lnTo>
                  <a:pt x="6273165" y="74295"/>
                </a:lnTo>
                <a:lnTo>
                  <a:pt x="8477250" y="46863"/>
                </a:lnTo>
              </a:path>
              <a:path w="8477250" h="114300">
                <a:moveTo>
                  <a:pt x="0" y="51435"/>
                </a:moveTo>
                <a:lnTo>
                  <a:pt x="1356360" y="46863"/>
                </a:lnTo>
                <a:lnTo>
                  <a:pt x="2882265" y="60579"/>
                </a:lnTo>
                <a:lnTo>
                  <a:pt x="4577715" y="53721"/>
                </a:lnTo>
                <a:lnTo>
                  <a:pt x="6273165" y="62865"/>
                </a:lnTo>
                <a:lnTo>
                  <a:pt x="8477250" y="58293"/>
                </a:lnTo>
              </a:path>
            </a:pathLst>
          </a:custGeom>
          <a:noFill/>
          <a:ln w="57150">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308" name="s4-stream-claim">
            <a:extLst>
              <a:ext uri="{FF2B5EF4-FFF2-40B4-BE49-F238E27FC236}">
                <a16:creationId xmlns:a16="http://schemas.microsoft.com/office/drawing/2014/main" id="{B799A28A-ECDD-47B8-8C70-CBEF9EBEC173}"/>
              </a:ext>
            </a:extLst>
          </p:cNvPr>
          <p:cNvSpPr>
            <a:spLocks noGrp="1"/>
          </p:cNvSpPr>
          <p:nvPr/>
        </p:nvSpPr>
        <p:spPr>
          <a:xfrm>
            <a:off x="2476440" y="3105000"/>
            <a:ext cx="6190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2320" b="1" u="none">
                <a:solidFill>
                  <a:srgbClr val="FF0000"/>
                </a:solidFill>
                <a:latin typeface="Arial"/>
                <a:ea typeface="Arial"/>
                <a:cs typeface="Arial"/>
              </a:rPr>
              <a:t>critical path: stream N inputs once</a:t>
            </a:r>
          </a:p>
        </p:txBody>
      </p:sp>
      <p:sp>
        <p:nvSpPr>
          <p:cNvPr id="309" name="s4-code">
            <a:extLst>
              <a:ext uri="{FF2B5EF4-FFF2-40B4-BE49-F238E27FC236}">
                <a16:creationId xmlns:a16="http://schemas.microsoft.com/office/drawing/2014/main" id="{FF4760BF-BBFB-4FBE-9A16-CDE58A001A29}"/>
              </a:ext>
            </a:extLst>
          </p:cNvPr>
          <p:cNvSpPr>
            <a:spLocks noGrp="1"/>
          </p:cNvSpPr>
          <p:nvPr/>
        </p:nvSpPr>
        <p:spPr>
          <a:xfrm>
            <a:off x="950465" y="3857760"/>
            <a:ext cx="3954895" cy="12380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24765">
            <a:solidFill>
              <a:srgbClr val="0353A4"/>
            </a:solidFill>
          </a:ln>
        </p:spPr>
        <p:style>
          <a:lnRef idx="0">
            <a:scrgbClr r="0" g="0" b="0"/>
          </a:lnRef>
          <a:fillRef idx="0">
            <a:scrgbClr r="0" g="0" b="0"/>
          </a:fillRef>
          <a:effectRef idx="0">
            <a:scrgbClr r="0" g="0" b="0"/>
          </a:effectRef>
          <a:fontRef idx="minor"/>
        </p:style>
        <p:txBody>
          <a:bodyPr lIns="285840" tIns="95400" rIns="190440" bIns="76320" anchor="ctr">
            <a:normAutofit/>
          </a:bodyPr>
          <a:lstStyle/>
          <a:p>
            <a:pPr>
              <a:lnSpc>
                <a:spcPct val="100000"/>
              </a:lnSpc>
              <a:buNone/>
            </a:pPr>
            <a:r>
              <a:rPr sz="1870" b="0" u="none" dirty="0">
                <a:solidFill>
                  <a:srgbClr val="001233"/>
                </a:solidFill>
                <a:latin typeface="Courier New"/>
                <a:ea typeface="Courier New"/>
                <a:cs typeface="Courier New"/>
              </a:rPr>
              <a:t>s[</a:t>
            </a:r>
            <a:r>
              <a:rPr sz="1870" b="0" u="none" dirty="0" err="1">
                <a:solidFill>
                  <a:srgbClr val="001233"/>
                </a:solidFill>
                <a:latin typeface="Courier New"/>
                <a:ea typeface="Courier New"/>
                <a:cs typeface="Courier New"/>
              </a:rPr>
              <a:t>tid</a:t>
            </a:r>
            <a:r>
              <a:rPr sz="1870" b="0" u="none" dirty="0">
                <a:solidFill>
                  <a:srgbClr val="001233"/>
                </a:solidFill>
                <a:latin typeface="Courier New"/>
                <a:ea typeface="Courier New"/>
                <a:cs typeface="Courier New"/>
              </a:rPr>
              <a:t>] += s[</a:t>
            </a:r>
            <a:r>
              <a:rPr sz="1870" b="0" u="none" dirty="0" err="1">
                <a:solidFill>
                  <a:srgbClr val="001233"/>
                </a:solidFill>
                <a:latin typeface="Courier New"/>
                <a:ea typeface="Courier New"/>
                <a:cs typeface="Courier New"/>
              </a:rPr>
              <a:t>tid+s</a:t>
            </a:r>
            <a:r>
              <a:rPr sz="1870" b="0" u="none" dirty="0">
                <a:solidFill>
                  <a:srgbClr val="001233"/>
                </a:solidFill>
                <a:latin typeface="Courier New"/>
                <a:ea typeface="Courier New"/>
                <a:cs typeface="Courier New"/>
              </a:rPr>
              <a:t>];</a:t>
            </a:r>
          </a:p>
          <a:p>
            <a:pPr>
              <a:lnSpc>
                <a:spcPct val="100000"/>
              </a:lnSpc>
              <a:buNone/>
            </a:pPr>
            <a:r>
              <a:rPr sz="1870" b="0" u="none" dirty="0">
                <a:solidFill>
                  <a:srgbClr val="001233"/>
                </a:solidFill>
                <a:latin typeface="Courier New"/>
                <a:ea typeface="Courier New"/>
                <a:cs typeface="Courier New"/>
              </a:rPr>
              <a:t>__</a:t>
            </a:r>
            <a:r>
              <a:rPr sz="1870" b="0" u="none" dirty="0" err="1">
                <a:solidFill>
                  <a:srgbClr val="001233"/>
                </a:solidFill>
                <a:latin typeface="Courier New"/>
                <a:ea typeface="Courier New"/>
                <a:cs typeface="Courier New"/>
              </a:rPr>
              <a:t>syncthreads</a:t>
            </a:r>
            <a:r>
              <a:rPr sz="1870" b="0" u="none" dirty="0">
                <a:solidFill>
                  <a:srgbClr val="001233"/>
                </a:solidFill>
                <a:latin typeface="Courier New"/>
                <a:ea typeface="Courier New"/>
                <a:cs typeface="Courier New"/>
              </a:rPr>
              <a:t>();</a:t>
            </a:r>
          </a:p>
        </p:txBody>
      </p:sp>
      <p:sp>
        <p:nvSpPr>
          <p:cNvPr id="310" name="s4-code-highlight">
            <a:extLst>
              <a:ext uri="{FF2B5EF4-FFF2-40B4-BE49-F238E27FC236}">
                <a16:creationId xmlns:a16="http://schemas.microsoft.com/office/drawing/2014/main" id="{0903D4E7-55F7-44CD-8D49-13CCC2EAE673}"/>
              </a:ext>
            </a:extLst>
          </p:cNvPr>
          <p:cNvSpPr>
            <a:spLocks noGrp="1"/>
          </p:cNvSpPr>
          <p:nvPr/>
        </p:nvSpPr>
        <p:spPr>
          <a:xfrm>
            <a:off x="1107773" y="4447322"/>
            <a:ext cx="2952360" cy="95040"/>
          </a:xfrm>
          <a:custGeom>
            <a:avLst/>
            <a:gdLst/>
            <a:ahLst/>
            <a:cxnLst/>
            <a:rect l="l" t="t" r="r" b="b"/>
            <a:pathLst>
              <a:path w="2952750" h="95250">
                <a:moveTo>
                  <a:pt x="0" y="52388"/>
                </a:moveTo>
                <a:lnTo>
                  <a:pt x="472440" y="29528"/>
                </a:lnTo>
                <a:lnTo>
                  <a:pt x="1003935" y="60008"/>
                </a:lnTo>
                <a:lnTo>
                  <a:pt x="1594485" y="35243"/>
                </a:lnTo>
                <a:lnTo>
                  <a:pt x="2185035" y="61913"/>
                </a:lnTo>
                <a:lnTo>
                  <a:pt x="2952750" y="39053"/>
                </a:lnTo>
              </a:path>
              <a:path w="2952750" h="95250">
                <a:moveTo>
                  <a:pt x="0" y="42863"/>
                </a:moveTo>
                <a:lnTo>
                  <a:pt x="472440" y="39053"/>
                </a:lnTo>
                <a:lnTo>
                  <a:pt x="1003935" y="50482"/>
                </a:lnTo>
                <a:lnTo>
                  <a:pt x="1594485" y="44767"/>
                </a:lnTo>
                <a:lnTo>
                  <a:pt x="2185035" y="52387"/>
                </a:lnTo>
                <a:lnTo>
                  <a:pt x="2952750" y="48578"/>
                </a:lnTo>
              </a:path>
            </a:pathLst>
          </a:custGeom>
          <a:noFill/>
          <a:ln w="38100">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311" name="s4-shared-step">
            <a:extLst>
              <a:ext uri="{FF2B5EF4-FFF2-40B4-BE49-F238E27FC236}">
                <a16:creationId xmlns:a16="http://schemas.microsoft.com/office/drawing/2014/main" id="{41C472FA-BE27-4673-B3F0-7526933F5123}"/>
              </a:ext>
            </a:extLst>
          </p:cNvPr>
          <p:cNvSpPr>
            <a:spLocks noGrp="1"/>
          </p:cNvSpPr>
          <p:nvPr/>
        </p:nvSpPr>
        <p:spPr>
          <a:xfrm>
            <a:off x="5062668" y="3857400"/>
            <a:ext cx="4414332" cy="12380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28575">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580" b="1" u="none" dirty="0">
                <a:solidFill>
                  <a:srgbClr val="FF0000"/>
                </a:solidFill>
                <a:latin typeface="Courier New"/>
                <a:ea typeface="Courier New"/>
                <a:cs typeface="Courier New"/>
              </a:rPr>
              <a:t>shared-tree step</a:t>
            </a:r>
          </a:p>
          <a:p>
            <a:pPr algn="ctr">
              <a:lnSpc>
                <a:spcPct val="100000"/>
              </a:lnSpc>
              <a:buNone/>
            </a:pPr>
            <a:r>
              <a:rPr sz="1580" b="1" u="none" dirty="0">
                <a:solidFill>
                  <a:srgbClr val="FF0000"/>
                </a:solidFill>
                <a:latin typeface="Courier New"/>
                <a:ea typeface="Courier New"/>
                <a:cs typeface="Courier New"/>
              </a:rPr>
              <a:t>4B read + 4B read + 4B write </a:t>
            </a:r>
            <a:endParaRPr lang="en-US" sz="1580" b="1" u="none" dirty="0">
              <a:solidFill>
                <a:srgbClr val="FF0000"/>
              </a:solidFill>
              <a:latin typeface="Courier New"/>
              <a:ea typeface="Courier New"/>
              <a:cs typeface="Courier New"/>
            </a:endParaRPr>
          </a:p>
          <a:p>
            <a:pPr algn="ctr">
              <a:lnSpc>
                <a:spcPct val="100000"/>
              </a:lnSpc>
              <a:buNone/>
            </a:pPr>
            <a:r>
              <a:rPr sz="1580" b="1" u="none" dirty="0">
                <a:solidFill>
                  <a:srgbClr val="FF0000"/>
                </a:solidFill>
                <a:latin typeface="Courier New"/>
                <a:ea typeface="Courier New"/>
                <a:cs typeface="Courier New"/>
              </a:rPr>
              <a:t>= 12 B</a:t>
            </a:r>
          </a:p>
          <a:p>
            <a:pPr algn="ctr">
              <a:lnSpc>
                <a:spcPct val="100000"/>
              </a:lnSpc>
              <a:buNone/>
            </a:pPr>
            <a:r>
              <a:rPr sz="1580" b="1" u="none" dirty="0">
                <a:solidFill>
                  <a:srgbClr val="FF0000"/>
                </a:solidFill>
                <a:latin typeface="Courier New"/>
                <a:ea typeface="Courier New"/>
                <a:cs typeface="Courier New"/>
              </a:rPr>
              <a:t>+ one block barrier</a:t>
            </a:r>
          </a:p>
        </p:txBody>
      </p:sp>
      <p:sp>
        <p:nvSpPr>
          <p:cNvPr id="312" name="s4-targets">
            <a:extLst>
              <a:ext uri="{FF2B5EF4-FFF2-40B4-BE49-F238E27FC236}">
                <a16:creationId xmlns:a16="http://schemas.microsoft.com/office/drawing/2014/main" id="{D5D5446C-FEF3-40CA-8618-CF7D22F9D9F4}"/>
              </a:ext>
            </a:extLst>
          </p:cNvPr>
          <p:cNvSpPr>
            <a:spLocks noGrp="1"/>
          </p:cNvSpPr>
          <p:nvPr/>
        </p:nvSpPr>
        <p:spPr>
          <a:xfrm>
            <a:off x="1095480" y="5477040"/>
            <a:ext cx="10000800" cy="39960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430" b="1" u="none">
                <a:solidFill>
                  <a:srgbClr val="0353A4"/>
                </a:solidFill>
                <a:latin typeface="Arial"/>
                <a:ea typeface="Arial"/>
                <a:cs typeface="Arial"/>
              </a:rPr>
              <a:t>activate contiguous lanes   •   cut shared-memory transactions   •   halve first-pass blocks</a:t>
            </a:r>
          </a:p>
        </p:txBody>
      </p:sp>
      <p:sp>
        <p:nvSpPr>
          <p:cNvPr id="313" name="s4-source">
            <a:extLst>
              <a:ext uri="{FF2B5EF4-FFF2-40B4-BE49-F238E27FC236}">
                <a16:creationId xmlns:a16="http://schemas.microsoft.com/office/drawing/2014/main" id="{63CD589D-2C52-4565-80F9-CBCF6A601A3E}"/>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Arithmetic intensity uses global input bytes; the 12 B callout is on-chip shared-memory traffic per naïve tree update. L40S measurements begin on slide 6.</a:t>
            </a:r>
          </a:p>
        </p:txBody>
      </p:sp>
    </p:spTree>
    <p:extLst>
      <p:ext uri="{BB962C8B-B14F-4D97-AF65-F5344CB8AC3E}">
        <p14:creationId xmlns:p14="http://schemas.microsoft.com/office/powerpoint/2010/main" val="1687387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PlaceHolder 1">
            <a:extLst>
              <a:ext uri="{FF2B5EF4-FFF2-40B4-BE49-F238E27FC236}">
                <a16:creationId xmlns:a16="http://schemas.microsoft.com/office/drawing/2014/main" id="{4AE26276-A205-4C75-9B56-3793C9709FE1}"/>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fontScale="90000"/>
          </a:bodyPr>
          <a:lstStyle/>
          <a:p>
            <a:pPr indent="0" algn="l">
              <a:lnSpc>
                <a:spcPct val="90000"/>
              </a:lnSpc>
              <a:spcBef>
                <a:spcPts val="1800"/>
              </a:spcBef>
              <a:buNone/>
            </a:pPr>
            <a:r>
              <a:rPr sz="2780" b="1" u="none">
                <a:solidFill>
                  <a:srgbClr val="001233"/>
                </a:solidFill>
                <a:latin typeface="Arial"/>
                <a:ea typeface="Arial"/>
                <a:cs typeface="Arial"/>
              </a:rPr>
              <a:t>Each block emits one partial sum; another kernel reduces those</a:t>
            </a:r>
          </a:p>
        </p:txBody>
      </p:sp>
      <p:sp>
        <p:nvSpPr>
          <p:cNvPr id="315" name="PlaceHolder 2">
            <a:extLst>
              <a:ext uri="{FF2B5EF4-FFF2-40B4-BE49-F238E27FC236}">
                <a16:creationId xmlns:a16="http://schemas.microsoft.com/office/drawing/2014/main" id="{F4E06CE2-1330-4820-83EA-47D9B3141046}"/>
              </a:ext>
            </a:extLst>
          </p:cNvPr>
          <p:cNvSpPr>
            <a:spLocks noGrp="1"/>
          </p:cNvSpPr>
          <p:nvPr>
            <p:ph type="sldNum" idx="18"/>
          </p:nvPr>
        </p:nvSpPr>
        <p:spPr>
          <a:xfrm>
            <a:off x="11755440" y="6453720"/>
            <a:ext cx="188280" cy="263520"/>
          </a:xfrm>
          <a:prstGeom prst="rect">
            <a:avLst/>
          </a:prstGeom>
          <a:noFill/>
          <a:ln w="12600">
            <a:noFill/>
          </a:ln>
        </p:spPr>
        <p:txBody>
          <a:bodyPr lIns="45720" tIns="45720" rIns="45720" bIns="45720" anchor="ctr">
            <a:noAutofit/>
          </a:bodyPr>
          <a:lstStyle>
            <a:lvl1pPr indent="0" algn="r">
              <a:lnSpc>
                <a:spcPct val="100000"/>
              </a:lnSpc>
              <a:buNone/>
              <a:defRPr sz="1200" b="0" u="none">
                <a:solidFill>
                  <a:srgbClr val="88888D"/>
                </a:solidFill>
                <a:latin typeface="Arial"/>
                <a:ea typeface="Arial"/>
                <a:cs typeface="Arial"/>
              </a:defRPr>
            </a:lvl1pPr>
          </a:lstStyle>
          <a:p>
            <a:pPr indent="0" algn="r">
              <a:lnSpc>
                <a:spcPct val="100000"/>
              </a:lnSpc>
              <a:buNone/>
            </a:pPr>
            <a:fld id="{DE231C1C-F74E-4D05-A416-422193510F65}" type="slidenum">
              <a:rPr sz="1200" b="0" u="none">
                <a:solidFill>
                  <a:srgbClr val="88888D"/>
                </a:solidFill>
                <a:latin typeface="Arial"/>
                <a:ea typeface="Arial"/>
                <a:cs typeface="Arial"/>
              </a:rPr>
              <a:t>5</a:t>
            </a:fld>
            <a:endParaRPr sz="1200" b="0" u="none">
              <a:solidFill>
                <a:srgbClr val="88888D"/>
              </a:solidFill>
              <a:latin typeface="Arial"/>
              <a:ea typeface="Arial"/>
              <a:cs typeface="Arial"/>
            </a:endParaRPr>
          </a:p>
        </p:txBody>
      </p:sp>
      <p:sp>
        <p:nvSpPr>
          <p:cNvPr id="316" name="s5-lead">
            <a:extLst>
              <a:ext uri="{FF2B5EF4-FFF2-40B4-BE49-F238E27FC236}">
                <a16:creationId xmlns:a16="http://schemas.microsoft.com/office/drawing/2014/main" id="{EEC2EBFA-D57A-48FC-9D2E-EFA69567114F}"/>
              </a:ext>
            </a:extLst>
          </p:cNvPr>
          <p:cNvSpPr>
            <a:spLocks noGrp="1"/>
          </p:cNvSpPr>
          <p:nvPr/>
        </p:nvSpPr>
        <p:spPr>
          <a:xfrm>
            <a:off x="723960" y="990720"/>
            <a:ext cx="106484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540" b="1" u="none">
                <a:solidFill>
                  <a:srgbClr val="001233"/>
                </a:solidFill>
                <a:latin typeface="Arial"/>
                <a:ea typeface="Arial"/>
                <a:cs typeface="Arial"/>
              </a:rPr>
              <a:t>A block-wide barrier cannot synchronize blocks, so the grid must write partials and launch again.</a:t>
            </a:r>
          </a:p>
        </p:txBody>
      </p:sp>
      <p:sp>
        <p:nvSpPr>
          <p:cNvPr id="317" name="s5-input-0">
            <a:extLst>
              <a:ext uri="{FF2B5EF4-FFF2-40B4-BE49-F238E27FC236}">
                <a16:creationId xmlns:a16="http://schemas.microsoft.com/office/drawing/2014/main" id="{CB1776B0-A82E-4AE4-8604-F5EAF66B473F}"/>
              </a:ext>
            </a:extLst>
          </p:cNvPr>
          <p:cNvSpPr>
            <a:spLocks noGrp="1"/>
          </p:cNvSpPr>
          <p:nvPr/>
        </p:nvSpPr>
        <p:spPr>
          <a:xfrm>
            <a:off x="2590501" y="1666800"/>
            <a:ext cx="6091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905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001233"/>
                </a:solidFill>
                <a:latin typeface="Courier New"/>
                <a:ea typeface="Courier New"/>
                <a:cs typeface="Courier New"/>
              </a:rPr>
              <a:t>3</a:t>
            </a:r>
          </a:p>
        </p:txBody>
      </p:sp>
      <p:sp>
        <p:nvSpPr>
          <p:cNvPr id="318" name="s5-input-1">
            <a:extLst>
              <a:ext uri="{FF2B5EF4-FFF2-40B4-BE49-F238E27FC236}">
                <a16:creationId xmlns:a16="http://schemas.microsoft.com/office/drawing/2014/main" id="{A559899C-C0ED-4676-A6D1-FDCADD3FA41C}"/>
              </a:ext>
            </a:extLst>
          </p:cNvPr>
          <p:cNvSpPr>
            <a:spLocks noGrp="1"/>
          </p:cNvSpPr>
          <p:nvPr/>
        </p:nvSpPr>
        <p:spPr>
          <a:xfrm>
            <a:off x="3333541" y="1666800"/>
            <a:ext cx="6091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905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001233"/>
                </a:solidFill>
                <a:latin typeface="Courier New"/>
                <a:ea typeface="Courier New"/>
                <a:cs typeface="Courier New"/>
              </a:rPr>
              <a:t>1</a:t>
            </a:r>
          </a:p>
        </p:txBody>
      </p:sp>
      <p:sp>
        <p:nvSpPr>
          <p:cNvPr id="319" name="s5-input-2">
            <a:extLst>
              <a:ext uri="{FF2B5EF4-FFF2-40B4-BE49-F238E27FC236}">
                <a16:creationId xmlns:a16="http://schemas.microsoft.com/office/drawing/2014/main" id="{180C521F-9478-4477-BF02-A7CAE850CC84}"/>
              </a:ext>
            </a:extLst>
          </p:cNvPr>
          <p:cNvSpPr>
            <a:spLocks noGrp="1"/>
          </p:cNvSpPr>
          <p:nvPr/>
        </p:nvSpPr>
        <p:spPr>
          <a:xfrm>
            <a:off x="4076221" y="1666800"/>
            <a:ext cx="6091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905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001233"/>
                </a:solidFill>
                <a:latin typeface="Courier New"/>
                <a:ea typeface="Courier New"/>
                <a:cs typeface="Courier New"/>
              </a:rPr>
              <a:t>7</a:t>
            </a:r>
          </a:p>
        </p:txBody>
      </p:sp>
      <p:sp>
        <p:nvSpPr>
          <p:cNvPr id="320" name="s5-input-3">
            <a:extLst>
              <a:ext uri="{FF2B5EF4-FFF2-40B4-BE49-F238E27FC236}">
                <a16:creationId xmlns:a16="http://schemas.microsoft.com/office/drawing/2014/main" id="{DFFA78EF-391F-4B36-9FC0-6568F20A112C}"/>
              </a:ext>
            </a:extLst>
          </p:cNvPr>
          <p:cNvSpPr>
            <a:spLocks noGrp="1"/>
          </p:cNvSpPr>
          <p:nvPr/>
        </p:nvSpPr>
        <p:spPr>
          <a:xfrm>
            <a:off x="4819261" y="1666800"/>
            <a:ext cx="6091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905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001233"/>
                </a:solidFill>
                <a:latin typeface="Courier New"/>
                <a:ea typeface="Courier New"/>
                <a:cs typeface="Courier New"/>
              </a:rPr>
              <a:t>0</a:t>
            </a:r>
          </a:p>
        </p:txBody>
      </p:sp>
      <p:sp>
        <p:nvSpPr>
          <p:cNvPr id="321" name="s5-input-4">
            <a:extLst>
              <a:ext uri="{FF2B5EF4-FFF2-40B4-BE49-F238E27FC236}">
                <a16:creationId xmlns:a16="http://schemas.microsoft.com/office/drawing/2014/main" id="{B8B0D767-6999-45FB-82E0-CC79D0FC1215}"/>
              </a:ext>
            </a:extLst>
          </p:cNvPr>
          <p:cNvSpPr>
            <a:spLocks noGrp="1"/>
          </p:cNvSpPr>
          <p:nvPr/>
        </p:nvSpPr>
        <p:spPr>
          <a:xfrm>
            <a:off x="6737953" y="1666800"/>
            <a:ext cx="6091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905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001233"/>
                </a:solidFill>
                <a:latin typeface="Courier New"/>
                <a:ea typeface="Courier New"/>
                <a:cs typeface="Courier New"/>
              </a:rPr>
              <a:t>4</a:t>
            </a:r>
          </a:p>
        </p:txBody>
      </p:sp>
      <p:sp>
        <p:nvSpPr>
          <p:cNvPr id="322" name="s5-input-5">
            <a:extLst>
              <a:ext uri="{FF2B5EF4-FFF2-40B4-BE49-F238E27FC236}">
                <a16:creationId xmlns:a16="http://schemas.microsoft.com/office/drawing/2014/main" id="{224FB12D-5F63-4E46-8084-5C2753E4564E}"/>
              </a:ext>
            </a:extLst>
          </p:cNvPr>
          <p:cNvSpPr>
            <a:spLocks noGrp="1"/>
          </p:cNvSpPr>
          <p:nvPr/>
        </p:nvSpPr>
        <p:spPr>
          <a:xfrm>
            <a:off x="7480993" y="1666800"/>
            <a:ext cx="6091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905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001233"/>
                </a:solidFill>
                <a:latin typeface="Courier New"/>
                <a:ea typeface="Courier New"/>
                <a:cs typeface="Courier New"/>
              </a:rPr>
              <a:t>1</a:t>
            </a:r>
          </a:p>
        </p:txBody>
      </p:sp>
      <p:sp>
        <p:nvSpPr>
          <p:cNvPr id="323" name="s5-input-6">
            <a:extLst>
              <a:ext uri="{FF2B5EF4-FFF2-40B4-BE49-F238E27FC236}">
                <a16:creationId xmlns:a16="http://schemas.microsoft.com/office/drawing/2014/main" id="{298F3086-E814-47FA-91E5-257AB9554805}"/>
              </a:ext>
            </a:extLst>
          </p:cNvPr>
          <p:cNvSpPr>
            <a:spLocks noGrp="1"/>
          </p:cNvSpPr>
          <p:nvPr/>
        </p:nvSpPr>
        <p:spPr>
          <a:xfrm>
            <a:off x="8223673" y="1666800"/>
            <a:ext cx="6091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905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001233"/>
                </a:solidFill>
                <a:latin typeface="Courier New"/>
                <a:ea typeface="Courier New"/>
                <a:cs typeface="Courier New"/>
              </a:rPr>
              <a:t>6</a:t>
            </a:r>
          </a:p>
        </p:txBody>
      </p:sp>
      <p:sp>
        <p:nvSpPr>
          <p:cNvPr id="324" name="s5-input-7">
            <a:extLst>
              <a:ext uri="{FF2B5EF4-FFF2-40B4-BE49-F238E27FC236}">
                <a16:creationId xmlns:a16="http://schemas.microsoft.com/office/drawing/2014/main" id="{B96A1ABE-2647-413F-9985-8E2C5AB42C7B}"/>
              </a:ext>
            </a:extLst>
          </p:cNvPr>
          <p:cNvSpPr>
            <a:spLocks noGrp="1"/>
          </p:cNvSpPr>
          <p:nvPr/>
        </p:nvSpPr>
        <p:spPr>
          <a:xfrm>
            <a:off x="8966713" y="1666800"/>
            <a:ext cx="6091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905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001233"/>
                </a:solidFill>
                <a:latin typeface="Courier New"/>
                <a:ea typeface="Courier New"/>
                <a:cs typeface="Courier New"/>
              </a:rPr>
              <a:t>3</a:t>
            </a:r>
          </a:p>
        </p:txBody>
      </p:sp>
      <p:sp>
        <p:nvSpPr>
          <p:cNvPr id="325" name="s5-block-0">
            <a:extLst>
              <a:ext uri="{FF2B5EF4-FFF2-40B4-BE49-F238E27FC236}">
                <a16:creationId xmlns:a16="http://schemas.microsoft.com/office/drawing/2014/main" id="{80B42EC0-4D92-4237-A2B9-5684F2B7E8A5}"/>
              </a:ext>
            </a:extLst>
          </p:cNvPr>
          <p:cNvSpPr>
            <a:spLocks noGrp="1"/>
          </p:cNvSpPr>
          <p:nvPr/>
        </p:nvSpPr>
        <p:spPr>
          <a:xfrm>
            <a:off x="2447581" y="1504800"/>
            <a:ext cx="3123720" cy="7808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25718">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326" name="s5-block-1">
            <a:extLst>
              <a:ext uri="{FF2B5EF4-FFF2-40B4-BE49-F238E27FC236}">
                <a16:creationId xmlns:a16="http://schemas.microsoft.com/office/drawing/2014/main" id="{EBED17C7-1FC6-4E18-9CF4-5BF8926B42B3}"/>
              </a:ext>
            </a:extLst>
          </p:cNvPr>
          <p:cNvSpPr>
            <a:spLocks noGrp="1"/>
          </p:cNvSpPr>
          <p:nvPr/>
        </p:nvSpPr>
        <p:spPr>
          <a:xfrm>
            <a:off x="6595033" y="1504800"/>
            <a:ext cx="3123720" cy="7808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25718">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327" name="s5-partial-0">
            <a:extLst>
              <a:ext uri="{FF2B5EF4-FFF2-40B4-BE49-F238E27FC236}">
                <a16:creationId xmlns:a16="http://schemas.microsoft.com/office/drawing/2014/main" id="{2D532D26-45DF-424A-80D7-52DB75B3F361}"/>
              </a:ext>
            </a:extLst>
          </p:cNvPr>
          <p:cNvSpPr>
            <a:spLocks noGrp="1"/>
          </p:cNvSpPr>
          <p:nvPr/>
        </p:nvSpPr>
        <p:spPr>
          <a:xfrm>
            <a:off x="3619440" y="3000240"/>
            <a:ext cx="780840" cy="780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BCDCFE"/>
          </a:solidFill>
          <a:ln w="26670">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800" b="0" u="none">
                <a:solidFill>
                  <a:srgbClr val="001233"/>
                </a:solidFill>
                <a:latin typeface="Courier New"/>
                <a:ea typeface="Courier New"/>
                <a:cs typeface="Courier New"/>
              </a:rPr>
              <a:t>11</a:t>
            </a:r>
          </a:p>
        </p:txBody>
      </p:sp>
      <p:sp>
        <p:nvSpPr>
          <p:cNvPr id="328" name="s5-partial-1">
            <a:extLst>
              <a:ext uri="{FF2B5EF4-FFF2-40B4-BE49-F238E27FC236}">
                <a16:creationId xmlns:a16="http://schemas.microsoft.com/office/drawing/2014/main" id="{8C73F992-3C06-4A3D-8307-ED80B81BEA11}"/>
              </a:ext>
            </a:extLst>
          </p:cNvPr>
          <p:cNvSpPr>
            <a:spLocks noGrp="1"/>
          </p:cNvSpPr>
          <p:nvPr/>
        </p:nvSpPr>
        <p:spPr>
          <a:xfrm>
            <a:off x="7707149" y="3000240"/>
            <a:ext cx="780840" cy="780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BCDCFE"/>
          </a:solidFill>
          <a:ln w="26670">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800" b="0" u="none">
                <a:solidFill>
                  <a:srgbClr val="001233"/>
                </a:solidFill>
                <a:latin typeface="Courier New"/>
                <a:ea typeface="Courier New"/>
                <a:cs typeface="Courier New"/>
              </a:rPr>
              <a:t>14</a:t>
            </a:r>
          </a:p>
        </p:txBody>
      </p:sp>
      <p:cxnSp>
        <p:nvCxnSpPr>
          <p:cNvPr id="356" name="s5-arrow-s5-block-0-s5-partial-0"/>
          <p:cNvCxnSpPr>
            <a:cxnSpLocks/>
            <a:stCxn id="325" idx="2"/>
            <a:endCxn id="327" idx="0"/>
          </p:cNvCxnSpPr>
          <p:nvPr/>
        </p:nvCxnSpPr>
        <p:spPr>
          <a:xfrm>
            <a:off x="3990600" y="2285640"/>
            <a:ext cx="19440" cy="714960"/>
          </a:xfrm>
          <a:prstGeom prst="straightConnector1">
            <a:avLst/>
          </a:prstGeom>
          <a:ln w="42863">
            <a:solidFill>
              <a:srgbClr val="0353A4"/>
            </a:solidFill>
            <a:round/>
            <a:tailEnd type="triangle" w="sm" len="sm"/>
          </a:ln>
        </p:spPr>
      </p:cxnSp>
      <p:cxnSp>
        <p:nvCxnSpPr>
          <p:cNvPr id="357" name="s5-arrow-s5-block-1-s5-partial-1"/>
          <p:cNvCxnSpPr>
            <a:cxnSpLocks/>
            <a:endCxn id="328" idx="0"/>
          </p:cNvCxnSpPr>
          <p:nvPr/>
        </p:nvCxnSpPr>
        <p:spPr>
          <a:xfrm flipH="1">
            <a:off x="8097749" y="2323440"/>
            <a:ext cx="84213" cy="677160"/>
          </a:xfrm>
          <a:prstGeom prst="straightConnector1">
            <a:avLst/>
          </a:prstGeom>
          <a:ln w="42863">
            <a:solidFill>
              <a:srgbClr val="0353A4"/>
            </a:solidFill>
            <a:round/>
            <a:tailEnd type="triangle" w="sm" len="sm"/>
          </a:ln>
        </p:spPr>
      </p:cxnSp>
      <p:sp>
        <p:nvSpPr>
          <p:cNvPr id="331" name="s5-block-label">
            <a:extLst>
              <a:ext uri="{FF2B5EF4-FFF2-40B4-BE49-F238E27FC236}">
                <a16:creationId xmlns:a16="http://schemas.microsoft.com/office/drawing/2014/main" id="{58ED3AAE-D447-4504-9D52-0CE2230C26E9}"/>
              </a:ext>
            </a:extLst>
          </p:cNvPr>
          <p:cNvSpPr>
            <a:spLocks noGrp="1"/>
          </p:cNvSpPr>
          <p:nvPr/>
        </p:nvSpPr>
        <p:spPr>
          <a:xfrm>
            <a:off x="3429000" y="2400480"/>
            <a:ext cx="5333760" cy="3236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580" b="1" u="none">
                <a:solidFill>
                  <a:srgbClr val="FF0000"/>
                </a:solidFill>
                <a:latin typeface="Courier New"/>
                <a:ea typeface="Courier New"/>
                <a:cs typeface="Courier New"/>
              </a:rPr>
              <a:t>kernel #1: one block → one partial</a:t>
            </a:r>
          </a:p>
        </p:txBody>
      </p:sp>
      <p:sp>
        <p:nvSpPr>
          <p:cNvPr id="332" name="s5-boundary-1">
            <a:extLst>
              <a:ext uri="{FF2B5EF4-FFF2-40B4-BE49-F238E27FC236}">
                <a16:creationId xmlns:a16="http://schemas.microsoft.com/office/drawing/2014/main" id="{BD184345-C095-47F9-BB4F-9075C27E0DF1}"/>
              </a:ext>
            </a:extLst>
          </p:cNvPr>
          <p:cNvSpPr>
            <a:spLocks noGrp="1"/>
          </p:cNvSpPr>
          <p:nvPr/>
        </p:nvSpPr>
        <p:spPr>
          <a:xfrm>
            <a:off x="2428920" y="2781360"/>
            <a:ext cx="7480190" cy="104400"/>
          </a:xfrm>
          <a:custGeom>
            <a:avLst/>
            <a:gdLst/>
            <a:ahLst/>
            <a:cxnLst/>
            <a:rect l="l" t="t" r="r" b="b"/>
            <a:pathLst>
              <a:path w="6096000" h="95250">
                <a:moveTo>
                  <a:pt x="0" y="52388"/>
                </a:moveTo>
                <a:lnTo>
                  <a:pt x="975360" y="29528"/>
                </a:lnTo>
                <a:lnTo>
                  <a:pt x="2072640" y="60008"/>
                </a:lnTo>
                <a:lnTo>
                  <a:pt x="3291840" y="35243"/>
                </a:lnTo>
                <a:lnTo>
                  <a:pt x="4511040" y="61913"/>
                </a:lnTo>
                <a:lnTo>
                  <a:pt x="6096000" y="39053"/>
                </a:lnTo>
              </a:path>
              <a:path w="6096000" h="95250">
                <a:moveTo>
                  <a:pt x="0" y="42863"/>
                </a:moveTo>
                <a:lnTo>
                  <a:pt x="975360" y="39053"/>
                </a:lnTo>
                <a:lnTo>
                  <a:pt x="2072640" y="50482"/>
                </a:lnTo>
                <a:lnTo>
                  <a:pt x="3291840" y="44767"/>
                </a:lnTo>
                <a:lnTo>
                  <a:pt x="4511040" y="52387"/>
                </a:lnTo>
                <a:lnTo>
                  <a:pt x="6096000" y="48578"/>
                </a:lnTo>
              </a:path>
            </a:pathLst>
          </a:custGeom>
          <a:noFill/>
          <a:ln w="42863">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333" name="s5-next-kernel">
            <a:extLst>
              <a:ext uri="{FF2B5EF4-FFF2-40B4-BE49-F238E27FC236}">
                <a16:creationId xmlns:a16="http://schemas.microsoft.com/office/drawing/2014/main" id="{57C201D5-A139-414A-AB0D-A9A3822F78F5}"/>
              </a:ext>
            </a:extLst>
          </p:cNvPr>
          <p:cNvSpPr>
            <a:spLocks noGrp="1"/>
          </p:cNvSpPr>
          <p:nvPr/>
        </p:nvSpPr>
        <p:spPr>
          <a:xfrm>
            <a:off x="4381560" y="4095720"/>
            <a:ext cx="3428640" cy="685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2667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650" b="1" u="none">
                <a:solidFill>
                  <a:srgbClr val="001233"/>
                </a:solidFill>
                <a:latin typeface="Courier New"/>
                <a:ea typeface="Courier New"/>
                <a:cs typeface="Courier New"/>
              </a:rPr>
              <a:t>kernel #2  •  reduce partials</a:t>
            </a:r>
          </a:p>
        </p:txBody>
      </p:sp>
      <p:cxnSp>
        <p:nvCxnSpPr>
          <p:cNvPr id="361" name="s5-arrow-s5-partial-0-s5-next-kernel"/>
          <p:cNvCxnSpPr>
            <a:stCxn id="327" idx="2"/>
            <a:endCxn id="333" idx="0"/>
          </p:cNvCxnSpPr>
          <p:nvPr/>
        </p:nvCxnSpPr>
        <p:spPr>
          <a:xfrm>
            <a:off x="4009680" y="3781080"/>
            <a:ext cx="2086560" cy="315000"/>
          </a:xfrm>
          <a:prstGeom prst="straightConnector1">
            <a:avLst/>
          </a:prstGeom>
          <a:ln w="36195">
            <a:solidFill>
              <a:srgbClr val="0353A4"/>
            </a:solidFill>
            <a:round/>
            <a:tailEnd type="triangle" w="sm" len="sm"/>
          </a:ln>
        </p:spPr>
      </p:cxnSp>
      <p:cxnSp>
        <p:nvCxnSpPr>
          <p:cNvPr id="362" name="s5-arrow-s5-partial-1-s5-next-kernel"/>
          <p:cNvCxnSpPr>
            <a:cxnSpLocks/>
            <a:endCxn id="333" idx="0"/>
          </p:cNvCxnSpPr>
          <p:nvPr/>
        </p:nvCxnSpPr>
        <p:spPr>
          <a:xfrm flipH="1">
            <a:off x="6095880" y="3781080"/>
            <a:ext cx="2001869" cy="315000"/>
          </a:xfrm>
          <a:prstGeom prst="straightConnector1">
            <a:avLst/>
          </a:prstGeom>
          <a:ln w="36195">
            <a:solidFill>
              <a:srgbClr val="0353A4"/>
            </a:solidFill>
            <a:round/>
            <a:tailEnd type="triangle" w="sm" len="sm"/>
          </a:ln>
        </p:spPr>
      </p:cxnSp>
      <p:sp>
        <p:nvSpPr>
          <p:cNvPr id="336" name="s5-final">
            <a:extLst>
              <a:ext uri="{FF2B5EF4-FFF2-40B4-BE49-F238E27FC236}">
                <a16:creationId xmlns:a16="http://schemas.microsoft.com/office/drawing/2014/main" id="{3652F826-808D-4AA3-9292-21E37E519348}"/>
              </a:ext>
            </a:extLst>
          </p:cNvPr>
          <p:cNvSpPr>
            <a:spLocks noGrp="1"/>
          </p:cNvSpPr>
          <p:nvPr/>
        </p:nvSpPr>
        <p:spPr>
          <a:xfrm>
            <a:off x="5676840" y="5048280"/>
            <a:ext cx="837720" cy="83772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8575">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2020" b="1" u="none">
                <a:solidFill>
                  <a:srgbClr val="001233"/>
                </a:solidFill>
                <a:latin typeface="Courier New"/>
                <a:ea typeface="Courier New"/>
                <a:cs typeface="Courier New"/>
              </a:rPr>
              <a:t>25</a:t>
            </a:r>
          </a:p>
        </p:txBody>
      </p:sp>
      <p:cxnSp>
        <p:nvCxnSpPr>
          <p:cNvPr id="364" name="s5-arrow-s5-next-kernel-s5-final"/>
          <p:cNvCxnSpPr>
            <a:stCxn id="333" idx="2"/>
            <a:endCxn id="336" idx="0"/>
          </p:cNvCxnSpPr>
          <p:nvPr/>
        </p:nvCxnSpPr>
        <p:spPr>
          <a:xfrm flipH="1">
            <a:off x="6095520" y="4781160"/>
            <a:ext cx="720" cy="267480"/>
          </a:xfrm>
          <a:prstGeom prst="straightConnector1">
            <a:avLst/>
          </a:prstGeom>
          <a:ln w="45720">
            <a:solidFill>
              <a:srgbClr val="0353A4"/>
            </a:solidFill>
            <a:round/>
            <a:tailEnd type="triangle" w="sm" len="sm"/>
          </a:ln>
        </p:spPr>
      </p:cxnSp>
      <p:sp>
        <p:nvSpPr>
          <p:cNvPr id="338" name="s5-repeat">
            <a:extLst>
              <a:ext uri="{FF2B5EF4-FFF2-40B4-BE49-F238E27FC236}">
                <a16:creationId xmlns:a16="http://schemas.microsoft.com/office/drawing/2014/main" id="{6A691C76-B964-4B5D-8DFD-49E46D167E5B}"/>
              </a:ext>
            </a:extLst>
          </p:cNvPr>
          <p:cNvSpPr>
            <a:spLocks noGrp="1"/>
          </p:cNvSpPr>
          <p:nvPr/>
        </p:nvSpPr>
        <p:spPr>
          <a:xfrm>
            <a:off x="7238880" y="4971960"/>
            <a:ext cx="4000320" cy="64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9999"/>
          </a:bodyPr>
          <a:lstStyle/>
          <a:p>
            <a:pPr>
              <a:lnSpc>
                <a:spcPct val="100000"/>
              </a:lnSpc>
              <a:buNone/>
            </a:pPr>
            <a:r>
              <a:rPr sz="2170" b="1" u="none" dirty="0">
                <a:solidFill>
                  <a:srgbClr val="FF0000"/>
                </a:solidFill>
                <a:latin typeface="Arial"/>
                <a:ea typeface="Arial"/>
                <a:cs typeface="Arial"/>
              </a:rPr>
              <a:t>launch again </a:t>
            </a:r>
            <a:endParaRPr lang="en-US" sz="2170" b="1" u="none" dirty="0">
              <a:solidFill>
                <a:srgbClr val="FF0000"/>
              </a:solidFill>
              <a:latin typeface="Arial"/>
              <a:ea typeface="Arial"/>
              <a:cs typeface="Arial"/>
            </a:endParaRPr>
          </a:p>
          <a:p>
            <a:pPr>
              <a:lnSpc>
                <a:spcPct val="100000"/>
              </a:lnSpc>
              <a:buNone/>
            </a:pPr>
            <a:r>
              <a:rPr sz="2170" b="1" u="none" dirty="0">
                <a:solidFill>
                  <a:srgbClr val="FF0000"/>
                </a:solidFill>
                <a:latin typeface="Arial"/>
                <a:ea typeface="Arial"/>
                <a:cs typeface="Arial"/>
              </a:rPr>
              <a:t>until one value remains</a:t>
            </a:r>
          </a:p>
        </p:txBody>
      </p:sp>
      <p:sp>
        <p:nvSpPr>
          <p:cNvPr id="339" name="s5-launches">
            <a:extLst>
              <a:ext uri="{FF2B5EF4-FFF2-40B4-BE49-F238E27FC236}">
                <a16:creationId xmlns:a16="http://schemas.microsoft.com/office/drawing/2014/main" id="{F6FEFC61-4A0C-4E2E-952A-52E1E7351061}"/>
              </a:ext>
            </a:extLst>
          </p:cNvPr>
          <p:cNvSpPr>
            <a:spLocks noGrp="1"/>
          </p:cNvSpPr>
          <p:nvPr/>
        </p:nvSpPr>
        <p:spPr>
          <a:xfrm>
            <a:off x="7238880" y="5610986"/>
            <a:ext cx="3333240" cy="3236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nSpc>
                <a:spcPct val="100000"/>
              </a:lnSpc>
              <a:buNone/>
            </a:pPr>
            <a:r>
              <a:rPr sz="1350" b="1" u="none" dirty="0">
                <a:solidFill>
                  <a:srgbClr val="001233"/>
                </a:solidFill>
                <a:latin typeface="Courier New"/>
                <a:ea typeface="Courier New"/>
                <a:cs typeface="Courier New"/>
              </a:rPr>
              <a:t>2 GiB K1–K6: 4 kernel launches</a:t>
            </a:r>
          </a:p>
        </p:txBody>
      </p:sp>
      <p:sp>
        <p:nvSpPr>
          <p:cNvPr id="340" name="s5-source">
            <a:extLst>
              <a:ext uri="{FF2B5EF4-FFF2-40B4-BE49-F238E27FC236}">
                <a16:creationId xmlns:a16="http://schemas.microsoft.com/office/drawing/2014/main" id="{7C1D8CC1-0CD9-4A97-9B98-44DAB00B4ADD}"/>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Physical L40S Device 3 • 2 GiB FP32 input • CUDA events: 3 fresh processes × (10 warmups + 101 samples) • Nsight Compute first-pass counters profiled separately.</a:t>
            </a:r>
          </a:p>
        </p:txBody>
      </p:sp>
    </p:spTree>
    <p:extLst>
      <p:ext uri="{BB962C8B-B14F-4D97-AF65-F5344CB8AC3E}">
        <p14:creationId xmlns:p14="http://schemas.microsoft.com/office/powerpoint/2010/main" val="69032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PlaceHolder 1">
            <a:extLst>
              <a:ext uri="{FF2B5EF4-FFF2-40B4-BE49-F238E27FC236}">
                <a16:creationId xmlns:a16="http://schemas.microsoft.com/office/drawing/2014/main" id="{6768332A-4571-4343-B22E-41335E31CDD5}"/>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2850" b="1" u="none" dirty="0">
                <a:solidFill>
                  <a:srgbClr val="001233"/>
                </a:solidFill>
                <a:latin typeface="Arial"/>
                <a:ea typeface="Arial"/>
                <a:cs typeface="Arial"/>
              </a:rPr>
              <a:t>K</a:t>
            </a:r>
            <a:r>
              <a:rPr lang="en-US" sz="2850" b="1" u="none" dirty="0">
                <a:solidFill>
                  <a:srgbClr val="001233"/>
                </a:solidFill>
                <a:latin typeface="Arial"/>
                <a:ea typeface="Arial"/>
                <a:cs typeface="Arial"/>
              </a:rPr>
              <a:t>ernel </a:t>
            </a:r>
            <a:r>
              <a:rPr sz="2850" b="1" u="none" dirty="0">
                <a:solidFill>
                  <a:srgbClr val="001233"/>
                </a:solidFill>
                <a:latin typeface="Arial"/>
                <a:ea typeface="Arial"/>
                <a:cs typeface="Arial"/>
              </a:rPr>
              <a:t>1</a:t>
            </a:r>
            <a:r>
              <a:rPr lang="en-US" sz="2850" b="1" u="none" dirty="0">
                <a:solidFill>
                  <a:srgbClr val="001233"/>
                </a:solidFill>
                <a:latin typeface="Arial"/>
                <a:ea typeface="Arial"/>
                <a:cs typeface="Arial"/>
              </a:rPr>
              <a:t>:</a:t>
            </a:r>
            <a:r>
              <a:rPr sz="2850" b="1" u="none" dirty="0">
                <a:solidFill>
                  <a:srgbClr val="001233"/>
                </a:solidFill>
                <a:latin typeface="Arial"/>
                <a:ea typeface="Arial"/>
                <a:cs typeface="Arial"/>
              </a:rPr>
              <a:t> </a:t>
            </a:r>
            <a:r>
              <a:rPr lang="en-US" sz="2850" dirty="0"/>
              <a:t>S</a:t>
            </a:r>
            <a:r>
              <a:rPr sz="2850" b="1" u="none" dirty="0">
                <a:solidFill>
                  <a:srgbClr val="001233"/>
                </a:solidFill>
                <a:latin typeface="Arial"/>
                <a:ea typeface="Arial"/>
                <a:cs typeface="Arial"/>
              </a:rPr>
              <a:t>catter</a:t>
            </a:r>
            <a:r>
              <a:rPr lang="en-US" sz="2850" b="1" u="none" dirty="0">
                <a:solidFill>
                  <a:srgbClr val="001233"/>
                </a:solidFill>
                <a:latin typeface="Arial"/>
                <a:ea typeface="Arial"/>
                <a:cs typeface="Arial"/>
              </a:rPr>
              <a:t>ed</a:t>
            </a:r>
            <a:r>
              <a:rPr sz="2850" b="1" u="none" dirty="0">
                <a:solidFill>
                  <a:srgbClr val="001233"/>
                </a:solidFill>
                <a:latin typeface="Arial"/>
                <a:ea typeface="Arial"/>
                <a:cs typeface="Arial"/>
              </a:rPr>
              <a:t> </a:t>
            </a:r>
            <a:r>
              <a:rPr lang="en-US" sz="2850" b="1" u="none" dirty="0">
                <a:solidFill>
                  <a:srgbClr val="001233"/>
                </a:solidFill>
                <a:latin typeface="Arial"/>
                <a:ea typeface="Arial"/>
                <a:cs typeface="Arial"/>
              </a:rPr>
              <a:t>W</a:t>
            </a:r>
            <a:r>
              <a:rPr sz="2850" b="1" u="none" dirty="0">
                <a:solidFill>
                  <a:srgbClr val="001233"/>
                </a:solidFill>
                <a:latin typeface="Arial"/>
                <a:ea typeface="Arial"/>
                <a:cs typeface="Arial"/>
              </a:rPr>
              <a:t>ork</a:t>
            </a:r>
          </a:p>
        </p:txBody>
      </p:sp>
      <p:sp>
        <p:nvSpPr>
          <p:cNvPr id="342" name="s6-lead">
            <a:extLst>
              <a:ext uri="{FF2B5EF4-FFF2-40B4-BE49-F238E27FC236}">
                <a16:creationId xmlns:a16="http://schemas.microsoft.com/office/drawing/2014/main" id="{706DDF44-3B5D-4E98-A282-1BB49C6EDBE4}"/>
              </a:ext>
            </a:extLst>
          </p:cNvPr>
          <p:cNvSpPr>
            <a:spLocks noGrp="1"/>
          </p:cNvSpPr>
          <p:nvPr/>
        </p:nvSpPr>
        <p:spPr>
          <a:xfrm>
            <a:off x="723960" y="990720"/>
            <a:ext cx="106484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540" b="1" u="none">
                <a:solidFill>
                  <a:srgbClr val="001233"/>
                </a:solidFill>
                <a:latin typeface="Arial"/>
                <a:ea typeface="Arial"/>
                <a:cs typeface="Arial"/>
              </a:rPr>
              <a:t>The four required adds run in lanes 0, 2, 4, and 6 because the modulo predicate selects sparse lane IDs.</a:t>
            </a:r>
          </a:p>
        </p:txBody>
      </p:sp>
      <p:sp>
        <p:nvSpPr>
          <p:cNvPr id="343" name="s6-label-shared-values-185">
            <a:extLst>
              <a:ext uri="{FF2B5EF4-FFF2-40B4-BE49-F238E27FC236}">
                <a16:creationId xmlns:a16="http://schemas.microsoft.com/office/drawing/2014/main" id="{C3665157-6158-4F1C-B7F2-231B9EBD1FC0}"/>
              </a:ext>
            </a:extLst>
          </p:cNvPr>
          <p:cNvSpPr>
            <a:spLocks noGrp="1"/>
          </p:cNvSpPr>
          <p:nvPr/>
        </p:nvSpPr>
        <p:spPr>
          <a:xfrm>
            <a:off x="743040" y="1762200"/>
            <a:ext cx="1809360" cy="323640"/>
          </a:xfrm>
          <a:prstGeom prst="rect">
            <a:avLst/>
          </a:prstGeom>
          <a:noFill/>
          <a:ln w="0">
            <a:noFill/>
          </a:ln>
        </p:spPr>
        <p:style>
          <a:lnRef idx="0">
            <a:scrgbClr r="0" g="0" b="0"/>
          </a:lnRef>
          <a:fillRef idx="0">
            <a:scrgbClr r="0" g="0" b="0"/>
          </a:fillRef>
          <a:effectRef idx="0">
            <a:scrgbClr r="0" g="0" b="0"/>
          </a:effectRef>
          <a:fontRef idx="minor"/>
        </p:style>
        <p:txBody>
          <a:bodyPr lIns="0" tIns="0" rIns="57240" bIns="0" anchor="ctr">
            <a:normAutofit/>
          </a:bodyPr>
          <a:lstStyle/>
          <a:p>
            <a:pPr algn="r">
              <a:lnSpc>
                <a:spcPct val="100000"/>
              </a:lnSpc>
              <a:buNone/>
            </a:pPr>
            <a:r>
              <a:rPr sz="1350" b="1" u="none">
                <a:solidFill>
                  <a:srgbClr val="5C677D"/>
                </a:solidFill>
                <a:latin typeface="Courier New"/>
                <a:ea typeface="Courier New"/>
                <a:cs typeface="Courier New"/>
              </a:rPr>
              <a:t>shared values</a:t>
            </a:r>
          </a:p>
        </p:txBody>
      </p:sp>
      <p:sp>
        <p:nvSpPr>
          <p:cNvPr id="344" name="s6-label-thread-lane-321">
            <a:extLst>
              <a:ext uri="{FF2B5EF4-FFF2-40B4-BE49-F238E27FC236}">
                <a16:creationId xmlns:a16="http://schemas.microsoft.com/office/drawing/2014/main" id="{34844BAB-71E1-431A-A28F-7BCB9CC8F733}"/>
              </a:ext>
            </a:extLst>
          </p:cNvPr>
          <p:cNvSpPr>
            <a:spLocks noGrp="1"/>
          </p:cNvSpPr>
          <p:nvPr/>
        </p:nvSpPr>
        <p:spPr>
          <a:xfrm>
            <a:off x="743040" y="3057480"/>
            <a:ext cx="1809360" cy="323640"/>
          </a:xfrm>
          <a:prstGeom prst="rect">
            <a:avLst/>
          </a:prstGeom>
          <a:noFill/>
          <a:ln w="0">
            <a:noFill/>
          </a:ln>
        </p:spPr>
        <p:style>
          <a:lnRef idx="0">
            <a:scrgbClr r="0" g="0" b="0"/>
          </a:lnRef>
          <a:fillRef idx="0">
            <a:scrgbClr r="0" g="0" b="0"/>
          </a:fillRef>
          <a:effectRef idx="0">
            <a:scrgbClr r="0" g="0" b="0"/>
          </a:effectRef>
          <a:fontRef idx="minor"/>
        </p:style>
        <p:txBody>
          <a:bodyPr lIns="0" tIns="0" rIns="57240" bIns="0" anchor="ctr">
            <a:normAutofit/>
          </a:bodyPr>
          <a:lstStyle/>
          <a:p>
            <a:pPr algn="r">
              <a:lnSpc>
                <a:spcPct val="100000"/>
              </a:lnSpc>
              <a:buNone/>
            </a:pPr>
            <a:r>
              <a:rPr sz="1350" b="1" u="none">
                <a:solidFill>
                  <a:srgbClr val="5C677D"/>
                </a:solidFill>
                <a:latin typeface="Courier New"/>
                <a:ea typeface="Courier New"/>
                <a:cs typeface="Courier New"/>
              </a:rPr>
              <a:t>thread lane</a:t>
            </a:r>
          </a:p>
        </p:txBody>
      </p:sp>
      <p:sp>
        <p:nvSpPr>
          <p:cNvPr id="345" name="s6-label-destinations-450">
            <a:extLst>
              <a:ext uri="{FF2B5EF4-FFF2-40B4-BE49-F238E27FC236}">
                <a16:creationId xmlns:a16="http://schemas.microsoft.com/office/drawing/2014/main" id="{4F87193C-807D-4374-8EDB-548666FD4A57}"/>
              </a:ext>
            </a:extLst>
          </p:cNvPr>
          <p:cNvSpPr>
            <a:spLocks noGrp="1"/>
          </p:cNvSpPr>
          <p:nvPr/>
        </p:nvSpPr>
        <p:spPr>
          <a:xfrm>
            <a:off x="743040" y="4286160"/>
            <a:ext cx="1809360" cy="323640"/>
          </a:xfrm>
          <a:prstGeom prst="rect">
            <a:avLst/>
          </a:prstGeom>
          <a:noFill/>
          <a:ln w="0">
            <a:noFill/>
          </a:ln>
        </p:spPr>
        <p:style>
          <a:lnRef idx="0">
            <a:scrgbClr r="0" g="0" b="0"/>
          </a:lnRef>
          <a:fillRef idx="0">
            <a:scrgbClr r="0" g="0" b="0"/>
          </a:fillRef>
          <a:effectRef idx="0">
            <a:scrgbClr r="0" g="0" b="0"/>
          </a:effectRef>
          <a:fontRef idx="minor"/>
        </p:style>
        <p:txBody>
          <a:bodyPr lIns="0" tIns="0" rIns="57240" bIns="0" anchor="ctr">
            <a:normAutofit/>
          </a:bodyPr>
          <a:lstStyle/>
          <a:p>
            <a:pPr algn="r">
              <a:lnSpc>
                <a:spcPct val="100000"/>
              </a:lnSpc>
              <a:buNone/>
            </a:pPr>
            <a:r>
              <a:rPr sz="1350" b="1" u="none">
                <a:solidFill>
                  <a:srgbClr val="5C677D"/>
                </a:solidFill>
                <a:latin typeface="Courier New"/>
                <a:ea typeface="Courier New"/>
                <a:cs typeface="Courier New"/>
              </a:rPr>
              <a:t>destinations</a:t>
            </a:r>
          </a:p>
        </p:txBody>
      </p:sp>
      <p:sp>
        <p:nvSpPr>
          <p:cNvPr id="346" name="s6-values-0">
            <a:extLst>
              <a:ext uri="{FF2B5EF4-FFF2-40B4-BE49-F238E27FC236}">
                <a16:creationId xmlns:a16="http://schemas.microsoft.com/office/drawing/2014/main" id="{2BDAA0AE-204C-40E0-A044-E45E1326F9DA}"/>
              </a:ext>
            </a:extLst>
          </p:cNvPr>
          <p:cNvSpPr>
            <a:spLocks noGrp="1"/>
          </p:cNvSpPr>
          <p:nvPr/>
        </p:nvSpPr>
        <p:spPr>
          <a:xfrm>
            <a:off x="2857680" y="1714680"/>
            <a:ext cx="57132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001233"/>
                </a:solidFill>
                <a:latin typeface="Courier New"/>
                <a:ea typeface="Courier New"/>
                <a:cs typeface="Courier New"/>
              </a:rPr>
              <a:t>0</a:t>
            </a:r>
          </a:p>
        </p:txBody>
      </p:sp>
      <p:sp>
        <p:nvSpPr>
          <p:cNvPr id="347" name="s6-values-1">
            <a:extLst>
              <a:ext uri="{FF2B5EF4-FFF2-40B4-BE49-F238E27FC236}">
                <a16:creationId xmlns:a16="http://schemas.microsoft.com/office/drawing/2014/main" id="{F6A978C3-B1E2-4D10-A68A-8FA67A4A226F}"/>
              </a:ext>
            </a:extLst>
          </p:cNvPr>
          <p:cNvSpPr>
            <a:spLocks noGrp="1"/>
          </p:cNvSpPr>
          <p:nvPr/>
        </p:nvSpPr>
        <p:spPr>
          <a:xfrm>
            <a:off x="3619440" y="1714680"/>
            <a:ext cx="57132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001233"/>
                </a:solidFill>
                <a:latin typeface="Courier New"/>
                <a:ea typeface="Courier New"/>
                <a:cs typeface="Courier New"/>
              </a:rPr>
              <a:t>1</a:t>
            </a:r>
          </a:p>
        </p:txBody>
      </p:sp>
      <p:sp>
        <p:nvSpPr>
          <p:cNvPr id="348" name="s6-values-2">
            <a:extLst>
              <a:ext uri="{FF2B5EF4-FFF2-40B4-BE49-F238E27FC236}">
                <a16:creationId xmlns:a16="http://schemas.microsoft.com/office/drawing/2014/main" id="{0CE67E88-E5EC-41AB-9DAC-B601372DFDFA}"/>
              </a:ext>
            </a:extLst>
          </p:cNvPr>
          <p:cNvSpPr>
            <a:spLocks noGrp="1"/>
          </p:cNvSpPr>
          <p:nvPr/>
        </p:nvSpPr>
        <p:spPr>
          <a:xfrm>
            <a:off x="4381560" y="1714680"/>
            <a:ext cx="57132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001233"/>
                </a:solidFill>
                <a:latin typeface="Courier New"/>
                <a:ea typeface="Courier New"/>
                <a:cs typeface="Courier New"/>
              </a:rPr>
              <a:t>2</a:t>
            </a:r>
          </a:p>
        </p:txBody>
      </p:sp>
      <p:sp>
        <p:nvSpPr>
          <p:cNvPr id="349" name="s6-values-3">
            <a:extLst>
              <a:ext uri="{FF2B5EF4-FFF2-40B4-BE49-F238E27FC236}">
                <a16:creationId xmlns:a16="http://schemas.microsoft.com/office/drawing/2014/main" id="{B68C5EA9-2172-44B6-96FE-3DE4D6DDCDAB}"/>
              </a:ext>
            </a:extLst>
          </p:cNvPr>
          <p:cNvSpPr>
            <a:spLocks noGrp="1"/>
          </p:cNvSpPr>
          <p:nvPr/>
        </p:nvSpPr>
        <p:spPr>
          <a:xfrm>
            <a:off x="5143680" y="1714680"/>
            <a:ext cx="57132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001233"/>
                </a:solidFill>
                <a:latin typeface="Courier New"/>
                <a:ea typeface="Courier New"/>
                <a:cs typeface="Courier New"/>
              </a:rPr>
              <a:t>3</a:t>
            </a:r>
          </a:p>
        </p:txBody>
      </p:sp>
      <p:sp>
        <p:nvSpPr>
          <p:cNvPr id="350" name="s6-values-4">
            <a:extLst>
              <a:ext uri="{FF2B5EF4-FFF2-40B4-BE49-F238E27FC236}">
                <a16:creationId xmlns:a16="http://schemas.microsoft.com/office/drawing/2014/main" id="{2BF9ADF7-6B07-4A64-9EAB-3BCEC796AA91}"/>
              </a:ext>
            </a:extLst>
          </p:cNvPr>
          <p:cNvSpPr>
            <a:spLocks noGrp="1"/>
          </p:cNvSpPr>
          <p:nvPr/>
        </p:nvSpPr>
        <p:spPr>
          <a:xfrm>
            <a:off x="5905440" y="1714680"/>
            <a:ext cx="57132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001233"/>
                </a:solidFill>
                <a:latin typeface="Courier New"/>
                <a:ea typeface="Courier New"/>
                <a:cs typeface="Courier New"/>
              </a:rPr>
              <a:t>4</a:t>
            </a:r>
          </a:p>
        </p:txBody>
      </p:sp>
      <p:sp>
        <p:nvSpPr>
          <p:cNvPr id="351" name="s6-values-5">
            <a:extLst>
              <a:ext uri="{FF2B5EF4-FFF2-40B4-BE49-F238E27FC236}">
                <a16:creationId xmlns:a16="http://schemas.microsoft.com/office/drawing/2014/main" id="{0A738D24-1AFC-4EBE-A840-5C5FA2386812}"/>
              </a:ext>
            </a:extLst>
          </p:cNvPr>
          <p:cNvSpPr>
            <a:spLocks noGrp="1"/>
          </p:cNvSpPr>
          <p:nvPr/>
        </p:nvSpPr>
        <p:spPr>
          <a:xfrm>
            <a:off x="6667560" y="1714680"/>
            <a:ext cx="57132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001233"/>
                </a:solidFill>
                <a:latin typeface="Courier New"/>
                <a:ea typeface="Courier New"/>
                <a:cs typeface="Courier New"/>
              </a:rPr>
              <a:t>5</a:t>
            </a:r>
          </a:p>
        </p:txBody>
      </p:sp>
      <p:sp>
        <p:nvSpPr>
          <p:cNvPr id="352" name="s6-values-6">
            <a:extLst>
              <a:ext uri="{FF2B5EF4-FFF2-40B4-BE49-F238E27FC236}">
                <a16:creationId xmlns:a16="http://schemas.microsoft.com/office/drawing/2014/main" id="{D39C57B3-19B6-4E49-8544-5D1AFDEAF4D2}"/>
              </a:ext>
            </a:extLst>
          </p:cNvPr>
          <p:cNvSpPr>
            <a:spLocks noGrp="1"/>
          </p:cNvSpPr>
          <p:nvPr/>
        </p:nvSpPr>
        <p:spPr>
          <a:xfrm>
            <a:off x="7429680" y="1714680"/>
            <a:ext cx="57132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001233"/>
                </a:solidFill>
                <a:latin typeface="Courier New"/>
                <a:ea typeface="Courier New"/>
                <a:cs typeface="Courier New"/>
              </a:rPr>
              <a:t>6</a:t>
            </a:r>
          </a:p>
        </p:txBody>
      </p:sp>
      <p:sp>
        <p:nvSpPr>
          <p:cNvPr id="353" name="s6-values-7">
            <a:extLst>
              <a:ext uri="{FF2B5EF4-FFF2-40B4-BE49-F238E27FC236}">
                <a16:creationId xmlns:a16="http://schemas.microsoft.com/office/drawing/2014/main" id="{1A51CB86-FE98-4754-AE6B-395CB34795A0}"/>
              </a:ext>
            </a:extLst>
          </p:cNvPr>
          <p:cNvSpPr>
            <a:spLocks noGrp="1"/>
          </p:cNvSpPr>
          <p:nvPr/>
        </p:nvSpPr>
        <p:spPr>
          <a:xfrm>
            <a:off x="8191440" y="1714680"/>
            <a:ext cx="57132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001233"/>
                </a:solidFill>
                <a:latin typeface="Courier New"/>
                <a:ea typeface="Courier New"/>
                <a:cs typeface="Courier New"/>
              </a:rPr>
              <a:t>7</a:t>
            </a:r>
          </a:p>
        </p:txBody>
      </p:sp>
      <p:sp>
        <p:nvSpPr>
          <p:cNvPr id="354" name="s6-lanes-0">
            <a:extLst>
              <a:ext uri="{FF2B5EF4-FFF2-40B4-BE49-F238E27FC236}">
                <a16:creationId xmlns:a16="http://schemas.microsoft.com/office/drawing/2014/main" id="{1A5D5F94-E27C-4BD1-997B-6D08623D7069}"/>
              </a:ext>
            </a:extLst>
          </p:cNvPr>
          <p:cNvSpPr>
            <a:spLocks noGrp="1"/>
          </p:cNvSpPr>
          <p:nvPr/>
        </p:nvSpPr>
        <p:spPr>
          <a:xfrm>
            <a:off x="2895480" y="300024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1" u="none">
                <a:solidFill>
                  <a:srgbClr val="001233"/>
                </a:solidFill>
                <a:latin typeface="Courier New"/>
                <a:ea typeface="Courier New"/>
                <a:cs typeface="Courier New"/>
              </a:rPr>
              <a:t>0</a:t>
            </a:r>
          </a:p>
        </p:txBody>
      </p:sp>
      <p:sp>
        <p:nvSpPr>
          <p:cNvPr id="355" name="s6-lanes-1">
            <a:extLst>
              <a:ext uri="{FF2B5EF4-FFF2-40B4-BE49-F238E27FC236}">
                <a16:creationId xmlns:a16="http://schemas.microsoft.com/office/drawing/2014/main" id="{1DA69358-CF1C-4F20-AB9C-65BDBD4CF6AC}"/>
              </a:ext>
            </a:extLst>
          </p:cNvPr>
          <p:cNvSpPr>
            <a:spLocks noGrp="1"/>
          </p:cNvSpPr>
          <p:nvPr/>
        </p:nvSpPr>
        <p:spPr>
          <a:xfrm>
            <a:off x="3657600" y="300024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FFFFFF"/>
          </a:solidFill>
          <a:ln w="15240">
            <a:solidFill>
              <a:srgbClr val="BBC1CD"/>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0" u="none">
                <a:solidFill>
                  <a:srgbClr val="5C677D"/>
                </a:solidFill>
                <a:latin typeface="Courier New"/>
                <a:ea typeface="Courier New"/>
                <a:cs typeface="Courier New"/>
              </a:rPr>
              <a:t>1</a:t>
            </a:r>
          </a:p>
        </p:txBody>
      </p:sp>
      <p:sp>
        <p:nvSpPr>
          <p:cNvPr id="356" name="s6-lanes-2">
            <a:extLst>
              <a:ext uri="{FF2B5EF4-FFF2-40B4-BE49-F238E27FC236}">
                <a16:creationId xmlns:a16="http://schemas.microsoft.com/office/drawing/2014/main" id="{E1692AA5-C3F7-43F1-A203-E090113F6440}"/>
              </a:ext>
            </a:extLst>
          </p:cNvPr>
          <p:cNvSpPr>
            <a:spLocks noGrp="1"/>
          </p:cNvSpPr>
          <p:nvPr/>
        </p:nvSpPr>
        <p:spPr>
          <a:xfrm>
            <a:off x="4419720" y="300024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1" u="none">
                <a:solidFill>
                  <a:srgbClr val="001233"/>
                </a:solidFill>
                <a:latin typeface="Courier New"/>
                <a:ea typeface="Courier New"/>
                <a:cs typeface="Courier New"/>
              </a:rPr>
              <a:t>2</a:t>
            </a:r>
          </a:p>
        </p:txBody>
      </p:sp>
      <p:sp>
        <p:nvSpPr>
          <p:cNvPr id="357" name="s6-lanes-3">
            <a:extLst>
              <a:ext uri="{FF2B5EF4-FFF2-40B4-BE49-F238E27FC236}">
                <a16:creationId xmlns:a16="http://schemas.microsoft.com/office/drawing/2014/main" id="{A251CB48-EA42-4773-B431-DD28BCF413F0}"/>
              </a:ext>
            </a:extLst>
          </p:cNvPr>
          <p:cNvSpPr>
            <a:spLocks noGrp="1"/>
          </p:cNvSpPr>
          <p:nvPr/>
        </p:nvSpPr>
        <p:spPr>
          <a:xfrm>
            <a:off x="5181480" y="300024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FFFFFF"/>
          </a:solidFill>
          <a:ln w="15240">
            <a:solidFill>
              <a:srgbClr val="BBC1CD"/>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0" u="none">
                <a:solidFill>
                  <a:srgbClr val="5C677D"/>
                </a:solidFill>
                <a:latin typeface="Courier New"/>
                <a:ea typeface="Courier New"/>
                <a:cs typeface="Courier New"/>
              </a:rPr>
              <a:t>3</a:t>
            </a:r>
          </a:p>
        </p:txBody>
      </p:sp>
      <p:sp>
        <p:nvSpPr>
          <p:cNvPr id="358" name="s6-lanes-4">
            <a:extLst>
              <a:ext uri="{FF2B5EF4-FFF2-40B4-BE49-F238E27FC236}">
                <a16:creationId xmlns:a16="http://schemas.microsoft.com/office/drawing/2014/main" id="{F2BF74F1-D44A-4586-91AB-81EDA9F43ADC}"/>
              </a:ext>
            </a:extLst>
          </p:cNvPr>
          <p:cNvSpPr>
            <a:spLocks noGrp="1"/>
          </p:cNvSpPr>
          <p:nvPr/>
        </p:nvSpPr>
        <p:spPr>
          <a:xfrm>
            <a:off x="5943600" y="300024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1" u="none">
                <a:solidFill>
                  <a:srgbClr val="001233"/>
                </a:solidFill>
                <a:latin typeface="Courier New"/>
                <a:ea typeface="Courier New"/>
                <a:cs typeface="Courier New"/>
              </a:rPr>
              <a:t>4</a:t>
            </a:r>
          </a:p>
        </p:txBody>
      </p:sp>
      <p:sp>
        <p:nvSpPr>
          <p:cNvPr id="359" name="s6-lanes-5">
            <a:extLst>
              <a:ext uri="{FF2B5EF4-FFF2-40B4-BE49-F238E27FC236}">
                <a16:creationId xmlns:a16="http://schemas.microsoft.com/office/drawing/2014/main" id="{C2796CD5-345B-42A1-8715-9B752BAD715B}"/>
              </a:ext>
            </a:extLst>
          </p:cNvPr>
          <p:cNvSpPr>
            <a:spLocks noGrp="1"/>
          </p:cNvSpPr>
          <p:nvPr/>
        </p:nvSpPr>
        <p:spPr>
          <a:xfrm>
            <a:off x="6705720" y="300024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FFFFFF"/>
          </a:solidFill>
          <a:ln w="15240">
            <a:solidFill>
              <a:srgbClr val="BBC1CD"/>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0" u="none">
                <a:solidFill>
                  <a:srgbClr val="5C677D"/>
                </a:solidFill>
                <a:latin typeface="Courier New"/>
                <a:ea typeface="Courier New"/>
                <a:cs typeface="Courier New"/>
              </a:rPr>
              <a:t>5</a:t>
            </a:r>
          </a:p>
        </p:txBody>
      </p:sp>
      <p:sp>
        <p:nvSpPr>
          <p:cNvPr id="360" name="s6-lanes-6">
            <a:extLst>
              <a:ext uri="{FF2B5EF4-FFF2-40B4-BE49-F238E27FC236}">
                <a16:creationId xmlns:a16="http://schemas.microsoft.com/office/drawing/2014/main" id="{6B7A133D-8DBC-4B10-95B0-17EB43BCE8F4}"/>
              </a:ext>
            </a:extLst>
          </p:cNvPr>
          <p:cNvSpPr>
            <a:spLocks noGrp="1"/>
          </p:cNvSpPr>
          <p:nvPr/>
        </p:nvSpPr>
        <p:spPr>
          <a:xfrm>
            <a:off x="7467480" y="300024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1" u="none">
                <a:solidFill>
                  <a:srgbClr val="001233"/>
                </a:solidFill>
                <a:latin typeface="Courier New"/>
                <a:ea typeface="Courier New"/>
                <a:cs typeface="Courier New"/>
              </a:rPr>
              <a:t>6</a:t>
            </a:r>
          </a:p>
        </p:txBody>
      </p:sp>
      <p:sp>
        <p:nvSpPr>
          <p:cNvPr id="361" name="s6-lanes-7">
            <a:extLst>
              <a:ext uri="{FF2B5EF4-FFF2-40B4-BE49-F238E27FC236}">
                <a16:creationId xmlns:a16="http://schemas.microsoft.com/office/drawing/2014/main" id="{0DF6617C-E196-45AB-9B1D-A69F6AFE4C12}"/>
              </a:ext>
            </a:extLst>
          </p:cNvPr>
          <p:cNvSpPr>
            <a:spLocks noGrp="1"/>
          </p:cNvSpPr>
          <p:nvPr/>
        </p:nvSpPr>
        <p:spPr>
          <a:xfrm>
            <a:off x="8229600" y="300024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FFFFFF"/>
          </a:solidFill>
          <a:ln w="15240">
            <a:solidFill>
              <a:srgbClr val="BBC1CD"/>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0" u="none">
                <a:solidFill>
                  <a:srgbClr val="5C677D"/>
                </a:solidFill>
                <a:latin typeface="Courier New"/>
                <a:ea typeface="Courier New"/>
                <a:cs typeface="Courier New"/>
              </a:rPr>
              <a:t>7</a:t>
            </a:r>
          </a:p>
        </p:txBody>
      </p:sp>
      <p:sp>
        <p:nvSpPr>
          <p:cNvPr id="362" name="s6-dest-0">
            <a:extLst>
              <a:ext uri="{FF2B5EF4-FFF2-40B4-BE49-F238E27FC236}">
                <a16:creationId xmlns:a16="http://schemas.microsoft.com/office/drawing/2014/main" id="{0DCC0D0C-95D3-48AA-804B-9B744579096F}"/>
              </a:ext>
            </a:extLst>
          </p:cNvPr>
          <p:cNvSpPr>
            <a:spLocks noGrp="1"/>
          </p:cNvSpPr>
          <p:nvPr/>
        </p:nvSpPr>
        <p:spPr>
          <a:xfrm>
            <a:off x="2857680" y="4238640"/>
            <a:ext cx="57132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286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1" u="none">
                <a:solidFill>
                  <a:srgbClr val="001233"/>
                </a:solidFill>
                <a:latin typeface="Courier New"/>
                <a:ea typeface="Courier New"/>
                <a:cs typeface="Courier New"/>
              </a:rPr>
              <a:t>0</a:t>
            </a:r>
          </a:p>
        </p:txBody>
      </p:sp>
      <p:sp>
        <p:nvSpPr>
          <p:cNvPr id="363" name="s6-dest-1">
            <a:extLst>
              <a:ext uri="{FF2B5EF4-FFF2-40B4-BE49-F238E27FC236}">
                <a16:creationId xmlns:a16="http://schemas.microsoft.com/office/drawing/2014/main" id="{2CF63B2F-B546-4D27-A6D9-935E5973ECEC}"/>
              </a:ext>
            </a:extLst>
          </p:cNvPr>
          <p:cNvSpPr>
            <a:spLocks noGrp="1"/>
          </p:cNvSpPr>
          <p:nvPr/>
        </p:nvSpPr>
        <p:spPr>
          <a:xfrm>
            <a:off x="3619440" y="4238640"/>
            <a:ext cx="57132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3335">
            <a:solidFill>
              <a:srgbClr val="BBC1CD"/>
            </a:solidFill>
            <a:prstDash val="dash"/>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BBC1CD"/>
                </a:solidFill>
                <a:latin typeface="Courier New"/>
                <a:ea typeface="Courier New"/>
                <a:cs typeface="Courier New"/>
              </a:rPr>
              <a:t>1</a:t>
            </a:r>
          </a:p>
        </p:txBody>
      </p:sp>
      <p:sp>
        <p:nvSpPr>
          <p:cNvPr id="364" name="s6-dest-2">
            <a:extLst>
              <a:ext uri="{FF2B5EF4-FFF2-40B4-BE49-F238E27FC236}">
                <a16:creationId xmlns:a16="http://schemas.microsoft.com/office/drawing/2014/main" id="{75905293-29FE-4A8A-B6B6-8669F3804DE5}"/>
              </a:ext>
            </a:extLst>
          </p:cNvPr>
          <p:cNvSpPr>
            <a:spLocks noGrp="1"/>
          </p:cNvSpPr>
          <p:nvPr/>
        </p:nvSpPr>
        <p:spPr>
          <a:xfrm>
            <a:off x="4381560" y="4238640"/>
            <a:ext cx="57132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286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1" u="none">
                <a:solidFill>
                  <a:srgbClr val="001233"/>
                </a:solidFill>
                <a:latin typeface="Courier New"/>
                <a:ea typeface="Courier New"/>
                <a:cs typeface="Courier New"/>
              </a:rPr>
              <a:t>2</a:t>
            </a:r>
          </a:p>
        </p:txBody>
      </p:sp>
      <p:sp>
        <p:nvSpPr>
          <p:cNvPr id="365" name="s6-dest-3">
            <a:extLst>
              <a:ext uri="{FF2B5EF4-FFF2-40B4-BE49-F238E27FC236}">
                <a16:creationId xmlns:a16="http://schemas.microsoft.com/office/drawing/2014/main" id="{ACD9E1D2-36DF-4A6D-BF96-DCAA7A440B7F}"/>
              </a:ext>
            </a:extLst>
          </p:cNvPr>
          <p:cNvSpPr>
            <a:spLocks noGrp="1"/>
          </p:cNvSpPr>
          <p:nvPr/>
        </p:nvSpPr>
        <p:spPr>
          <a:xfrm>
            <a:off x="5143680" y="4238640"/>
            <a:ext cx="57132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3335">
            <a:solidFill>
              <a:srgbClr val="BBC1CD"/>
            </a:solidFill>
            <a:prstDash val="dash"/>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BBC1CD"/>
                </a:solidFill>
                <a:latin typeface="Courier New"/>
                <a:ea typeface="Courier New"/>
                <a:cs typeface="Courier New"/>
              </a:rPr>
              <a:t>3</a:t>
            </a:r>
          </a:p>
        </p:txBody>
      </p:sp>
      <p:sp>
        <p:nvSpPr>
          <p:cNvPr id="366" name="s6-dest-4">
            <a:extLst>
              <a:ext uri="{FF2B5EF4-FFF2-40B4-BE49-F238E27FC236}">
                <a16:creationId xmlns:a16="http://schemas.microsoft.com/office/drawing/2014/main" id="{99C3936C-1B04-4604-A3C8-E9C03B5D3773}"/>
              </a:ext>
            </a:extLst>
          </p:cNvPr>
          <p:cNvSpPr>
            <a:spLocks noGrp="1"/>
          </p:cNvSpPr>
          <p:nvPr/>
        </p:nvSpPr>
        <p:spPr>
          <a:xfrm>
            <a:off x="5905440" y="4238640"/>
            <a:ext cx="57132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286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1" u="none">
                <a:solidFill>
                  <a:srgbClr val="001233"/>
                </a:solidFill>
                <a:latin typeface="Courier New"/>
                <a:ea typeface="Courier New"/>
                <a:cs typeface="Courier New"/>
              </a:rPr>
              <a:t>4</a:t>
            </a:r>
          </a:p>
        </p:txBody>
      </p:sp>
      <p:sp>
        <p:nvSpPr>
          <p:cNvPr id="367" name="s6-dest-5">
            <a:extLst>
              <a:ext uri="{FF2B5EF4-FFF2-40B4-BE49-F238E27FC236}">
                <a16:creationId xmlns:a16="http://schemas.microsoft.com/office/drawing/2014/main" id="{08FEE23E-7834-4516-BF99-EFCA7DEE81FF}"/>
              </a:ext>
            </a:extLst>
          </p:cNvPr>
          <p:cNvSpPr>
            <a:spLocks noGrp="1"/>
          </p:cNvSpPr>
          <p:nvPr/>
        </p:nvSpPr>
        <p:spPr>
          <a:xfrm>
            <a:off x="6667560" y="4238640"/>
            <a:ext cx="57132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3335">
            <a:solidFill>
              <a:srgbClr val="BBC1CD"/>
            </a:solidFill>
            <a:prstDash val="dash"/>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BBC1CD"/>
                </a:solidFill>
                <a:latin typeface="Courier New"/>
                <a:ea typeface="Courier New"/>
                <a:cs typeface="Courier New"/>
              </a:rPr>
              <a:t>5</a:t>
            </a:r>
          </a:p>
        </p:txBody>
      </p:sp>
      <p:sp>
        <p:nvSpPr>
          <p:cNvPr id="368" name="s6-dest-6">
            <a:extLst>
              <a:ext uri="{FF2B5EF4-FFF2-40B4-BE49-F238E27FC236}">
                <a16:creationId xmlns:a16="http://schemas.microsoft.com/office/drawing/2014/main" id="{4FFEBEA4-A218-452A-A328-154877FE29D8}"/>
              </a:ext>
            </a:extLst>
          </p:cNvPr>
          <p:cNvSpPr>
            <a:spLocks noGrp="1"/>
          </p:cNvSpPr>
          <p:nvPr/>
        </p:nvSpPr>
        <p:spPr>
          <a:xfrm>
            <a:off x="7429680" y="4238640"/>
            <a:ext cx="57132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286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1" u="none">
                <a:solidFill>
                  <a:srgbClr val="001233"/>
                </a:solidFill>
                <a:latin typeface="Courier New"/>
                <a:ea typeface="Courier New"/>
                <a:cs typeface="Courier New"/>
              </a:rPr>
              <a:t>6</a:t>
            </a:r>
          </a:p>
        </p:txBody>
      </p:sp>
      <p:sp>
        <p:nvSpPr>
          <p:cNvPr id="369" name="s6-dest-7">
            <a:extLst>
              <a:ext uri="{FF2B5EF4-FFF2-40B4-BE49-F238E27FC236}">
                <a16:creationId xmlns:a16="http://schemas.microsoft.com/office/drawing/2014/main" id="{E8165A55-3511-4377-B80C-4806F4332DAF}"/>
              </a:ext>
            </a:extLst>
          </p:cNvPr>
          <p:cNvSpPr>
            <a:spLocks noGrp="1"/>
          </p:cNvSpPr>
          <p:nvPr/>
        </p:nvSpPr>
        <p:spPr>
          <a:xfrm>
            <a:off x="8191440" y="4238640"/>
            <a:ext cx="57132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3335">
            <a:solidFill>
              <a:srgbClr val="BBC1CD"/>
            </a:solidFill>
            <a:prstDash val="dash"/>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BBC1CD"/>
                </a:solidFill>
                <a:latin typeface="Courier New"/>
                <a:ea typeface="Courier New"/>
                <a:cs typeface="Courier New"/>
              </a:rPr>
              <a:t>7</a:t>
            </a:r>
          </a:p>
        </p:txBody>
      </p:sp>
      <p:cxnSp>
        <p:nvCxnSpPr>
          <p:cNvPr id="425" name="s6-arrow-s6-values-0-s6-lanes-0"/>
          <p:cNvCxnSpPr>
            <a:stCxn id="346" idx="2"/>
            <a:endCxn id="354" idx="0"/>
          </p:cNvCxnSpPr>
          <p:nvPr/>
        </p:nvCxnSpPr>
        <p:spPr>
          <a:xfrm flipH="1">
            <a:off x="3142800" y="2152440"/>
            <a:ext cx="720" cy="848160"/>
          </a:xfrm>
          <a:prstGeom prst="straightConnector1">
            <a:avLst/>
          </a:prstGeom>
          <a:ln w="24765">
            <a:solidFill>
              <a:srgbClr val="0353A4"/>
            </a:solidFill>
            <a:round/>
            <a:tailEnd type="triangle" w="sm" len="sm"/>
          </a:ln>
        </p:spPr>
      </p:cxnSp>
      <p:cxnSp>
        <p:nvCxnSpPr>
          <p:cNvPr id="426" name="s6-arrow-s6-values-1-s6-lanes-0"/>
          <p:cNvCxnSpPr>
            <a:stCxn id="347" idx="2"/>
            <a:endCxn id="354" idx="0"/>
          </p:cNvCxnSpPr>
          <p:nvPr/>
        </p:nvCxnSpPr>
        <p:spPr>
          <a:xfrm flipH="1">
            <a:off x="3142800" y="2152440"/>
            <a:ext cx="762480" cy="848160"/>
          </a:xfrm>
          <a:prstGeom prst="straightConnector1">
            <a:avLst/>
          </a:prstGeom>
          <a:ln w="24765">
            <a:solidFill>
              <a:srgbClr val="0353A4"/>
            </a:solidFill>
            <a:round/>
            <a:tailEnd type="triangle" w="sm" len="sm"/>
          </a:ln>
        </p:spPr>
      </p:cxnSp>
      <p:cxnSp>
        <p:nvCxnSpPr>
          <p:cNvPr id="427" name="s6-arrow-s6-lanes-0-s6-dest-0"/>
          <p:cNvCxnSpPr>
            <a:stCxn id="354" idx="2"/>
            <a:endCxn id="362" idx="0"/>
          </p:cNvCxnSpPr>
          <p:nvPr/>
        </p:nvCxnSpPr>
        <p:spPr>
          <a:xfrm>
            <a:off x="3142800" y="3495240"/>
            <a:ext cx="720" cy="743760"/>
          </a:xfrm>
          <a:prstGeom prst="straightConnector1">
            <a:avLst/>
          </a:prstGeom>
          <a:ln w="26670">
            <a:solidFill>
              <a:srgbClr val="0353A4"/>
            </a:solidFill>
            <a:round/>
            <a:tailEnd type="triangle" w="sm" len="sm"/>
          </a:ln>
        </p:spPr>
      </p:cxnSp>
      <p:cxnSp>
        <p:nvCxnSpPr>
          <p:cNvPr id="428" name="s6-arrow-s6-values-2-s6-lanes-2"/>
          <p:cNvCxnSpPr>
            <a:stCxn id="348" idx="2"/>
            <a:endCxn id="356" idx="0"/>
          </p:cNvCxnSpPr>
          <p:nvPr/>
        </p:nvCxnSpPr>
        <p:spPr>
          <a:xfrm>
            <a:off x="4667040" y="2152440"/>
            <a:ext cx="360" cy="848160"/>
          </a:xfrm>
          <a:prstGeom prst="straightConnector1">
            <a:avLst/>
          </a:prstGeom>
          <a:ln w="24765">
            <a:solidFill>
              <a:srgbClr val="0353A4"/>
            </a:solidFill>
            <a:round/>
            <a:tailEnd type="triangle" w="sm" len="sm"/>
          </a:ln>
        </p:spPr>
      </p:cxnSp>
      <p:cxnSp>
        <p:nvCxnSpPr>
          <p:cNvPr id="429" name="s6-arrow-s6-values-3-s6-lanes-2"/>
          <p:cNvCxnSpPr>
            <a:stCxn id="349" idx="2"/>
            <a:endCxn id="356" idx="0"/>
          </p:cNvCxnSpPr>
          <p:nvPr/>
        </p:nvCxnSpPr>
        <p:spPr>
          <a:xfrm flipH="1">
            <a:off x="4667040" y="2152440"/>
            <a:ext cx="762480" cy="848160"/>
          </a:xfrm>
          <a:prstGeom prst="straightConnector1">
            <a:avLst/>
          </a:prstGeom>
          <a:ln w="24765">
            <a:solidFill>
              <a:srgbClr val="0353A4"/>
            </a:solidFill>
            <a:round/>
            <a:tailEnd type="triangle" w="sm" len="sm"/>
          </a:ln>
        </p:spPr>
      </p:cxnSp>
      <p:cxnSp>
        <p:nvCxnSpPr>
          <p:cNvPr id="430" name="s6-arrow-s6-lanes-2-s6-dest-2"/>
          <p:cNvCxnSpPr>
            <a:stCxn id="356" idx="2"/>
            <a:endCxn id="364" idx="0"/>
          </p:cNvCxnSpPr>
          <p:nvPr/>
        </p:nvCxnSpPr>
        <p:spPr>
          <a:xfrm>
            <a:off x="4667040" y="3495240"/>
            <a:ext cx="360" cy="743760"/>
          </a:xfrm>
          <a:prstGeom prst="straightConnector1">
            <a:avLst/>
          </a:prstGeom>
          <a:ln w="26670">
            <a:solidFill>
              <a:srgbClr val="0353A4"/>
            </a:solidFill>
            <a:round/>
            <a:tailEnd type="triangle" w="sm" len="sm"/>
          </a:ln>
        </p:spPr>
      </p:cxnSp>
      <p:cxnSp>
        <p:nvCxnSpPr>
          <p:cNvPr id="431" name="s6-arrow-s6-values-4-s6-lanes-4"/>
          <p:cNvCxnSpPr>
            <a:stCxn id="350" idx="2"/>
            <a:endCxn id="358" idx="0"/>
          </p:cNvCxnSpPr>
          <p:nvPr/>
        </p:nvCxnSpPr>
        <p:spPr>
          <a:xfrm>
            <a:off x="6190920" y="2152440"/>
            <a:ext cx="360" cy="848160"/>
          </a:xfrm>
          <a:prstGeom prst="straightConnector1">
            <a:avLst/>
          </a:prstGeom>
          <a:ln w="24765">
            <a:solidFill>
              <a:srgbClr val="0353A4"/>
            </a:solidFill>
            <a:round/>
            <a:tailEnd type="triangle" w="sm" len="sm"/>
          </a:ln>
        </p:spPr>
      </p:cxnSp>
      <p:cxnSp>
        <p:nvCxnSpPr>
          <p:cNvPr id="432" name="s6-arrow-s6-values-5-s6-lanes-4"/>
          <p:cNvCxnSpPr>
            <a:stCxn id="351" idx="2"/>
            <a:endCxn id="358" idx="0"/>
          </p:cNvCxnSpPr>
          <p:nvPr/>
        </p:nvCxnSpPr>
        <p:spPr>
          <a:xfrm flipH="1">
            <a:off x="6190920" y="2152440"/>
            <a:ext cx="762480" cy="848160"/>
          </a:xfrm>
          <a:prstGeom prst="straightConnector1">
            <a:avLst/>
          </a:prstGeom>
          <a:ln w="24765">
            <a:solidFill>
              <a:srgbClr val="0353A4"/>
            </a:solidFill>
            <a:round/>
            <a:tailEnd type="triangle" w="sm" len="sm"/>
          </a:ln>
        </p:spPr>
      </p:cxnSp>
      <p:cxnSp>
        <p:nvCxnSpPr>
          <p:cNvPr id="433" name="s6-arrow-s6-lanes-4-s6-dest-4"/>
          <p:cNvCxnSpPr>
            <a:stCxn id="358" idx="2"/>
            <a:endCxn id="366" idx="0"/>
          </p:cNvCxnSpPr>
          <p:nvPr/>
        </p:nvCxnSpPr>
        <p:spPr>
          <a:xfrm>
            <a:off x="6190920" y="3495240"/>
            <a:ext cx="360" cy="743760"/>
          </a:xfrm>
          <a:prstGeom prst="straightConnector1">
            <a:avLst/>
          </a:prstGeom>
          <a:ln w="26670">
            <a:solidFill>
              <a:srgbClr val="0353A4"/>
            </a:solidFill>
            <a:round/>
            <a:tailEnd type="triangle" w="sm" len="sm"/>
          </a:ln>
        </p:spPr>
      </p:cxnSp>
      <p:cxnSp>
        <p:nvCxnSpPr>
          <p:cNvPr id="434" name="s6-arrow-s6-values-6-s6-lanes-6"/>
          <p:cNvCxnSpPr>
            <a:stCxn id="352" idx="2"/>
            <a:endCxn id="360" idx="0"/>
          </p:cNvCxnSpPr>
          <p:nvPr/>
        </p:nvCxnSpPr>
        <p:spPr>
          <a:xfrm flipH="1">
            <a:off x="7714800" y="2152440"/>
            <a:ext cx="720" cy="848160"/>
          </a:xfrm>
          <a:prstGeom prst="straightConnector1">
            <a:avLst/>
          </a:prstGeom>
          <a:ln w="24765">
            <a:solidFill>
              <a:srgbClr val="0353A4"/>
            </a:solidFill>
            <a:round/>
            <a:tailEnd type="triangle" w="sm" len="sm"/>
          </a:ln>
        </p:spPr>
      </p:cxnSp>
      <p:cxnSp>
        <p:nvCxnSpPr>
          <p:cNvPr id="435" name="s6-arrow-s6-values-7-s6-lanes-6"/>
          <p:cNvCxnSpPr>
            <a:stCxn id="353" idx="2"/>
            <a:endCxn id="360" idx="0"/>
          </p:cNvCxnSpPr>
          <p:nvPr/>
        </p:nvCxnSpPr>
        <p:spPr>
          <a:xfrm flipH="1">
            <a:off x="7714800" y="2152440"/>
            <a:ext cx="762480" cy="848160"/>
          </a:xfrm>
          <a:prstGeom prst="straightConnector1">
            <a:avLst/>
          </a:prstGeom>
          <a:ln w="24765">
            <a:solidFill>
              <a:srgbClr val="0353A4"/>
            </a:solidFill>
            <a:round/>
            <a:tailEnd type="triangle" w="sm" len="sm"/>
          </a:ln>
        </p:spPr>
      </p:cxnSp>
      <p:cxnSp>
        <p:nvCxnSpPr>
          <p:cNvPr id="436" name="s6-arrow-s6-lanes-6-s6-dest-6"/>
          <p:cNvCxnSpPr>
            <a:stCxn id="360" idx="2"/>
            <a:endCxn id="368" idx="0"/>
          </p:cNvCxnSpPr>
          <p:nvPr/>
        </p:nvCxnSpPr>
        <p:spPr>
          <a:xfrm>
            <a:off x="7714800" y="3495240"/>
            <a:ext cx="720" cy="743760"/>
          </a:xfrm>
          <a:prstGeom prst="straightConnector1">
            <a:avLst/>
          </a:prstGeom>
          <a:ln w="26670">
            <a:solidFill>
              <a:srgbClr val="0353A4"/>
            </a:solidFill>
            <a:round/>
            <a:tailEnd type="triangle" w="sm" len="sm"/>
          </a:ln>
        </p:spPr>
      </p:cxnSp>
      <p:sp>
        <p:nvSpPr>
          <p:cNvPr id="382" name="s6-inactive-1-a">
            <a:extLst>
              <a:ext uri="{FF2B5EF4-FFF2-40B4-BE49-F238E27FC236}">
                <a16:creationId xmlns:a16="http://schemas.microsoft.com/office/drawing/2014/main" id="{79F82A64-2BF0-436C-82F0-8D0A63EA614B}"/>
              </a:ext>
            </a:extLst>
          </p:cNvPr>
          <p:cNvSpPr>
            <a:spLocks noGrp="1"/>
          </p:cNvSpPr>
          <p:nvPr/>
        </p:nvSpPr>
        <p:spPr>
          <a:xfrm>
            <a:off x="3743280" y="3085920"/>
            <a:ext cx="323640" cy="324000"/>
          </a:xfrm>
          <a:prstGeom prst="line">
            <a:avLst/>
          </a:prstGeom>
          <a:ln w="22860">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383" name="s6-inactive-1-b">
            <a:extLst>
              <a:ext uri="{FF2B5EF4-FFF2-40B4-BE49-F238E27FC236}">
                <a16:creationId xmlns:a16="http://schemas.microsoft.com/office/drawing/2014/main" id="{B9D8FEB4-381B-4F8B-8B2D-F4BDF026C4AB}"/>
              </a:ext>
            </a:extLst>
          </p:cNvPr>
          <p:cNvSpPr>
            <a:spLocks noGrp="1"/>
          </p:cNvSpPr>
          <p:nvPr/>
        </p:nvSpPr>
        <p:spPr>
          <a:xfrm flipV="1">
            <a:off x="3743280" y="3085920"/>
            <a:ext cx="323640" cy="324000"/>
          </a:xfrm>
          <a:prstGeom prst="line">
            <a:avLst/>
          </a:prstGeom>
          <a:ln w="22860">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384" name="s6-inactive-3-a">
            <a:extLst>
              <a:ext uri="{FF2B5EF4-FFF2-40B4-BE49-F238E27FC236}">
                <a16:creationId xmlns:a16="http://schemas.microsoft.com/office/drawing/2014/main" id="{9E58F192-FBA5-4528-9087-D6FEF0B578E3}"/>
              </a:ext>
            </a:extLst>
          </p:cNvPr>
          <p:cNvSpPr>
            <a:spLocks noGrp="1"/>
          </p:cNvSpPr>
          <p:nvPr/>
        </p:nvSpPr>
        <p:spPr>
          <a:xfrm>
            <a:off x="5267160" y="3085920"/>
            <a:ext cx="324000" cy="324000"/>
          </a:xfrm>
          <a:prstGeom prst="line">
            <a:avLst/>
          </a:prstGeom>
          <a:ln w="22860">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385" name="s6-inactive-3-b">
            <a:extLst>
              <a:ext uri="{FF2B5EF4-FFF2-40B4-BE49-F238E27FC236}">
                <a16:creationId xmlns:a16="http://schemas.microsoft.com/office/drawing/2014/main" id="{254B1C7D-48A0-457E-B80C-6B7BC341C30D}"/>
              </a:ext>
            </a:extLst>
          </p:cNvPr>
          <p:cNvSpPr>
            <a:spLocks noGrp="1"/>
          </p:cNvSpPr>
          <p:nvPr/>
        </p:nvSpPr>
        <p:spPr>
          <a:xfrm flipV="1">
            <a:off x="5267160" y="3085920"/>
            <a:ext cx="324000" cy="324000"/>
          </a:xfrm>
          <a:prstGeom prst="line">
            <a:avLst/>
          </a:prstGeom>
          <a:ln w="22860">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386" name="s6-inactive-5-a">
            <a:extLst>
              <a:ext uri="{FF2B5EF4-FFF2-40B4-BE49-F238E27FC236}">
                <a16:creationId xmlns:a16="http://schemas.microsoft.com/office/drawing/2014/main" id="{DF8AF77C-9DF7-4B76-B7A5-F5D99694F8FE}"/>
              </a:ext>
            </a:extLst>
          </p:cNvPr>
          <p:cNvSpPr>
            <a:spLocks noGrp="1"/>
          </p:cNvSpPr>
          <p:nvPr/>
        </p:nvSpPr>
        <p:spPr>
          <a:xfrm>
            <a:off x="6791040" y="3085920"/>
            <a:ext cx="324000" cy="324000"/>
          </a:xfrm>
          <a:prstGeom prst="line">
            <a:avLst/>
          </a:prstGeom>
          <a:ln w="22860">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387" name="s6-inactive-5-b">
            <a:extLst>
              <a:ext uri="{FF2B5EF4-FFF2-40B4-BE49-F238E27FC236}">
                <a16:creationId xmlns:a16="http://schemas.microsoft.com/office/drawing/2014/main" id="{65BFE479-1BAC-4D6E-95DC-A45E8C6C1392}"/>
              </a:ext>
            </a:extLst>
          </p:cNvPr>
          <p:cNvSpPr>
            <a:spLocks noGrp="1"/>
          </p:cNvSpPr>
          <p:nvPr/>
        </p:nvSpPr>
        <p:spPr>
          <a:xfrm flipV="1">
            <a:off x="6791040" y="3085920"/>
            <a:ext cx="324000" cy="324000"/>
          </a:xfrm>
          <a:prstGeom prst="line">
            <a:avLst/>
          </a:prstGeom>
          <a:ln w="22860">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388" name="s6-inactive-7-a">
            <a:extLst>
              <a:ext uri="{FF2B5EF4-FFF2-40B4-BE49-F238E27FC236}">
                <a16:creationId xmlns:a16="http://schemas.microsoft.com/office/drawing/2014/main" id="{F89510FD-BBA8-4665-89C9-A2280222D53C}"/>
              </a:ext>
            </a:extLst>
          </p:cNvPr>
          <p:cNvSpPr>
            <a:spLocks noGrp="1"/>
          </p:cNvSpPr>
          <p:nvPr/>
        </p:nvSpPr>
        <p:spPr>
          <a:xfrm>
            <a:off x="8315280" y="3085920"/>
            <a:ext cx="323640" cy="324000"/>
          </a:xfrm>
          <a:prstGeom prst="line">
            <a:avLst/>
          </a:prstGeom>
          <a:ln w="22860">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389" name="s6-inactive-7-b">
            <a:extLst>
              <a:ext uri="{FF2B5EF4-FFF2-40B4-BE49-F238E27FC236}">
                <a16:creationId xmlns:a16="http://schemas.microsoft.com/office/drawing/2014/main" id="{B0680C6A-B8B7-41EB-A591-AAFBF6465A5B}"/>
              </a:ext>
            </a:extLst>
          </p:cNvPr>
          <p:cNvSpPr>
            <a:spLocks noGrp="1"/>
          </p:cNvSpPr>
          <p:nvPr/>
        </p:nvSpPr>
        <p:spPr>
          <a:xfrm flipV="1">
            <a:off x="8315280" y="3085920"/>
            <a:ext cx="323640" cy="324000"/>
          </a:xfrm>
          <a:prstGeom prst="line">
            <a:avLst/>
          </a:prstGeom>
          <a:ln w="22860">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390" name="s6-half-warp">
            <a:extLst>
              <a:ext uri="{FF2B5EF4-FFF2-40B4-BE49-F238E27FC236}">
                <a16:creationId xmlns:a16="http://schemas.microsoft.com/office/drawing/2014/main" id="{318DFE93-885D-4AA6-993B-97696AB5C448}"/>
              </a:ext>
            </a:extLst>
          </p:cNvPr>
          <p:cNvSpPr>
            <a:spLocks noGrp="1"/>
          </p:cNvSpPr>
          <p:nvPr/>
        </p:nvSpPr>
        <p:spPr>
          <a:xfrm>
            <a:off x="9124920" y="2876400"/>
            <a:ext cx="2095200" cy="7808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30480">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870" b="1" u="none">
                <a:solidFill>
                  <a:srgbClr val="FF0000"/>
                </a:solidFill>
                <a:latin typeface="Courier New"/>
                <a:ea typeface="Courier New"/>
                <a:cs typeface="Courier New"/>
              </a:rPr>
              <a:t>½ warp</a:t>
            </a:r>
          </a:p>
          <a:p>
            <a:pPr algn="ctr">
              <a:lnSpc>
                <a:spcPct val="100000"/>
              </a:lnSpc>
              <a:buNone/>
            </a:pPr>
            <a:r>
              <a:rPr sz="1870" b="1" u="none">
                <a:solidFill>
                  <a:srgbClr val="FF0000"/>
                </a:solidFill>
                <a:latin typeface="Courier New"/>
                <a:ea typeface="Courier New"/>
                <a:cs typeface="Courier New"/>
              </a:rPr>
              <a:t>inactive</a:t>
            </a:r>
          </a:p>
        </p:txBody>
      </p:sp>
      <p:sp>
        <p:nvSpPr>
          <p:cNvPr id="391" name="s6-code">
            <a:extLst>
              <a:ext uri="{FF2B5EF4-FFF2-40B4-BE49-F238E27FC236}">
                <a16:creationId xmlns:a16="http://schemas.microsoft.com/office/drawing/2014/main" id="{F9D9652A-2C9A-424A-885E-83D983C28226}"/>
              </a:ext>
            </a:extLst>
          </p:cNvPr>
          <p:cNvSpPr>
            <a:spLocks noGrp="1"/>
          </p:cNvSpPr>
          <p:nvPr/>
        </p:nvSpPr>
        <p:spPr>
          <a:xfrm>
            <a:off x="2048040" y="4857840"/>
            <a:ext cx="8096040" cy="5331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2095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500" b="1" u="none" dirty="0">
                <a:solidFill>
                  <a:srgbClr val="001233"/>
                </a:solidFill>
                <a:latin typeface="Courier New"/>
                <a:ea typeface="Courier New"/>
                <a:cs typeface="Courier New"/>
              </a:rPr>
              <a:t>if ((</a:t>
            </a:r>
            <a:r>
              <a:rPr sz="1500" b="1" u="none" dirty="0" err="1">
                <a:solidFill>
                  <a:srgbClr val="001233"/>
                </a:solidFill>
                <a:latin typeface="Courier New"/>
                <a:ea typeface="Courier New"/>
                <a:cs typeface="Courier New"/>
              </a:rPr>
              <a:t>tid</a:t>
            </a:r>
            <a:r>
              <a:rPr sz="1500" b="1" u="none" dirty="0">
                <a:solidFill>
                  <a:srgbClr val="001233"/>
                </a:solidFill>
                <a:latin typeface="Courier New"/>
                <a:ea typeface="Courier New"/>
                <a:cs typeface="Courier New"/>
              </a:rPr>
              <a:t> % (2*s)) == 0)  s[</a:t>
            </a:r>
            <a:r>
              <a:rPr sz="1500" b="1" u="none" dirty="0" err="1">
                <a:solidFill>
                  <a:srgbClr val="001233"/>
                </a:solidFill>
                <a:latin typeface="Courier New"/>
                <a:ea typeface="Courier New"/>
                <a:cs typeface="Courier New"/>
              </a:rPr>
              <a:t>tid</a:t>
            </a:r>
            <a:r>
              <a:rPr sz="1500" b="1" u="none" dirty="0">
                <a:solidFill>
                  <a:srgbClr val="001233"/>
                </a:solidFill>
                <a:latin typeface="Courier New"/>
                <a:ea typeface="Courier New"/>
                <a:cs typeface="Courier New"/>
              </a:rPr>
              <a:t>] += s[</a:t>
            </a:r>
            <a:r>
              <a:rPr sz="1500" b="1" u="none" dirty="0" err="1">
                <a:solidFill>
                  <a:srgbClr val="001233"/>
                </a:solidFill>
                <a:latin typeface="Courier New"/>
                <a:ea typeface="Courier New"/>
                <a:cs typeface="Courier New"/>
              </a:rPr>
              <a:t>tid+s</a:t>
            </a:r>
            <a:r>
              <a:rPr sz="1500" b="1" u="none" dirty="0">
                <a:solidFill>
                  <a:srgbClr val="001233"/>
                </a:solidFill>
                <a:latin typeface="Courier New"/>
                <a:ea typeface="Courier New"/>
                <a:cs typeface="Courier New"/>
              </a:rPr>
              <a:t>];</a:t>
            </a:r>
          </a:p>
        </p:txBody>
      </p:sp>
      <p:sp>
        <p:nvSpPr>
          <p:cNvPr id="392" name="s6-modulo">
            <a:extLst>
              <a:ext uri="{FF2B5EF4-FFF2-40B4-BE49-F238E27FC236}">
                <a16:creationId xmlns:a16="http://schemas.microsoft.com/office/drawing/2014/main" id="{DB0F1EA8-01B3-4E38-86F3-32B7CECFEB90}"/>
              </a:ext>
            </a:extLst>
          </p:cNvPr>
          <p:cNvSpPr>
            <a:spLocks noGrp="1"/>
          </p:cNvSpPr>
          <p:nvPr/>
        </p:nvSpPr>
        <p:spPr>
          <a:xfrm>
            <a:off x="3809880" y="5238720"/>
            <a:ext cx="590040" cy="75960"/>
          </a:xfrm>
          <a:custGeom>
            <a:avLst/>
            <a:gdLst/>
            <a:ahLst/>
            <a:cxnLst/>
            <a:rect l="l" t="t" r="r" b="b"/>
            <a:pathLst>
              <a:path w="590550" h="76200">
                <a:moveTo>
                  <a:pt x="0" y="41910"/>
                </a:moveTo>
                <a:lnTo>
                  <a:pt x="94488" y="23622"/>
                </a:lnTo>
                <a:lnTo>
                  <a:pt x="200787" y="48006"/>
                </a:lnTo>
                <a:lnTo>
                  <a:pt x="318897" y="28194"/>
                </a:lnTo>
                <a:lnTo>
                  <a:pt x="437007" y="49530"/>
                </a:lnTo>
                <a:lnTo>
                  <a:pt x="590550" y="31242"/>
                </a:lnTo>
              </a:path>
              <a:path w="590550" h="76200">
                <a:moveTo>
                  <a:pt x="0" y="34290"/>
                </a:moveTo>
                <a:lnTo>
                  <a:pt x="94488" y="31242"/>
                </a:lnTo>
                <a:lnTo>
                  <a:pt x="200787" y="40386"/>
                </a:lnTo>
                <a:lnTo>
                  <a:pt x="318897" y="35814"/>
                </a:lnTo>
                <a:lnTo>
                  <a:pt x="437007" y="41910"/>
                </a:lnTo>
                <a:lnTo>
                  <a:pt x="590550" y="38862"/>
                </a:lnTo>
              </a:path>
            </a:pathLst>
          </a:custGeom>
          <a:noFill/>
          <a:ln w="38100">
            <a:solidFill>
              <a:srgbClr val="FF0000"/>
            </a:solidFill>
          </a:ln>
        </p:spPr>
        <p:style>
          <a:lnRef idx="0">
            <a:scrgbClr r="0" g="0" b="0"/>
          </a:lnRef>
          <a:fillRef idx="0">
            <a:scrgbClr r="0" g="0" b="0"/>
          </a:fillRef>
          <a:effectRef idx="0">
            <a:scrgbClr r="0" g="0" b="0"/>
          </a:effectRef>
          <a:fontRef idx="minor"/>
        </p:style>
        <p:txBody>
          <a:bodyPr lIns="90000" tIns="30960" rIns="90000" bIns="30960" anchor="t">
            <a:noAutofit/>
          </a:bodyPr>
          <a:lstStyle/>
          <a:p>
            <a:pPr>
              <a:buNone/>
            </a:pPr>
            <a:endParaRPr/>
          </a:p>
        </p:txBody>
      </p:sp>
      <p:sp>
        <p:nvSpPr>
          <p:cNvPr id="393" name="s6-timing">
            <a:extLst>
              <a:ext uri="{FF2B5EF4-FFF2-40B4-BE49-F238E27FC236}">
                <a16:creationId xmlns:a16="http://schemas.microsoft.com/office/drawing/2014/main" id="{4212C349-A1DC-4EE6-89A3-F02A77BB376C}"/>
              </a:ext>
            </a:extLst>
          </p:cNvPr>
          <p:cNvSpPr>
            <a:spLocks noGrp="1"/>
          </p:cNvSpPr>
          <p:nvPr/>
        </p:nvSpPr>
        <p:spPr>
          <a:xfrm>
            <a:off x="857160" y="5524560"/>
            <a:ext cx="10477080" cy="32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690" b="1" u="none">
                <a:solidFill>
                  <a:srgbClr val="FF0000"/>
                </a:solidFill>
                <a:latin typeface="Courier New"/>
                <a:ea typeface="Courier New"/>
                <a:cs typeface="Courier New"/>
              </a:rPr>
              <a:t>CUDA EVENTS • 4.501504 ms  |  DERIVED • 477 logical GB/s  |  CODE • 4 launches</a:t>
            </a:r>
          </a:p>
        </p:txBody>
      </p:sp>
      <p:sp>
        <p:nvSpPr>
          <p:cNvPr id="394" name="s6-evidence">
            <a:extLst>
              <a:ext uri="{FF2B5EF4-FFF2-40B4-BE49-F238E27FC236}">
                <a16:creationId xmlns:a16="http://schemas.microsoft.com/office/drawing/2014/main" id="{9ED86304-5F71-4FA4-B7DC-51E7E6923D15}"/>
              </a:ext>
            </a:extLst>
          </p:cNvPr>
          <p:cNvSpPr>
            <a:spLocks noGrp="1"/>
          </p:cNvSpPr>
          <p:nvPr/>
        </p:nvSpPr>
        <p:spPr>
          <a:xfrm>
            <a:off x="905040" y="5857920"/>
            <a:ext cx="10382040" cy="27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170" b="1" u="none">
                <a:solidFill>
                  <a:srgbClr val="001233"/>
                </a:solidFill>
                <a:latin typeface="Arial"/>
                <a:ea typeface="Arial"/>
                <a:cs typeface="Arial"/>
              </a:rPr>
              <a:t>CODE • 47 predicated warp add-paths/block  |  NSIGHT COMPUTE • 4.188B instructions • DRAM 63.59% peak-sustained</a:t>
            </a:r>
          </a:p>
        </p:txBody>
      </p:sp>
      <p:sp>
        <p:nvSpPr>
          <p:cNvPr id="395" name="s6-source">
            <a:extLst>
              <a:ext uri="{FF2B5EF4-FFF2-40B4-BE49-F238E27FC236}">
                <a16:creationId xmlns:a16="http://schemas.microsoft.com/office/drawing/2014/main" id="{B5716655-D3C8-445B-8EFF-5EACC367B466}"/>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Physical L40S Device 3 • 2 GiB FP32 input • CUDA events: 3 fresh processes × (10 warmups + 101 samples) • Nsight Compute first-pass counters profiled separately.</a:t>
            </a:r>
          </a:p>
        </p:txBody>
      </p:sp>
    </p:spTree>
    <p:extLst>
      <p:ext uri="{BB962C8B-B14F-4D97-AF65-F5344CB8AC3E}">
        <p14:creationId xmlns:p14="http://schemas.microsoft.com/office/powerpoint/2010/main" val="381234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PlaceHolder 1">
            <a:extLst>
              <a:ext uri="{FF2B5EF4-FFF2-40B4-BE49-F238E27FC236}">
                <a16:creationId xmlns:a16="http://schemas.microsoft.com/office/drawing/2014/main" id="{8FFF2144-E2B9-4E04-83B7-CC6831FAB4B5}"/>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2850" b="1" u="none" dirty="0">
                <a:solidFill>
                  <a:srgbClr val="001233"/>
                </a:solidFill>
                <a:latin typeface="Arial"/>
                <a:ea typeface="Arial"/>
                <a:cs typeface="Arial"/>
              </a:rPr>
              <a:t>K2 changes lane IDs</a:t>
            </a:r>
          </a:p>
        </p:txBody>
      </p:sp>
      <p:sp>
        <p:nvSpPr>
          <p:cNvPr id="397" name="s7-lead">
            <a:extLst>
              <a:ext uri="{FF2B5EF4-FFF2-40B4-BE49-F238E27FC236}">
                <a16:creationId xmlns:a16="http://schemas.microsoft.com/office/drawing/2014/main" id="{2CD5F0D1-AF6F-442B-B4B1-681D2B1DD294}"/>
              </a:ext>
            </a:extLst>
          </p:cNvPr>
          <p:cNvSpPr>
            <a:spLocks noGrp="1"/>
          </p:cNvSpPr>
          <p:nvPr/>
        </p:nvSpPr>
        <p:spPr>
          <a:xfrm>
            <a:off x="723960" y="990720"/>
            <a:ext cx="106484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540" b="1" u="none">
                <a:solidFill>
                  <a:srgbClr val="001233"/>
                </a:solidFill>
                <a:latin typeface="Arial"/>
                <a:ea typeface="Arial"/>
                <a:cs typeface="Arial"/>
              </a:rPr>
              <a:t>Pairs (0,1), (2,3), (4,5), (6,7) stay fixed; their destination starts remain 0,2,4,6 while executing lanes compact to 0–3.</a:t>
            </a:r>
          </a:p>
        </p:txBody>
      </p:sp>
      <p:sp>
        <p:nvSpPr>
          <p:cNvPr id="398" name="s7-label-same-source-pairs-175">
            <a:extLst>
              <a:ext uri="{FF2B5EF4-FFF2-40B4-BE49-F238E27FC236}">
                <a16:creationId xmlns:a16="http://schemas.microsoft.com/office/drawing/2014/main" id="{1983F34A-DC98-4D95-95CF-79DFB1749D7D}"/>
              </a:ext>
            </a:extLst>
          </p:cNvPr>
          <p:cNvSpPr>
            <a:spLocks noGrp="1"/>
          </p:cNvSpPr>
          <p:nvPr/>
        </p:nvSpPr>
        <p:spPr>
          <a:xfrm>
            <a:off x="743040" y="1666800"/>
            <a:ext cx="1809360" cy="323640"/>
          </a:xfrm>
          <a:prstGeom prst="rect">
            <a:avLst/>
          </a:prstGeom>
          <a:noFill/>
          <a:ln w="0">
            <a:noFill/>
          </a:ln>
        </p:spPr>
        <p:style>
          <a:lnRef idx="0">
            <a:scrgbClr r="0" g="0" b="0"/>
          </a:lnRef>
          <a:fillRef idx="0">
            <a:scrgbClr r="0" g="0" b="0"/>
          </a:fillRef>
          <a:effectRef idx="0">
            <a:scrgbClr r="0" g="0" b="0"/>
          </a:effectRef>
          <a:fontRef idx="minor"/>
        </p:style>
        <p:txBody>
          <a:bodyPr lIns="0" tIns="0" rIns="57240" bIns="0" anchor="ctr">
            <a:normAutofit fontScale="92500"/>
          </a:bodyPr>
          <a:lstStyle/>
          <a:p>
            <a:pPr algn="r">
              <a:lnSpc>
                <a:spcPct val="100000"/>
              </a:lnSpc>
              <a:buNone/>
            </a:pPr>
            <a:r>
              <a:rPr sz="1350" b="1" u="none">
                <a:solidFill>
                  <a:srgbClr val="5C677D"/>
                </a:solidFill>
                <a:latin typeface="Courier New"/>
                <a:ea typeface="Courier New"/>
                <a:cs typeface="Courier New"/>
              </a:rPr>
              <a:t>same source pairs</a:t>
            </a:r>
          </a:p>
        </p:txBody>
      </p:sp>
      <p:sp>
        <p:nvSpPr>
          <p:cNvPr id="399" name="s7-label-K1-lanes-ghost--275">
            <a:extLst>
              <a:ext uri="{FF2B5EF4-FFF2-40B4-BE49-F238E27FC236}">
                <a16:creationId xmlns:a16="http://schemas.microsoft.com/office/drawing/2014/main" id="{D2757E4F-8244-4294-8D96-61D92C8EB891}"/>
              </a:ext>
            </a:extLst>
          </p:cNvPr>
          <p:cNvSpPr>
            <a:spLocks noGrp="1"/>
          </p:cNvSpPr>
          <p:nvPr/>
        </p:nvSpPr>
        <p:spPr>
          <a:xfrm>
            <a:off x="743040" y="2619360"/>
            <a:ext cx="1809360" cy="323640"/>
          </a:xfrm>
          <a:prstGeom prst="rect">
            <a:avLst/>
          </a:prstGeom>
          <a:noFill/>
          <a:ln w="0">
            <a:noFill/>
          </a:ln>
        </p:spPr>
        <p:style>
          <a:lnRef idx="0">
            <a:scrgbClr r="0" g="0" b="0"/>
          </a:lnRef>
          <a:fillRef idx="0">
            <a:scrgbClr r="0" g="0" b="0"/>
          </a:fillRef>
          <a:effectRef idx="0">
            <a:scrgbClr r="0" g="0" b="0"/>
          </a:effectRef>
          <a:fontRef idx="minor"/>
        </p:style>
        <p:txBody>
          <a:bodyPr lIns="0" tIns="0" rIns="57240" bIns="0" anchor="ctr">
            <a:normAutofit/>
          </a:bodyPr>
          <a:lstStyle/>
          <a:p>
            <a:pPr algn="r">
              <a:lnSpc>
                <a:spcPct val="100000"/>
              </a:lnSpc>
              <a:buNone/>
            </a:pPr>
            <a:r>
              <a:rPr sz="1350" b="1" u="none">
                <a:solidFill>
                  <a:srgbClr val="5C677D"/>
                </a:solidFill>
                <a:latin typeface="Courier New"/>
                <a:ea typeface="Courier New"/>
                <a:cs typeface="Courier New"/>
              </a:rPr>
              <a:t>K1 lanes (ghost)</a:t>
            </a:r>
          </a:p>
        </p:txBody>
      </p:sp>
      <p:sp>
        <p:nvSpPr>
          <p:cNvPr id="400" name="s7-label-K2-lanes-362">
            <a:extLst>
              <a:ext uri="{FF2B5EF4-FFF2-40B4-BE49-F238E27FC236}">
                <a16:creationId xmlns:a16="http://schemas.microsoft.com/office/drawing/2014/main" id="{916FC3A0-7366-45CA-917C-93B62731B53F}"/>
              </a:ext>
            </a:extLst>
          </p:cNvPr>
          <p:cNvSpPr>
            <a:spLocks noGrp="1"/>
          </p:cNvSpPr>
          <p:nvPr/>
        </p:nvSpPr>
        <p:spPr>
          <a:xfrm>
            <a:off x="743040" y="3448080"/>
            <a:ext cx="1809360" cy="323640"/>
          </a:xfrm>
          <a:prstGeom prst="rect">
            <a:avLst/>
          </a:prstGeom>
          <a:noFill/>
          <a:ln w="0">
            <a:noFill/>
          </a:ln>
        </p:spPr>
        <p:style>
          <a:lnRef idx="0">
            <a:scrgbClr r="0" g="0" b="0"/>
          </a:lnRef>
          <a:fillRef idx="0">
            <a:scrgbClr r="0" g="0" b="0"/>
          </a:fillRef>
          <a:effectRef idx="0">
            <a:scrgbClr r="0" g="0" b="0"/>
          </a:effectRef>
          <a:fontRef idx="minor"/>
        </p:style>
        <p:txBody>
          <a:bodyPr lIns="0" tIns="0" rIns="57240" bIns="0" anchor="ctr">
            <a:normAutofit/>
          </a:bodyPr>
          <a:lstStyle/>
          <a:p>
            <a:pPr algn="r">
              <a:lnSpc>
                <a:spcPct val="100000"/>
              </a:lnSpc>
              <a:buNone/>
            </a:pPr>
            <a:r>
              <a:rPr sz="1350" b="1" u="none">
                <a:solidFill>
                  <a:srgbClr val="5C677D"/>
                </a:solidFill>
                <a:latin typeface="Courier New"/>
                <a:ea typeface="Courier New"/>
                <a:cs typeface="Courier New"/>
              </a:rPr>
              <a:t>K2 lanes</a:t>
            </a:r>
          </a:p>
        </p:txBody>
      </p:sp>
      <p:sp>
        <p:nvSpPr>
          <p:cNvPr id="401" name="s7-label-same-destinations-465">
            <a:extLst>
              <a:ext uri="{FF2B5EF4-FFF2-40B4-BE49-F238E27FC236}">
                <a16:creationId xmlns:a16="http://schemas.microsoft.com/office/drawing/2014/main" id="{2B903892-9377-4D15-AD3E-DF418DB8C978}"/>
              </a:ext>
            </a:extLst>
          </p:cNvPr>
          <p:cNvSpPr>
            <a:spLocks noGrp="1"/>
          </p:cNvSpPr>
          <p:nvPr/>
        </p:nvSpPr>
        <p:spPr>
          <a:xfrm>
            <a:off x="743040" y="4429080"/>
            <a:ext cx="1809360" cy="323640"/>
          </a:xfrm>
          <a:prstGeom prst="rect">
            <a:avLst/>
          </a:prstGeom>
          <a:noFill/>
          <a:ln w="0">
            <a:noFill/>
          </a:ln>
        </p:spPr>
        <p:style>
          <a:lnRef idx="0">
            <a:scrgbClr r="0" g="0" b="0"/>
          </a:lnRef>
          <a:fillRef idx="0">
            <a:scrgbClr r="0" g="0" b="0"/>
          </a:fillRef>
          <a:effectRef idx="0">
            <a:scrgbClr r="0" g="0" b="0"/>
          </a:effectRef>
          <a:fontRef idx="minor"/>
        </p:style>
        <p:txBody>
          <a:bodyPr lIns="0" tIns="0" rIns="57240" bIns="0" anchor="ctr">
            <a:normAutofit fontScale="92500"/>
          </a:bodyPr>
          <a:lstStyle/>
          <a:p>
            <a:pPr algn="r">
              <a:lnSpc>
                <a:spcPct val="100000"/>
              </a:lnSpc>
              <a:buNone/>
            </a:pPr>
            <a:r>
              <a:rPr sz="1350" b="1" u="none">
                <a:solidFill>
                  <a:srgbClr val="5C677D"/>
                </a:solidFill>
                <a:latin typeface="Courier New"/>
                <a:ea typeface="Courier New"/>
                <a:cs typeface="Courier New"/>
              </a:rPr>
              <a:t>same destinations</a:t>
            </a:r>
          </a:p>
        </p:txBody>
      </p:sp>
      <p:sp>
        <p:nvSpPr>
          <p:cNvPr id="402" name="s7-values-0">
            <a:extLst>
              <a:ext uri="{FF2B5EF4-FFF2-40B4-BE49-F238E27FC236}">
                <a16:creationId xmlns:a16="http://schemas.microsoft.com/office/drawing/2014/main" id="{28CA80DC-84C8-4818-BF32-26445B99AFD2}"/>
              </a:ext>
            </a:extLst>
          </p:cNvPr>
          <p:cNvSpPr>
            <a:spLocks noGrp="1"/>
          </p:cNvSpPr>
          <p:nvPr/>
        </p:nvSpPr>
        <p:spPr>
          <a:xfrm>
            <a:off x="2857680" y="161928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0</a:t>
            </a:r>
          </a:p>
        </p:txBody>
      </p:sp>
      <p:sp>
        <p:nvSpPr>
          <p:cNvPr id="403" name="s7-values-1">
            <a:extLst>
              <a:ext uri="{FF2B5EF4-FFF2-40B4-BE49-F238E27FC236}">
                <a16:creationId xmlns:a16="http://schemas.microsoft.com/office/drawing/2014/main" id="{D5F0D011-DA51-46CA-837A-19AA6DC04BF8}"/>
              </a:ext>
            </a:extLst>
          </p:cNvPr>
          <p:cNvSpPr>
            <a:spLocks noGrp="1"/>
          </p:cNvSpPr>
          <p:nvPr/>
        </p:nvSpPr>
        <p:spPr>
          <a:xfrm>
            <a:off x="3619440" y="161928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1</a:t>
            </a:r>
          </a:p>
        </p:txBody>
      </p:sp>
      <p:sp>
        <p:nvSpPr>
          <p:cNvPr id="404" name="s7-values-2">
            <a:extLst>
              <a:ext uri="{FF2B5EF4-FFF2-40B4-BE49-F238E27FC236}">
                <a16:creationId xmlns:a16="http://schemas.microsoft.com/office/drawing/2014/main" id="{9BD01435-F1E9-4388-9377-11976CA18A4F}"/>
              </a:ext>
            </a:extLst>
          </p:cNvPr>
          <p:cNvSpPr>
            <a:spLocks noGrp="1"/>
          </p:cNvSpPr>
          <p:nvPr/>
        </p:nvSpPr>
        <p:spPr>
          <a:xfrm>
            <a:off x="4381560" y="161928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2</a:t>
            </a:r>
          </a:p>
        </p:txBody>
      </p:sp>
      <p:sp>
        <p:nvSpPr>
          <p:cNvPr id="405" name="s7-values-3">
            <a:extLst>
              <a:ext uri="{FF2B5EF4-FFF2-40B4-BE49-F238E27FC236}">
                <a16:creationId xmlns:a16="http://schemas.microsoft.com/office/drawing/2014/main" id="{93DE38E2-DA49-40E1-B7BF-384A96349469}"/>
              </a:ext>
            </a:extLst>
          </p:cNvPr>
          <p:cNvSpPr>
            <a:spLocks noGrp="1"/>
          </p:cNvSpPr>
          <p:nvPr/>
        </p:nvSpPr>
        <p:spPr>
          <a:xfrm>
            <a:off x="5143680" y="161928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3</a:t>
            </a:r>
          </a:p>
        </p:txBody>
      </p:sp>
      <p:sp>
        <p:nvSpPr>
          <p:cNvPr id="406" name="s7-values-4">
            <a:extLst>
              <a:ext uri="{FF2B5EF4-FFF2-40B4-BE49-F238E27FC236}">
                <a16:creationId xmlns:a16="http://schemas.microsoft.com/office/drawing/2014/main" id="{CE22CB0A-BFB7-4816-928B-08482A9545AC}"/>
              </a:ext>
            </a:extLst>
          </p:cNvPr>
          <p:cNvSpPr>
            <a:spLocks noGrp="1"/>
          </p:cNvSpPr>
          <p:nvPr/>
        </p:nvSpPr>
        <p:spPr>
          <a:xfrm>
            <a:off x="5905440" y="161928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4</a:t>
            </a:r>
          </a:p>
        </p:txBody>
      </p:sp>
      <p:sp>
        <p:nvSpPr>
          <p:cNvPr id="407" name="s7-values-5">
            <a:extLst>
              <a:ext uri="{FF2B5EF4-FFF2-40B4-BE49-F238E27FC236}">
                <a16:creationId xmlns:a16="http://schemas.microsoft.com/office/drawing/2014/main" id="{9E0D95AD-0AFC-4D5A-B8A3-E2AD1F191282}"/>
              </a:ext>
            </a:extLst>
          </p:cNvPr>
          <p:cNvSpPr>
            <a:spLocks noGrp="1"/>
          </p:cNvSpPr>
          <p:nvPr/>
        </p:nvSpPr>
        <p:spPr>
          <a:xfrm>
            <a:off x="6667560" y="161928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5</a:t>
            </a:r>
          </a:p>
        </p:txBody>
      </p:sp>
      <p:sp>
        <p:nvSpPr>
          <p:cNvPr id="408" name="s7-values-6">
            <a:extLst>
              <a:ext uri="{FF2B5EF4-FFF2-40B4-BE49-F238E27FC236}">
                <a16:creationId xmlns:a16="http://schemas.microsoft.com/office/drawing/2014/main" id="{BF7202D8-3C4E-4010-948A-1E243CB694E5}"/>
              </a:ext>
            </a:extLst>
          </p:cNvPr>
          <p:cNvSpPr>
            <a:spLocks noGrp="1"/>
          </p:cNvSpPr>
          <p:nvPr/>
        </p:nvSpPr>
        <p:spPr>
          <a:xfrm>
            <a:off x="7429680" y="161928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6</a:t>
            </a:r>
          </a:p>
        </p:txBody>
      </p:sp>
      <p:sp>
        <p:nvSpPr>
          <p:cNvPr id="409" name="s7-values-7">
            <a:extLst>
              <a:ext uri="{FF2B5EF4-FFF2-40B4-BE49-F238E27FC236}">
                <a16:creationId xmlns:a16="http://schemas.microsoft.com/office/drawing/2014/main" id="{13D8597C-54C4-47F9-96C9-F923803CD4B9}"/>
              </a:ext>
            </a:extLst>
          </p:cNvPr>
          <p:cNvSpPr>
            <a:spLocks noGrp="1"/>
          </p:cNvSpPr>
          <p:nvPr/>
        </p:nvSpPr>
        <p:spPr>
          <a:xfrm>
            <a:off x="8191440" y="161928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7</a:t>
            </a:r>
          </a:p>
        </p:txBody>
      </p:sp>
      <p:sp>
        <p:nvSpPr>
          <p:cNvPr id="410" name="s7-k1-0">
            <a:extLst>
              <a:ext uri="{FF2B5EF4-FFF2-40B4-BE49-F238E27FC236}">
                <a16:creationId xmlns:a16="http://schemas.microsoft.com/office/drawing/2014/main" id="{321B64E1-88EA-47E7-AB9E-8EDADBEE61AD}"/>
              </a:ext>
            </a:extLst>
          </p:cNvPr>
          <p:cNvSpPr>
            <a:spLocks noGrp="1"/>
          </p:cNvSpPr>
          <p:nvPr/>
        </p:nvSpPr>
        <p:spPr>
          <a:xfrm>
            <a:off x="2895480" y="2571840"/>
            <a:ext cx="456840" cy="456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DDE0E6"/>
          </a:solidFill>
          <a:ln w="14288">
            <a:solidFill>
              <a:srgbClr val="5C677D"/>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0" u="none">
                <a:solidFill>
                  <a:srgbClr val="5C677D"/>
                </a:solidFill>
                <a:latin typeface="Courier New"/>
                <a:ea typeface="Courier New"/>
                <a:cs typeface="Courier New"/>
              </a:rPr>
              <a:t>0</a:t>
            </a:r>
          </a:p>
        </p:txBody>
      </p:sp>
      <p:sp>
        <p:nvSpPr>
          <p:cNvPr id="411" name="s7-k1-1">
            <a:extLst>
              <a:ext uri="{FF2B5EF4-FFF2-40B4-BE49-F238E27FC236}">
                <a16:creationId xmlns:a16="http://schemas.microsoft.com/office/drawing/2014/main" id="{0A8C5062-2188-438E-BD31-6293000F3E23}"/>
              </a:ext>
            </a:extLst>
          </p:cNvPr>
          <p:cNvSpPr>
            <a:spLocks noGrp="1"/>
          </p:cNvSpPr>
          <p:nvPr/>
        </p:nvSpPr>
        <p:spPr>
          <a:xfrm>
            <a:off x="3657600" y="2571840"/>
            <a:ext cx="456840" cy="456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FFFFFF"/>
          </a:solidFill>
          <a:ln w="11430">
            <a:solidFill>
              <a:srgbClr val="BBC1CD"/>
            </a:solidFill>
            <a:prstDash val="dash"/>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0" u="none">
                <a:solidFill>
                  <a:srgbClr val="BBC1CD"/>
                </a:solidFill>
                <a:latin typeface="Courier New"/>
                <a:ea typeface="Courier New"/>
                <a:cs typeface="Courier New"/>
              </a:rPr>
              <a:t>1</a:t>
            </a:r>
          </a:p>
        </p:txBody>
      </p:sp>
      <p:sp>
        <p:nvSpPr>
          <p:cNvPr id="412" name="s7-k1-2">
            <a:extLst>
              <a:ext uri="{FF2B5EF4-FFF2-40B4-BE49-F238E27FC236}">
                <a16:creationId xmlns:a16="http://schemas.microsoft.com/office/drawing/2014/main" id="{E00C6F62-E8FA-4AB6-83DB-20E0B1D6E4B5}"/>
              </a:ext>
            </a:extLst>
          </p:cNvPr>
          <p:cNvSpPr>
            <a:spLocks noGrp="1"/>
          </p:cNvSpPr>
          <p:nvPr/>
        </p:nvSpPr>
        <p:spPr>
          <a:xfrm>
            <a:off x="4419720" y="2571840"/>
            <a:ext cx="456840" cy="456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DDE0E6"/>
          </a:solidFill>
          <a:ln w="14288">
            <a:solidFill>
              <a:srgbClr val="5C677D"/>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0" u="none">
                <a:solidFill>
                  <a:srgbClr val="5C677D"/>
                </a:solidFill>
                <a:latin typeface="Courier New"/>
                <a:ea typeface="Courier New"/>
                <a:cs typeface="Courier New"/>
              </a:rPr>
              <a:t>2</a:t>
            </a:r>
          </a:p>
        </p:txBody>
      </p:sp>
      <p:sp>
        <p:nvSpPr>
          <p:cNvPr id="413" name="s7-k1-3">
            <a:extLst>
              <a:ext uri="{FF2B5EF4-FFF2-40B4-BE49-F238E27FC236}">
                <a16:creationId xmlns:a16="http://schemas.microsoft.com/office/drawing/2014/main" id="{C153B76A-5ED2-4570-99CC-74155FCBCDA0}"/>
              </a:ext>
            </a:extLst>
          </p:cNvPr>
          <p:cNvSpPr>
            <a:spLocks noGrp="1"/>
          </p:cNvSpPr>
          <p:nvPr/>
        </p:nvSpPr>
        <p:spPr>
          <a:xfrm>
            <a:off x="5181480" y="2571840"/>
            <a:ext cx="456840" cy="456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FFFFFF"/>
          </a:solidFill>
          <a:ln w="11430">
            <a:solidFill>
              <a:srgbClr val="BBC1CD"/>
            </a:solidFill>
            <a:prstDash val="dash"/>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0" u="none">
                <a:solidFill>
                  <a:srgbClr val="BBC1CD"/>
                </a:solidFill>
                <a:latin typeface="Courier New"/>
                <a:ea typeface="Courier New"/>
                <a:cs typeface="Courier New"/>
              </a:rPr>
              <a:t>3</a:t>
            </a:r>
          </a:p>
        </p:txBody>
      </p:sp>
      <p:sp>
        <p:nvSpPr>
          <p:cNvPr id="414" name="s7-k1-4">
            <a:extLst>
              <a:ext uri="{FF2B5EF4-FFF2-40B4-BE49-F238E27FC236}">
                <a16:creationId xmlns:a16="http://schemas.microsoft.com/office/drawing/2014/main" id="{40C89DA1-CDA1-41E8-87A1-2AA7AE8E5678}"/>
              </a:ext>
            </a:extLst>
          </p:cNvPr>
          <p:cNvSpPr>
            <a:spLocks noGrp="1"/>
          </p:cNvSpPr>
          <p:nvPr/>
        </p:nvSpPr>
        <p:spPr>
          <a:xfrm>
            <a:off x="5943600" y="2571840"/>
            <a:ext cx="456840" cy="456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DDE0E6"/>
          </a:solidFill>
          <a:ln w="14288">
            <a:solidFill>
              <a:srgbClr val="5C677D"/>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0" u="none">
                <a:solidFill>
                  <a:srgbClr val="5C677D"/>
                </a:solidFill>
                <a:latin typeface="Courier New"/>
                <a:ea typeface="Courier New"/>
                <a:cs typeface="Courier New"/>
              </a:rPr>
              <a:t>4</a:t>
            </a:r>
          </a:p>
        </p:txBody>
      </p:sp>
      <p:sp>
        <p:nvSpPr>
          <p:cNvPr id="415" name="s7-k1-5">
            <a:extLst>
              <a:ext uri="{FF2B5EF4-FFF2-40B4-BE49-F238E27FC236}">
                <a16:creationId xmlns:a16="http://schemas.microsoft.com/office/drawing/2014/main" id="{36828753-6176-450A-AEDC-2C7E549AACE9}"/>
              </a:ext>
            </a:extLst>
          </p:cNvPr>
          <p:cNvSpPr>
            <a:spLocks noGrp="1"/>
          </p:cNvSpPr>
          <p:nvPr/>
        </p:nvSpPr>
        <p:spPr>
          <a:xfrm>
            <a:off x="6705720" y="2571840"/>
            <a:ext cx="456840" cy="456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FFFFFF"/>
          </a:solidFill>
          <a:ln w="11430">
            <a:solidFill>
              <a:srgbClr val="BBC1CD"/>
            </a:solidFill>
            <a:prstDash val="dash"/>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0" u="none">
                <a:solidFill>
                  <a:srgbClr val="BBC1CD"/>
                </a:solidFill>
                <a:latin typeface="Courier New"/>
                <a:ea typeface="Courier New"/>
                <a:cs typeface="Courier New"/>
              </a:rPr>
              <a:t>5</a:t>
            </a:r>
          </a:p>
        </p:txBody>
      </p:sp>
      <p:sp>
        <p:nvSpPr>
          <p:cNvPr id="416" name="s7-k1-6">
            <a:extLst>
              <a:ext uri="{FF2B5EF4-FFF2-40B4-BE49-F238E27FC236}">
                <a16:creationId xmlns:a16="http://schemas.microsoft.com/office/drawing/2014/main" id="{83263995-C963-4069-99F6-695D1935FFD7}"/>
              </a:ext>
            </a:extLst>
          </p:cNvPr>
          <p:cNvSpPr>
            <a:spLocks noGrp="1"/>
          </p:cNvSpPr>
          <p:nvPr/>
        </p:nvSpPr>
        <p:spPr>
          <a:xfrm>
            <a:off x="7467480" y="2571840"/>
            <a:ext cx="456840" cy="456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DDE0E6"/>
          </a:solidFill>
          <a:ln w="14288">
            <a:solidFill>
              <a:srgbClr val="5C677D"/>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0" u="none">
                <a:solidFill>
                  <a:srgbClr val="5C677D"/>
                </a:solidFill>
                <a:latin typeface="Courier New"/>
                <a:ea typeface="Courier New"/>
                <a:cs typeface="Courier New"/>
              </a:rPr>
              <a:t>6</a:t>
            </a:r>
          </a:p>
        </p:txBody>
      </p:sp>
      <p:sp>
        <p:nvSpPr>
          <p:cNvPr id="417" name="s7-k1-7">
            <a:extLst>
              <a:ext uri="{FF2B5EF4-FFF2-40B4-BE49-F238E27FC236}">
                <a16:creationId xmlns:a16="http://schemas.microsoft.com/office/drawing/2014/main" id="{F5942C30-DE36-477C-ABD1-FC5DC2B80D87}"/>
              </a:ext>
            </a:extLst>
          </p:cNvPr>
          <p:cNvSpPr>
            <a:spLocks noGrp="1"/>
          </p:cNvSpPr>
          <p:nvPr/>
        </p:nvSpPr>
        <p:spPr>
          <a:xfrm>
            <a:off x="8229600" y="2571840"/>
            <a:ext cx="456840" cy="456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FFFFFF"/>
          </a:solidFill>
          <a:ln w="11430">
            <a:solidFill>
              <a:srgbClr val="BBC1CD"/>
            </a:solidFill>
            <a:prstDash val="dash"/>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0" u="none">
                <a:solidFill>
                  <a:srgbClr val="BBC1CD"/>
                </a:solidFill>
                <a:latin typeface="Courier New"/>
                <a:ea typeface="Courier New"/>
                <a:cs typeface="Courier New"/>
              </a:rPr>
              <a:t>7</a:t>
            </a:r>
          </a:p>
        </p:txBody>
      </p:sp>
      <p:sp>
        <p:nvSpPr>
          <p:cNvPr id="418" name="s7-k2-0">
            <a:extLst>
              <a:ext uri="{FF2B5EF4-FFF2-40B4-BE49-F238E27FC236}">
                <a16:creationId xmlns:a16="http://schemas.microsoft.com/office/drawing/2014/main" id="{E4AFB5E1-2CD1-4B04-8554-AAF55EFC5797}"/>
              </a:ext>
            </a:extLst>
          </p:cNvPr>
          <p:cNvSpPr>
            <a:spLocks noGrp="1"/>
          </p:cNvSpPr>
          <p:nvPr/>
        </p:nvSpPr>
        <p:spPr>
          <a:xfrm>
            <a:off x="2895480" y="3381480"/>
            <a:ext cx="456840" cy="456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80" b="1" u="none">
                <a:solidFill>
                  <a:srgbClr val="001233"/>
                </a:solidFill>
                <a:latin typeface="Courier New"/>
                <a:ea typeface="Courier New"/>
                <a:cs typeface="Courier New"/>
              </a:rPr>
              <a:t>0</a:t>
            </a:r>
          </a:p>
        </p:txBody>
      </p:sp>
      <p:sp>
        <p:nvSpPr>
          <p:cNvPr id="419" name="s7-k2-1">
            <a:extLst>
              <a:ext uri="{FF2B5EF4-FFF2-40B4-BE49-F238E27FC236}">
                <a16:creationId xmlns:a16="http://schemas.microsoft.com/office/drawing/2014/main" id="{64DBF952-6EFA-4A49-8EB7-A4D2FADF470F}"/>
              </a:ext>
            </a:extLst>
          </p:cNvPr>
          <p:cNvSpPr>
            <a:spLocks noGrp="1"/>
          </p:cNvSpPr>
          <p:nvPr/>
        </p:nvSpPr>
        <p:spPr>
          <a:xfrm>
            <a:off x="3657600" y="3381480"/>
            <a:ext cx="456840" cy="456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80" b="1" u="none">
                <a:solidFill>
                  <a:srgbClr val="001233"/>
                </a:solidFill>
                <a:latin typeface="Courier New"/>
                <a:ea typeface="Courier New"/>
                <a:cs typeface="Courier New"/>
              </a:rPr>
              <a:t>1</a:t>
            </a:r>
          </a:p>
        </p:txBody>
      </p:sp>
      <p:sp>
        <p:nvSpPr>
          <p:cNvPr id="420" name="s7-k2-2">
            <a:extLst>
              <a:ext uri="{FF2B5EF4-FFF2-40B4-BE49-F238E27FC236}">
                <a16:creationId xmlns:a16="http://schemas.microsoft.com/office/drawing/2014/main" id="{68DD0870-C1D4-404A-BDD0-CAD4DD545600}"/>
              </a:ext>
            </a:extLst>
          </p:cNvPr>
          <p:cNvSpPr>
            <a:spLocks noGrp="1"/>
          </p:cNvSpPr>
          <p:nvPr/>
        </p:nvSpPr>
        <p:spPr>
          <a:xfrm>
            <a:off x="4419720" y="3381480"/>
            <a:ext cx="456840" cy="456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80" b="1" u="none">
                <a:solidFill>
                  <a:srgbClr val="001233"/>
                </a:solidFill>
                <a:latin typeface="Courier New"/>
                <a:ea typeface="Courier New"/>
                <a:cs typeface="Courier New"/>
              </a:rPr>
              <a:t>2</a:t>
            </a:r>
          </a:p>
        </p:txBody>
      </p:sp>
      <p:sp>
        <p:nvSpPr>
          <p:cNvPr id="421" name="s7-k2-3">
            <a:extLst>
              <a:ext uri="{FF2B5EF4-FFF2-40B4-BE49-F238E27FC236}">
                <a16:creationId xmlns:a16="http://schemas.microsoft.com/office/drawing/2014/main" id="{0EA7E582-555C-4AE9-8D48-E63C97E12C04}"/>
              </a:ext>
            </a:extLst>
          </p:cNvPr>
          <p:cNvSpPr>
            <a:spLocks noGrp="1"/>
          </p:cNvSpPr>
          <p:nvPr/>
        </p:nvSpPr>
        <p:spPr>
          <a:xfrm>
            <a:off x="5181480" y="3381480"/>
            <a:ext cx="456840" cy="456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80" b="1" u="none">
                <a:solidFill>
                  <a:srgbClr val="001233"/>
                </a:solidFill>
                <a:latin typeface="Courier New"/>
                <a:ea typeface="Courier New"/>
                <a:cs typeface="Courier New"/>
              </a:rPr>
              <a:t>3</a:t>
            </a:r>
          </a:p>
        </p:txBody>
      </p:sp>
      <p:sp>
        <p:nvSpPr>
          <p:cNvPr id="422" name="s7-k2-4">
            <a:extLst>
              <a:ext uri="{FF2B5EF4-FFF2-40B4-BE49-F238E27FC236}">
                <a16:creationId xmlns:a16="http://schemas.microsoft.com/office/drawing/2014/main" id="{1305BD8E-C177-42B7-82E1-998859EF698C}"/>
              </a:ext>
            </a:extLst>
          </p:cNvPr>
          <p:cNvSpPr>
            <a:spLocks noGrp="1"/>
          </p:cNvSpPr>
          <p:nvPr/>
        </p:nvSpPr>
        <p:spPr>
          <a:xfrm>
            <a:off x="5943600" y="3381480"/>
            <a:ext cx="456840" cy="456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FFFFFF"/>
          </a:solidFill>
          <a:ln w="11430">
            <a:solidFill>
              <a:srgbClr val="BBC1CD"/>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80" b="0" u="none">
                <a:solidFill>
                  <a:srgbClr val="BBC1CD"/>
                </a:solidFill>
                <a:latin typeface="Courier New"/>
                <a:ea typeface="Courier New"/>
                <a:cs typeface="Courier New"/>
              </a:rPr>
              <a:t>4</a:t>
            </a:r>
          </a:p>
        </p:txBody>
      </p:sp>
      <p:sp>
        <p:nvSpPr>
          <p:cNvPr id="423" name="s7-k2-5">
            <a:extLst>
              <a:ext uri="{FF2B5EF4-FFF2-40B4-BE49-F238E27FC236}">
                <a16:creationId xmlns:a16="http://schemas.microsoft.com/office/drawing/2014/main" id="{ABF3023A-8AA7-41D9-8ED7-82F66A4EA597}"/>
              </a:ext>
            </a:extLst>
          </p:cNvPr>
          <p:cNvSpPr>
            <a:spLocks noGrp="1"/>
          </p:cNvSpPr>
          <p:nvPr/>
        </p:nvSpPr>
        <p:spPr>
          <a:xfrm>
            <a:off x="6705720" y="3381480"/>
            <a:ext cx="456840" cy="456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FFFFFF"/>
          </a:solidFill>
          <a:ln w="11430">
            <a:solidFill>
              <a:srgbClr val="BBC1CD"/>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80" b="0" u="none">
                <a:solidFill>
                  <a:srgbClr val="BBC1CD"/>
                </a:solidFill>
                <a:latin typeface="Courier New"/>
                <a:ea typeface="Courier New"/>
                <a:cs typeface="Courier New"/>
              </a:rPr>
              <a:t>5</a:t>
            </a:r>
          </a:p>
        </p:txBody>
      </p:sp>
      <p:sp>
        <p:nvSpPr>
          <p:cNvPr id="424" name="s7-k2-6">
            <a:extLst>
              <a:ext uri="{FF2B5EF4-FFF2-40B4-BE49-F238E27FC236}">
                <a16:creationId xmlns:a16="http://schemas.microsoft.com/office/drawing/2014/main" id="{968C2E1B-DB91-4A90-8F70-A8D6227F1AC5}"/>
              </a:ext>
            </a:extLst>
          </p:cNvPr>
          <p:cNvSpPr>
            <a:spLocks noGrp="1"/>
          </p:cNvSpPr>
          <p:nvPr/>
        </p:nvSpPr>
        <p:spPr>
          <a:xfrm>
            <a:off x="7467480" y="3381480"/>
            <a:ext cx="456840" cy="456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FFFFFF"/>
          </a:solidFill>
          <a:ln w="11430">
            <a:solidFill>
              <a:srgbClr val="BBC1CD"/>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80" b="0" u="none">
                <a:solidFill>
                  <a:srgbClr val="BBC1CD"/>
                </a:solidFill>
                <a:latin typeface="Courier New"/>
                <a:ea typeface="Courier New"/>
                <a:cs typeface="Courier New"/>
              </a:rPr>
              <a:t>6</a:t>
            </a:r>
          </a:p>
        </p:txBody>
      </p:sp>
      <p:sp>
        <p:nvSpPr>
          <p:cNvPr id="425" name="s7-k2-7">
            <a:extLst>
              <a:ext uri="{FF2B5EF4-FFF2-40B4-BE49-F238E27FC236}">
                <a16:creationId xmlns:a16="http://schemas.microsoft.com/office/drawing/2014/main" id="{3605B045-BBA1-46EC-AE78-33C2477CF794}"/>
              </a:ext>
            </a:extLst>
          </p:cNvPr>
          <p:cNvSpPr>
            <a:spLocks noGrp="1"/>
          </p:cNvSpPr>
          <p:nvPr/>
        </p:nvSpPr>
        <p:spPr>
          <a:xfrm>
            <a:off x="8229600" y="3381480"/>
            <a:ext cx="456840" cy="456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FFFFFF"/>
          </a:solidFill>
          <a:ln w="11430">
            <a:solidFill>
              <a:srgbClr val="BBC1CD"/>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80" b="0" u="none">
                <a:solidFill>
                  <a:srgbClr val="BBC1CD"/>
                </a:solidFill>
                <a:latin typeface="Courier New"/>
                <a:ea typeface="Courier New"/>
                <a:cs typeface="Courier New"/>
              </a:rPr>
              <a:t>7</a:t>
            </a:r>
          </a:p>
        </p:txBody>
      </p:sp>
      <p:sp>
        <p:nvSpPr>
          <p:cNvPr id="426" name="s7-dest-0">
            <a:extLst>
              <a:ext uri="{FF2B5EF4-FFF2-40B4-BE49-F238E27FC236}">
                <a16:creationId xmlns:a16="http://schemas.microsoft.com/office/drawing/2014/main" id="{0E97471E-4135-4FA0-876E-F7C1014A1C61}"/>
              </a:ext>
            </a:extLst>
          </p:cNvPr>
          <p:cNvSpPr>
            <a:spLocks noGrp="1"/>
          </p:cNvSpPr>
          <p:nvPr/>
        </p:nvSpPr>
        <p:spPr>
          <a:xfrm>
            <a:off x="2857680" y="438156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190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1" u="none">
                <a:solidFill>
                  <a:srgbClr val="001233"/>
                </a:solidFill>
                <a:latin typeface="Courier New"/>
                <a:ea typeface="Courier New"/>
                <a:cs typeface="Courier New"/>
              </a:rPr>
              <a:t>0</a:t>
            </a:r>
          </a:p>
        </p:txBody>
      </p:sp>
      <p:sp>
        <p:nvSpPr>
          <p:cNvPr id="427" name="s7-dest-1">
            <a:extLst>
              <a:ext uri="{FF2B5EF4-FFF2-40B4-BE49-F238E27FC236}">
                <a16:creationId xmlns:a16="http://schemas.microsoft.com/office/drawing/2014/main" id="{EDD07652-D448-4CB7-A612-64A03B122D94}"/>
              </a:ext>
            </a:extLst>
          </p:cNvPr>
          <p:cNvSpPr>
            <a:spLocks noGrp="1"/>
          </p:cNvSpPr>
          <p:nvPr/>
        </p:nvSpPr>
        <p:spPr>
          <a:xfrm>
            <a:off x="3619440" y="438156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1430">
            <a:solidFill>
              <a:srgbClr val="BBC1CD"/>
            </a:solidFill>
            <a:prstDash val="dash"/>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BBC1CD"/>
                </a:solidFill>
                <a:latin typeface="Courier New"/>
                <a:ea typeface="Courier New"/>
                <a:cs typeface="Courier New"/>
              </a:rPr>
              <a:t>1</a:t>
            </a:r>
          </a:p>
        </p:txBody>
      </p:sp>
      <p:sp>
        <p:nvSpPr>
          <p:cNvPr id="428" name="s7-dest-2">
            <a:extLst>
              <a:ext uri="{FF2B5EF4-FFF2-40B4-BE49-F238E27FC236}">
                <a16:creationId xmlns:a16="http://schemas.microsoft.com/office/drawing/2014/main" id="{30B5B3A1-366E-4890-BACB-FEA7C924283C}"/>
              </a:ext>
            </a:extLst>
          </p:cNvPr>
          <p:cNvSpPr>
            <a:spLocks noGrp="1"/>
          </p:cNvSpPr>
          <p:nvPr/>
        </p:nvSpPr>
        <p:spPr>
          <a:xfrm>
            <a:off x="4381560" y="438156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190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1" u="none">
                <a:solidFill>
                  <a:srgbClr val="001233"/>
                </a:solidFill>
                <a:latin typeface="Courier New"/>
                <a:ea typeface="Courier New"/>
                <a:cs typeface="Courier New"/>
              </a:rPr>
              <a:t>2</a:t>
            </a:r>
          </a:p>
        </p:txBody>
      </p:sp>
      <p:sp>
        <p:nvSpPr>
          <p:cNvPr id="429" name="s7-dest-3">
            <a:extLst>
              <a:ext uri="{FF2B5EF4-FFF2-40B4-BE49-F238E27FC236}">
                <a16:creationId xmlns:a16="http://schemas.microsoft.com/office/drawing/2014/main" id="{B48BC220-1021-44E0-A67F-404DC380E267}"/>
              </a:ext>
            </a:extLst>
          </p:cNvPr>
          <p:cNvSpPr>
            <a:spLocks noGrp="1"/>
          </p:cNvSpPr>
          <p:nvPr/>
        </p:nvSpPr>
        <p:spPr>
          <a:xfrm>
            <a:off x="5143680" y="438156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1430">
            <a:solidFill>
              <a:srgbClr val="BBC1CD"/>
            </a:solidFill>
            <a:prstDash val="dash"/>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BBC1CD"/>
                </a:solidFill>
                <a:latin typeface="Courier New"/>
                <a:ea typeface="Courier New"/>
                <a:cs typeface="Courier New"/>
              </a:rPr>
              <a:t>3</a:t>
            </a:r>
          </a:p>
        </p:txBody>
      </p:sp>
      <p:sp>
        <p:nvSpPr>
          <p:cNvPr id="430" name="s7-dest-4">
            <a:extLst>
              <a:ext uri="{FF2B5EF4-FFF2-40B4-BE49-F238E27FC236}">
                <a16:creationId xmlns:a16="http://schemas.microsoft.com/office/drawing/2014/main" id="{D8C7B1DD-C9D6-4543-B61A-878C3E7C7EE5}"/>
              </a:ext>
            </a:extLst>
          </p:cNvPr>
          <p:cNvSpPr>
            <a:spLocks noGrp="1"/>
          </p:cNvSpPr>
          <p:nvPr/>
        </p:nvSpPr>
        <p:spPr>
          <a:xfrm>
            <a:off x="5905440" y="438156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190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1" u="none">
                <a:solidFill>
                  <a:srgbClr val="001233"/>
                </a:solidFill>
                <a:latin typeface="Courier New"/>
                <a:ea typeface="Courier New"/>
                <a:cs typeface="Courier New"/>
              </a:rPr>
              <a:t>4</a:t>
            </a:r>
          </a:p>
        </p:txBody>
      </p:sp>
      <p:sp>
        <p:nvSpPr>
          <p:cNvPr id="431" name="s7-dest-5">
            <a:extLst>
              <a:ext uri="{FF2B5EF4-FFF2-40B4-BE49-F238E27FC236}">
                <a16:creationId xmlns:a16="http://schemas.microsoft.com/office/drawing/2014/main" id="{A94C0E31-4696-433F-ACF4-03F6DF8726F3}"/>
              </a:ext>
            </a:extLst>
          </p:cNvPr>
          <p:cNvSpPr>
            <a:spLocks noGrp="1"/>
          </p:cNvSpPr>
          <p:nvPr/>
        </p:nvSpPr>
        <p:spPr>
          <a:xfrm>
            <a:off x="6667560" y="438156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1430">
            <a:solidFill>
              <a:srgbClr val="BBC1CD"/>
            </a:solidFill>
            <a:prstDash val="dash"/>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BBC1CD"/>
                </a:solidFill>
                <a:latin typeface="Courier New"/>
                <a:ea typeface="Courier New"/>
                <a:cs typeface="Courier New"/>
              </a:rPr>
              <a:t>5</a:t>
            </a:r>
          </a:p>
        </p:txBody>
      </p:sp>
      <p:sp>
        <p:nvSpPr>
          <p:cNvPr id="432" name="s7-dest-6">
            <a:extLst>
              <a:ext uri="{FF2B5EF4-FFF2-40B4-BE49-F238E27FC236}">
                <a16:creationId xmlns:a16="http://schemas.microsoft.com/office/drawing/2014/main" id="{1F96063A-07BB-47C4-A070-0941841335A8}"/>
              </a:ext>
            </a:extLst>
          </p:cNvPr>
          <p:cNvSpPr>
            <a:spLocks noGrp="1"/>
          </p:cNvSpPr>
          <p:nvPr/>
        </p:nvSpPr>
        <p:spPr>
          <a:xfrm>
            <a:off x="7429680" y="438156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190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1" u="none">
                <a:solidFill>
                  <a:srgbClr val="001233"/>
                </a:solidFill>
                <a:latin typeface="Courier New"/>
                <a:ea typeface="Courier New"/>
                <a:cs typeface="Courier New"/>
              </a:rPr>
              <a:t>6</a:t>
            </a:r>
          </a:p>
        </p:txBody>
      </p:sp>
      <p:sp>
        <p:nvSpPr>
          <p:cNvPr id="433" name="s7-dest-7">
            <a:extLst>
              <a:ext uri="{FF2B5EF4-FFF2-40B4-BE49-F238E27FC236}">
                <a16:creationId xmlns:a16="http://schemas.microsoft.com/office/drawing/2014/main" id="{35284904-48A1-4DBF-960B-00D552725090}"/>
              </a:ext>
            </a:extLst>
          </p:cNvPr>
          <p:cNvSpPr>
            <a:spLocks noGrp="1"/>
          </p:cNvSpPr>
          <p:nvPr/>
        </p:nvSpPr>
        <p:spPr>
          <a:xfrm>
            <a:off x="8191440" y="438156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1430">
            <a:solidFill>
              <a:srgbClr val="BBC1CD"/>
            </a:solidFill>
            <a:prstDash val="dash"/>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BBC1CD"/>
                </a:solidFill>
                <a:latin typeface="Courier New"/>
                <a:ea typeface="Courier New"/>
                <a:cs typeface="Courier New"/>
              </a:rPr>
              <a:t>7</a:t>
            </a:r>
          </a:p>
        </p:txBody>
      </p:sp>
      <p:sp>
        <p:nvSpPr>
          <p:cNvPr id="434" name="s7-pair-0">
            <a:extLst>
              <a:ext uri="{FF2B5EF4-FFF2-40B4-BE49-F238E27FC236}">
                <a16:creationId xmlns:a16="http://schemas.microsoft.com/office/drawing/2014/main" id="{64FFA839-F870-4CBC-A143-A28C20FC282A}"/>
              </a:ext>
            </a:extLst>
          </p:cNvPr>
          <p:cNvSpPr>
            <a:spLocks noGrp="1"/>
          </p:cNvSpPr>
          <p:nvPr/>
        </p:nvSpPr>
        <p:spPr>
          <a:xfrm>
            <a:off x="2781360" y="1523880"/>
            <a:ext cx="1466280" cy="6091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16193">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435" name="s7-pair-1">
            <a:extLst>
              <a:ext uri="{FF2B5EF4-FFF2-40B4-BE49-F238E27FC236}">
                <a16:creationId xmlns:a16="http://schemas.microsoft.com/office/drawing/2014/main" id="{76E69DD1-E990-4CCF-8E3D-955061E976CE}"/>
              </a:ext>
            </a:extLst>
          </p:cNvPr>
          <p:cNvSpPr>
            <a:spLocks noGrp="1"/>
          </p:cNvSpPr>
          <p:nvPr/>
        </p:nvSpPr>
        <p:spPr>
          <a:xfrm>
            <a:off x="4305240" y="1523880"/>
            <a:ext cx="1466280" cy="6091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16193">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436" name="s7-pair-2">
            <a:extLst>
              <a:ext uri="{FF2B5EF4-FFF2-40B4-BE49-F238E27FC236}">
                <a16:creationId xmlns:a16="http://schemas.microsoft.com/office/drawing/2014/main" id="{98FB1B71-D468-43CE-97E6-B6FABDF8B37C}"/>
              </a:ext>
            </a:extLst>
          </p:cNvPr>
          <p:cNvSpPr>
            <a:spLocks noGrp="1"/>
          </p:cNvSpPr>
          <p:nvPr/>
        </p:nvSpPr>
        <p:spPr>
          <a:xfrm>
            <a:off x="5829480" y="1523880"/>
            <a:ext cx="1466280" cy="6091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16193">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437" name="s7-pair-3">
            <a:extLst>
              <a:ext uri="{FF2B5EF4-FFF2-40B4-BE49-F238E27FC236}">
                <a16:creationId xmlns:a16="http://schemas.microsoft.com/office/drawing/2014/main" id="{283311B6-1276-4AB8-A1C4-E5101715698B}"/>
              </a:ext>
            </a:extLst>
          </p:cNvPr>
          <p:cNvSpPr>
            <a:spLocks noGrp="1"/>
          </p:cNvSpPr>
          <p:nvPr/>
        </p:nvSpPr>
        <p:spPr>
          <a:xfrm>
            <a:off x="7353360" y="1523880"/>
            <a:ext cx="1466280" cy="6091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16193">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cxnSp>
        <p:nvCxnSpPr>
          <p:cNvPr id="498" name="s7-arrow-s7-pair-0-s7-k2-0"/>
          <p:cNvCxnSpPr>
            <a:cxnSpLocks/>
            <a:stCxn id="434" idx="2"/>
            <a:endCxn id="418" idx="0"/>
          </p:cNvCxnSpPr>
          <p:nvPr/>
        </p:nvCxnSpPr>
        <p:spPr>
          <a:xfrm flipH="1">
            <a:off x="3123720" y="2133000"/>
            <a:ext cx="334080" cy="1248840"/>
          </a:xfrm>
          <a:prstGeom prst="straightConnector1">
            <a:avLst/>
          </a:prstGeom>
          <a:ln w="26670">
            <a:solidFill>
              <a:srgbClr val="0353A4"/>
            </a:solidFill>
            <a:round/>
            <a:tailEnd type="triangle" w="sm" len="sm"/>
          </a:ln>
        </p:spPr>
      </p:cxnSp>
      <p:cxnSp>
        <p:nvCxnSpPr>
          <p:cNvPr id="499" name="s7-arrow-s7-k2-0-s7-dest-0"/>
          <p:cNvCxnSpPr>
            <a:stCxn id="418" idx="2"/>
            <a:endCxn id="426" idx="0"/>
          </p:cNvCxnSpPr>
          <p:nvPr/>
        </p:nvCxnSpPr>
        <p:spPr>
          <a:xfrm>
            <a:off x="3123720" y="3838320"/>
            <a:ext cx="19800" cy="543600"/>
          </a:xfrm>
          <a:prstGeom prst="straightConnector1">
            <a:avLst/>
          </a:prstGeom>
          <a:ln w="26670">
            <a:solidFill>
              <a:srgbClr val="0353A4"/>
            </a:solidFill>
            <a:round/>
            <a:tailEnd type="triangle" w="sm" len="sm"/>
          </a:ln>
        </p:spPr>
      </p:cxnSp>
      <p:cxnSp>
        <p:nvCxnSpPr>
          <p:cNvPr id="500" name="s7-arrow-s7-k1-0-s7-dest-0"/>
          <p:cNvCxnSpPr>
            <a:stCxn id="410" idx="2"/>
            <a:endCxn id="426" idx="0"/>
          </p:cNvCxnSpPr>
          <p:nvPr/>
        </p:nvCxnSpPr>
        <p:spPr>
          <a:xfrm>
            <a:off x="3123720" y="3028680"/>
            <a:ext cx="19800" cy="1353240"/>
          </a:xfrm>
          <a:prstGeom prst="straightConnector1">
            <a:avLst/>
          </a:prstGeom>
          <a:ln w="13335">
            <a:solidFill>
              <a:srgbClr val="BBC1CD"/>
            </a:solidFill>
            <a:prstDash val="dash"/>
            <a:round/>
            <a:tailEnd type="triangle" w="sm" len="sm"/>
          </a:ln>
        </p:spPr>
      </p:cxnSp>
      <p:cxnSp>
        <p:nvCxnSpPr>
          <p:cNvPr id="501" name="s7-arrow-s7-pair-1-s7-k2-1"/>
          <p:cNvCxnSpPr>
            <a:cxnSpLocks/>
            <a:stCxn id="435" idx="2"/>
            <a:endCxn id="419" idx="0"/>
          </p:cNvCxnSpPr>
          <p:nvPr/>
        </p:nvCxnSpPr>
        <p:spPr>
          <a:xfrm flipH="1">
            <a:off x="3885840" y="2133000"/>
            <a:ext cx="1095840" cy="1248840"/>
          </a:xfrm>
          <a:prstGeom prst="straightConnector1">
            <a:avLst/>
          </a:prstGeom>
          <a:ln w="26670">
            <a:solidFill>
              <a:srgbClr val="0353A4"/>
            </a:solidFill>
            <a:round/>
            <a:tailEnd type="triangle" w="sm" len="sm"/>
          </a:ln>
        </p:spPr>
      </p:cxnSp>
      <p:cxnSp>
        <p:nvCxnSpPr>
          <p:cNvPr id="502" name="s7-arrow-s7-k2-1-s7-dest-2"/>
          <p:cNvCxnSpPr>
            <a:stCxn id="419" idx="2"/>
            <a:endCxn id="428" idx="0"/>
          </p:cNvCxnSpPr>
          <p:nvPr/>
        </p:nvCxnSpPr>
        <p:spPr>
          <a:xfrm>
            <a:off x="3885840" y="3838320"/>
            <a:ext cx="781560" cy="543600"/>
          </a:xfrm>
          <a:prstGeom prst="straightConnector1">
            <a:avLst/>
          </a:prstGeom>
          <a:ln w="26670">
            <a:solidFill>
              <a:srgbClr val="0353A4"/>
            </a:solidFill>
            <a:round/>
            <a:tailEnd type="triangle" w="sm" len="sm"/>
          </a:ln>
        </p:spPr>
      </p:cxnSp>
      <p:cxnSp>
        <p:nvCxnSpPr>
          <p:cNvPr id="503" name="s7-arrow-s7-k1-2-s7-dest-2"/>
          <p:cNvCxnSpPr>
            <a:stCxn id="412" idx="2"/>
            <a:endCxn id="428" idx="0"/>
          </p:cNvCxnSpPr>
          <p:nvPr/>
        </p:nvCxnSpPr>
        <p:spPr>
          <a:xfrm>
            <a:off x="4647960" y="3028680"/>
            <a:ext cx="19440" cy="1353240"/>
          </a:xfrm>
          <a:prstGeom prst="straightConnector1">
            <a:avLst/>
          </a:prstGeom>
          <a:ln w="13335">
            <a:solidFill>
              <a:srgbClr val="BBC1CD"/>
            </a:solidFill>
            <a:prstDash val="dash"/>
            <a:round/>
            <a:tailEnd type="triangle" w="sm" len="sm"/>
          </a:ln>
        </p:spPr>
      </p:cxnSp>
      <p:cxnSp>
        <p:nvCxnSpPr>
          <p:cNvPr id="504" name="s7-arrow-s7-pair-2-s7-k2-2"/>
          <p:cNvCxnSpPr>
            <a:cxnSpLocks/>
            <a:stCxn id="436" idx="2"/>
            <a:endCxn id="420" idx="0"/>
          </p:cNvCxnSpPr>
          <p:nvPr/>
        </p:nvCxnSpPr>
        <p:spPr>
          <a:xfrm flipH="1">
            <a:off x="4647960" y="2133000"/>
            <a:ext cx="1857960" cy="1248840"/>
          </a:xfrm>
          <a:prstGeom prst="straightConnector1">
            <a:avLst/>
          </a:prstGeom>
          <a:ln w="26670">
            <a:solidFill>
              <a:srgbClr val="0353A4"/>
            </a:solidFill>
            <a:round/>
            <a:tailEnd type="triangle" w="sm" len="sm"/>
          </a:ln>
        </p:spPr>
      </p:cxnSp>
      <p:cxnSp>
        <p:nvCxnSpPr>
          <p:cNvPr id="505" name="s7-arrow-s7-k2-2-s7-dest-4"/>
          <p:cNvCxnSpPr>
            <a:stCxn id="420" idx="2"/>
            <a:endCxn id="430" idx="0"/>
          </p:cNvCxnSpPr>
          <p:nvPr/>
        </p:nvCxnSpPr>
        <p:spPr>
          <a:xfrm>
            <a:off x="4647960" y="3838320"/>
            <a:ext cx="1543320" cy="543600"/>
          </a:xfrm>
          <a:prstGeom prst="straightConnector1">
            <a:avLst/>
          </a:prstGeom>
          <a:ln w="26670">
            <a:solidFill>
              <a:srgbClr val="0353A4"/>
            </a:solidFill>
            <a:round/>
            <a:tailEnd type="triangle" w="sm" len="sm"/>
          </a:ln>
        </p:spPr>
      </p:cxnSp>
      <p:cxnSp>
        <p:nvCxnSpPr>
          <p:cNvPr id="506" name="s7-arrow-s7-k1-4-s7-dest-4"/>
          <p:cNvCxnSpPr>
            <a:stCxn id="414" idx="2"/>
            <a:endCxn id="430" idx="0"/>
          </p:cNvCxnSpPr>
          <p:nvPr/>
        </p:nvCxnSpPr>
        <p:spPr>
          <a:xfrm>
            <a:off x="6171840" y="3028680"/>
            <a:ext cx="19440" cy="1353240"/>
          </a:xfrm>
          <a:prstGeom prst="straightConnector1">
            <a:avLst/>
          </a:prstGeom>
          <a:ln w="13335">
            <a:solidFill>
              <a:srgbClr val="BBC1CD"/>
            </a:solidFill>
            <a:prstDash val="dash"/>
            <a:round/>
            <a:tailEnd type="triangle" w="sm" len="sm"/>
          </a:ln>
        </p:spPr>
      </p:cxnSp>
      <p:cxnSp>
        <p:nvCxnSpPr>
          <p:cNvPr id="507" name="s7-arrow-s7-pair-3-s7-k2-3"/>
          <p:cNvCxnSpPr>
            <a:cxnSpLocks/>
            <a:stCxn id="437" idx="2"/>
            <a:endCxn id="421" idx="0"/>
          </p:cNvCxnSpPr>
          <p:nvPr/>
        </p:nvCxnSpPr>
        <p:spPr>
          <a:xfrm flipH="1">
            <a:off x="5409720" y="2133000"/>
            <a:ext cx="2620080" cy="1248840"/>
          </a:xfrm>
          <a:prstGeom prst="straightConnector1">
            <a:avLst/>
          </a:prstGeom>
          <a:ln w="26670">
            <a:solidFill>
              <a:srgbClr val="0353A4"/>
            </a:solidFill>
            <a:round/>
            <a:tailEnd type="triangle" w="sm" len="sm"/>
          </a:ln>
        </p:spPr>
      </p:cxnSp>
      <p:cxnSp>
        <p:nvCxnSpPr>
          <p:cNvPr id="508" name="s7-arrow-s7-k2-3-s7-dest-6"/>
          <p:cNvCxnSpPr>
            <a:stCxn id="421" idx="2"/>
            <a:endCxn id="432" idx="0"/>
          </p:cNvCxnSpPr>
          <p:nvPr/>
        </p:nvCxnSpPr>
        <p:spPr>
          <a:xfrm>
            <a:off x="5409720" y="3838320"/>
            <a:ext cx="2305800" cy="543600"/>
          </a:xfrm>
          <a:prstGeom prst="straightConnector1">
            <a:avLst/>
          </a:prstGeom>
          <a:ln w="26670">
            <a:solidFill>
              <a:srgbClr val="0353A4"/>
            </a:solidFill>
            <a:round/>
            <a:tailEnd type="triangle" w="sm" len="sm"/>
          </a:ln>
        </p:spPr>
      </p:cxnSp>
      <p:cxnSp>
        <p:nvCxnSpPr>
          <p:cNvPr id="509" name="s7-arrow-s7-k1-6-s7-dest-6"/>
          <p:cNvCxnSpPr>
            <a:stCxn id="416" idx="2"/>
            <a:endCxn id="432" idx="0"/>
          </p:cNvCxnSpPr>
          <p:nvPr/>
        </p:nvCxnSpPr>
        <p:spPr>
          <a:xfrm>
            <a:off x="7695720" y="3028680"/>
            <a:ext cx="19800" cy="1353240"/>
          </a:xfrm>
          <a:prstGeom prst="straightConnector1">
            <a:avLst/>
          </a:prstGeom>
          <a:ln w="13335">
            <a:solidFill>
              <a:srgbClr val="BBC1CD"/>
            </a:solidFill>
            <a:prstDash val="dash"/>
            <a:round/>
            <a:tailEnd type="triangle" w="sm" len="sm"/>
          </a:ln>
        </p:spPr>
      </p:cxnSp>
      <p:sp>
        <p:nvSpPr>
          <p:cNvPr id="450" name="s7-contiguous">
            <a:extLst>
              <a:ext uri="{FF2B5EF4-FFF2-40B4-BE49-F238E27FC236}">
                <a16:creationId xmlns:a16="http://schemas.microsoft.com/office/drawing/2014/main" id="{980C3582-4B3D-4FBA-A860-2952EFACE5DF}"/>
              </a:ext>
            </a:extLst>
          </p:cNvPr>
          <p:cNvSpPr>
            <a:spLocks noGrp="1"/>
          </p:cNvSpPr>
          <p:nvPr/>
        </p:nvSpPr>
        <p:spPr>
          <a:xfrm>
            <a:off x="2781360" y="3286080"/>
            <a:ext cx="2933640" cy="6472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28575">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451" name="s7-contiguous-label">
            <a:extLst>
              <a:ext uri="{FF2B5EF4-FFF2-40B4-BE49-F238E27FC236}">
                <a16:creationId xmlns:a16="http://schemas.microsoft.com/office/drawing/2014/main" id="{1E3BC048-A59C-4A88-8E5C-8C0A9F434486}"/>
              </a:ext>
            </a:extLst>
          </p:cNvPr>
          <p:cNvSpPr>
            <a:spLocks noGrp="1"/>
          </p:cNvSpPr>
          <p:nvPr/>
        </p:nvSpPr>
        <p:spPr>
          <a:xfrm>
            <a:off x="8818684" y="3400560"/>
            <a:ext cx="2571480" cy="38052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nSpc>
                <a:spcPct val="100000"/>
              </a:lnSpc>
              <a:buNone/>
            </a:pPr>
            <a:r>
              <a:rPr sz="1650" b="1" u="none">
                <a:solidFill>
                  <a:srgbClr val="FF0000"/>
                </a:solidFill>
                <a:latin typeface="Courier New"/>
                <a:ea typeface="Courier New"/>
                <a:cs typeface="Courier New"/>
              </a:rPr>
              <a:t>contiguous lanes 0–3</a:t>
            </a:r>
          </a:p>
        </p:txBody>
      </p:sp>
      <p:sp>
        <p:nvSpPr>
          <p:cNvPr id="452" name="s7-code">
            <a:extLst>
              <a:ext uri="{FF2B5EF4-FFF2-40B4-BE49-F238E27FC236}">
                <a16:creationId xmlns:a16="http://schemas.microsoft.com/office/drawing/2014/main" id="{A89CB454-70BE-496F-AD65-717A71B627FC}"/>
              </a:ext>
            </a:extLst>
          </p:cNvPr>
          <p:cNvSpPr>
            <a:spLocks noGrp="1"/>
          </p:cNvSpPr>
          <p:nvPr/>
        </p:nvSpPr>
        <p:spPr>
          <a:xfrm>
            <a:off x="1952640" y="4905360"/>
            <a:ext cx="8286480" cy="4759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905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470" b="1" u="none">
                <a:solidFill>
                  <a:srgbClr val="001233"/>
                </a:solidFill>
                <a:latin typeface="Courier New"/>
                <a:ea typeface="Courier New"/>
                <a:cs typeface="Courier New"/>
              </a:rPr>
              <a:t>index = 2*s*tid;  if (index &lt; B)  s[index] += s[index+s];</a:t>
            </a:r>
          </a:p>
        </p:txBody>
      </p:sp>
      <p:sp>
        <p:nvSpPr>
          <p:cNvPr id="453" name="s7-timing">
            <a:extLst>
              <a:ext uri="{FF2B5EF4-FFF2-40B4-BE49-F238E27FC236}">
                <a16:creationId xmlns:a16="http://schemas.microsoft.com/office/drawing/2014/main" id="{30E18DBE-D1B5-45D3-A724-26208D101AC7}"/>
              </a:ext>
            </a:extLst>
          </p:cNvPr>
          <p:cNvSpPr>
            <a:spLocks noGrp="1"/>
          </p:cNvSpPr>
          <p:nvPr/>
        </p:nvSpPr>
        <p:spPr>
          <a:xfrm>
            <a:off x="857160" y="5524560"/>
            <a:ext cx="10477080" cy="32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770" b="1" u="none">
                <a:solidFill>
                  <a:srgbClr val="FF0000"/>
                </a:solidFill>
                <a:latin typeface="Courier New"/>
                <a:ea typeface="Courier New"/>
                <a:cs typeface="Courier New"/>
              </a:rPr>
              <a:t>CUDA EVENTS • 4.501504 → 3.101696 ms  |  DERIVED • −31.10% • 1.451×</a:t>
            </a:r>
          </a:p>
        </p:txBody>
      </p:sp>
      <p:sp>
        <p:nvSpPr>
          <p:cNvPr id="454" name="s7-evidence">
            <a:extLst>
              <a:ext uri="{FF2B5EF4-FFF2-40B4-BE49-F238E27FC236}">
                <a16:creationId xmlns:a16="http://schemas.microsoft.com/office/drawing/2014/main" id="{920154C7-C995-46F6-82E0-E6504F70ADA2}"/>
              </a:ext>
            </a:extLst>
          </p:cNvPr>
          <p:cNvSpPr>
            <a:spLocks noGrp="1"/>
          </p:cNvSpPr>
          <p:nvPr/>
        </p:nvSpPr>
        <p:spPr>
          <a:xfrm>
            <a:off x="905040" y="5857920"/>
            <a:ext cx="10382040" cy="27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090" b="1" u="none">
                <a:solidFill>
                  <a:srgbClr val="001233"/>
                </a:solidFill>
                <a:latin typeface="Arial"/>
                <a:ea typeface="Arial"/>
                <a:cs typeface="Arial"/>
              </a:rPr>
              <a:t>CODE • warp add-paths 47→12/block  |  NSIGHT COMPUTE • instructions −51.68% • DRAM 63.59→88.20% peak-sustained</a:t>
            </a:r>
          </a:p>
        </p:txBody>
      </p:sp>
      <p:sp>
        <p:nvSpPr>
          <p:cNvPr id="455" name="s7-source">
            <a:extLst>
              <a:ext uri="{FF2B5EF4-FFF2-40B4-BE49-F238E27FC236}">
                <a16:creationId xmlns:a16="http://schemas.microsoft.com/office/drawing/2014/main" id="{0648E767-9F1F-48ED-8A44-061932456B60}"/>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Physical L40S Device 3 • 2 GiB FP32 input • CUDA events: 3 fresh processes × (10 warmups + 101 samples) • Nsight Compute first-pass counters profiled separately.</a:t>
            </a:r>
          </a:p>
        </p:txBody>
      </p:sp>
    </p:spTree>
    <p:extLst>
      <p:ext uri="{BB962C8B-B14F-4D97-AF65-F5344CB8AC3E}">
        <p14:creationId xmlns:p14="http://schemas.microsoft.com/office/powerpoint/2010/main" val="1183195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 name="PlaceHolder 1">
            <a:extLst>
              <a:ext uri="{FF2B5EF4-FFF2-40B4-BE49-F238E27FC236}">
                <a16:creationId xmlns:a16="http://schemas.microsoft.com/office/drawing/2014/main" id="{0FDF231B-9503-4346-9FA9-1B5CC364EBA2}"/>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2850" b="1" u="none">
                <a:solidFill>
                  <a:srgbClr val="001233"/>
                </a:solidFill>
                <a:latin typeface="Arial"/>
                <a:ea typeface="Arial"/>
                <a:cs typeface="Arial"/>
              </a:rPr>
              <a:t>K3 keeps lanes 0–3 and makes writes contiguous</a:t>
            </a:r>
          </a:p>
        </p:txBody>
      </p:sp>
      <p:sp>
        <p:nvSpPr>
          <p:cNvPr id="457" name="s8-lead">
            <a:extLst>
              <a:ext uri="{FF2B5EF4-FFF2-40B4-BE49-F238E27FC236}">
                <a16:creationId xmlns:a16="http://schemas.microsoft.com/office/drawing/2014/main" id="{15EFA15B-A3CB-4C7E-9D5C-2EBC738D66B7}"/>
              </a:ext>
            </a:extLst>
          </p:cNvPr>
          <p:cNvSpPr>
            <a:spLocks noGrp="1"/>
          </p:cNvSpPr>
          <p:nvPr/>
        </p:nvSpPr>
        <p:spPr>
          <a:xfrm>
            <a:off x="723960" y="990720"/>
            <a:ext cx="106484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540" b="1" u="none">
                <a:solidFill>
                  <a:srgbClr val="001233"/>
                </a:solidFill>
                <a:latin typeface="Arial"/>
                <a:ea typeface="Arial"/>
                <a:cs typeface="Arial"/>
              </a:rPr>
              <a:t>The active lanes do not change; destinations move from s[0,2,4,6] to the contiguous run s[0..3].</a:t>
            </a:r>
          </a:p>
        </p:txBody>
      </p:sp>
      <p:sp>
        <p:nvSpPr>
          <p:cNvPr id="458" name="s8-label-same-lanes-0-3-205">
            <a:extLst>
              <a:ext uri="{FF2B5EF4-FFF2-40B4-BE49-F238E27FC236}">
                <a16:creationId xmlns:a16="http://schemas.microsoft.com/office/drawing/2014/main" id="{B7642513-000C-4553-86F3-1F40EE41002F}"/>
              </a:ext>
            </a:extLst>
          </p:cNvPr>
          <p:cNvSpPr>
            <a:spLocks noGrp="1"/>
          </p:cNvSpPr>
          <p:nvPr/>
        </p:nvSpPr>
        <p:spPr>
          <a:xfrm>
            <a:off x="743040" y="1952640"/>
            <a:ext cx="1809360" cy="323640"/>
          </a:xfrm>
          <a:prstGeom prst="rect">
            <a:avLst/>
          </a:prstGeom>
          <a:noFill/>
          <a:ln w="0">
            <a:noFill/>
          </a:ln>
        </p:spPr>
        <p:style>
          <a:lnRef idx="0">
            <a:scrgbClr r="0" g="0" b="0"/>
          </a:lnRef>
          <a:fillRef idx="0">
            <a:scrgbClr r="0" g="0" b="0"/>
          </a:fillRef>
          <a:effectRef idx="0">
            <a:scrgbClr r="0" g="0" b="0"/>
          </a:effectRef>
          <a:fontRef idx="minor"/>
        </p:style>
        <p:txBody>
          <a:bodyPr lIns="0" tIns="0" rIns="57240" bIns="0" anchor="ctr">
            <a:normAutofit/>
          </a:bodyPr>
          <a:lstStyle/>
          <a:p>
            <a:pPr algn="r">
              <a:lnSpc>
                <a:spcPct val="100000"/>
              </a:lnSpc>
              <a:buNone/>
            </a:pPr>
            <a:r>
              <a:rPr sz="1350" b="1" u="none">
                <a:solidFill>
                  <a:srgbClr val="5C677D"/>
                </a:solidFill>
                <a:latin typeface="Courier New"/>
                <a:ea typeface="Courier New"/>
                <a:cs typeface="Courier New"/>
              </a:rPr>
              <a:t>same lanes 0–3</a:t>
            </a:r>
          </a:p>
        </p:txBody>
      </p:sp>
      <p:sp>
        <p:nvSpPr>
          <p:cNvPr id="459" name="s8-label-K2-destinations-330">
            <a:extLst>
              <a:ext uri="{FF2B5EF4-FFF2-40B4-BE49-F238E27FC236}">
                <a16:creationId xmlns:a16="http://schemas.microsoft.com/office/drawing/2014/main" id="{D5C79239-7FE1-435C-915D-0158E27C8844}"/>
              </a:ext>
            </a:extLst>
          </p:cNvPr>
          <p:cNvSpPr>
            <a:spLocks noGrp="1"/>
          </p:cNvSpPr>
          <p:nvPr/>
        </p:nvSpPr>
        <p:spPr>
          <a:xfrm>
            <a:off x="743040" y="3143160"/>
            <a:ext cx="1809360" cy="323640"/>
          </a:xfrm>
          <a:prstGeom prst="rect">
            <a:avLst/>
          </a:prstGeom>
          <a:noFill/>
          <a:ln w="0">
            <a:noFill/>
          </a:ln>
        </p:spPr>
        <p:style>
          <a:lnRef idx="0">
            <a:scrgbClr r="0" g="0" b="0"/>
          </a:lnRef>
          <a:fillRef idx="0">
            <a:scrgbClr r="0" g="0" b="0"/>
          </a:fillRef>
          <a:effectRef idx="0">
            <a:scrgbClr r="0" g="0" b="0"/>
          </a:effectRef>
          <a:fontRef idx="minor"/>
        </p:style>
        <p:txBody>
          <a:bodyPr lIns="0" tIns="0" rIns="57240" bIns="0" anchor="ctr">
            <a:normAutofit/>
          </a:bodyPr>
          <a:lstStyle/>
          <a:p>
            <a:pPr algn="r">
              <a:lnSpc>
                <a:spcPct val="100000"/>
              </a:lnSpc>
              <a:buNone/>
            </a:pPr>
            <a:r>
              <a:rPr sz="1350" b="1" u="none">
                <a:solidFill>
                  <a:srgbClr val="5C677D"/>
                </a:solidFill>
                <a:latin typeface="Courier New"/>
                <a:ea typeface="Courier New"/>
                <a:cs typeface="Courier New"/>
              </a:rPr>
              <a:t>K2 destinations</a:t>
            </a:r>
          </a:p>
        </p:txBody>
      </p:sp>
      <p:sp>
        <p:nvSpPr>
          <p:cNvPr id="460" name="s8-label-K3-destinations-445">
            <a:extLst>
              <a:ext uri="{FF2B5EF4-FFF2-40B4-BE49-F238E27FC236}">
                <a16:creationId xmlns:a16="http://schemas.microsoft.com/office/drawing/2014/main" id="{11FDBD9C-0A4E-419C-B7F4-90B2FBECF1B2}"/>
              </a:ext>
            </a:extLst>
          </p:cNvPr>
          <p:cNvSpPr>
            <a:spLocks noGrp="1"/>
          </p:cNvSpPr>
          <p:nvPr/>
        </p:nvSpPr>
        <p:spPr>
          <a:xfrm>
            <a:off x="743040" y="4238640"/>
            <a:ext cx="1809360" cy="323640"/>
          </a:xfrm>
          <a:prstGeom prst="rect">
            <a:avLst/>
          </a:prstGeom>
          <a:noFill/>
          <a:ln w="0">
            <a:noFill/>
          </a:ln>
        </p:spPr>
        <p:style>
          <a:lnRef idx="0">
            <a:scrgbClr r="0" g="0" b="0"/>
          </a:lnRef>
          <a:fillRef idx="0">
            <a:scrgbClr r="0" g="0" b="0"/>
          </a:fillRef>
          <a:effectRef idx="0">
            <a:scrgbClr r="0" g="0" b="0"/>
          </a:effectRef>
          <a:fontRef idx="minor"/>
        </p:style>
        <p:txBody>
          <a:bodyPr lIns="0" tIns="0" rIns="57240" bIns="0" anchor="ctr">
            <a:normAutofit/>
          </a:bodyPr>
          <a:lstStyle/>
          <a:p>
            <a:pPr algn="r">
              <a:lnSpc>
                <a:spcPct val="100000"/>
              </a:lnSpc>
              <a:buNone/>
            </a:pPr>
            <a:r>
              <a:rPr sz="1350" b="1" u="none">
                <a:solidFill>
                  <a:srgbClr val="5C677D"/>
                </a:solidFill>
                <a:latin typeface="Courier New"/>
                <a:ea typeface="Courier New"/>
                <a:cs typeface="Courier New"/>
              </a:rPr>
              <a:t>K3 destinations</a:t>
            </a:r>
          </a:p>
        </p:txBody>
      </p:sp>
      <p:sp>
        <p:nvSpPr>
          <p:cNvPr id="461" name="s8-lanes-0">
            <a:extLst>
              <a:ext uri="{FF2B5EF4-FFF2-40B4-BE49-F238E27FC236}">
                <a16:creationId xmlns:a16="http://schemas.microsoft.com/office/drawing/2014/main" id="{8C3508A1-2DC8-4942-BC37-6B8725A86EF8}"/>
              </a:ext>
            </a:extLst>
          </p:cNvPr>
          <p:cNvSpPr>
            <a:spLocks noGrp="1"/>
          </p:cNvSpPr>
          <p:nvPr/>
        </p:nvSpPr>
        <p:spPr>
          <a:xfrm>
            <a:off x="2895480" y="190512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1" u="none">
                <a:solidFill>
                  <a:srgbClr val="001233"/>
                </a:solidFill>
                <a:latin typeface="Courier New"/>
                <a:ea typeface="Courier New"/>
                <a:cs typeface="Courier New"/>
              </a:rPr>
              <a:t>0</a:t>
            </a:r>
          </a:p>
        </p:txBody>
      </p:sp>
      <p:sp>
        <p:nvSpPr>
          <p:cNvPr id="462" name="s8-lanes-1">
            <a:extLst>
              <a:ext uri="{FF2B5EF4-FFF2-40B4-BE49-F238E27FC236}">
                <a16:creationId xmlns:a16="http://schemas.microsoft.com/office/drawing/2014/main" id="{12D938EE-B9FA-45D8-B9B6-555A425AF6F3}"/>
              </a:ext>
            </a:extLst>
          </p:cNvPr>
          <p:cNvSpPr>
            <a:spLocks noGrp="1"/>
          </p:cNvSpPr>
          <p:nvPr/>
        </p:nvSpPr>
        <p:spPr>
          <a:xfrm>
            <a:off x="3657600" y="190512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1" u="none">
                <a:solidFill>
                  <a:srgbClr val="001233"/>
                </a:solidFill>
                <a:latin typeface="Courier New"/>
                <a:ea typeface="Courier New"/>
                <a:cs typeface="Courier New"/>
              </a:rPr>
              <a:t>1</a:t>
            </a:r>
          </a:p>
        </p:txBody>
      </p:sp>
      <p:sp>
        <p:nvSpPr>
          <p:cNvPr id="463" name="s8-lanes-2">
            <a:extLst>
              <a:ext uri="{FF2B5EF4-FFF2-40B4-BE49-F238E27FC236}">
                <a16:creationId xmlns:a16="http://schemas.microsoft.com/office/drawing/2014/main" id="{1355CEA9-E57D-4587-832A-C50D17C455D5}"/>
              </a:ext>
            </a:extLst>
          </p:cNvPr>
          <p:cNvSpPr>
            <a:spLocks noGrp="1"/>
          </p:cNvSpPr>
          <p:nvPr/>
        </p:nvSpPr>
        <p:spPr>
          <a:xfrm>
            <a:off x="4419720" y="190512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1" u="none">
                <a:solidFill>
                  <a:srgbClr val="001233"/>
                </a:solidFill>
                <a:latin typeface="Courier New"/>
                <a:ea typeface="Courier New"/>
                <a:cs typeface="Courier New"/>
              </a:rPr>
              <a:t>2</a:t>
            </a:r>
          </a:p>
        </p:txBody>
      </p:sp>
      <p:sp>
        <p:nvSpPr>
          <p:cNvPr id="464" name="s8-lanes-3">
            <a:extLst>
              <a:ext uri="{FF2B5EF4-FFF2-40B4-BE49-F238E27FC236}">
                <a16:creationId xmlns:a16="http://schemas.microsoft.com/office/drawing/2014/main" id="{5E94CCDE-BD65-4C90-B0BB-AC4E79E6ECC1}"/>
              </a:ext>
            </a:extLst>
          </p:cNvPr>
          <p:cNvSpPr>
            <a:spLocks noGrp="1"/>
          </p:cNvSpPr>
          <p:nvPr/>
        </p:nvSpPr>
        <p:spPr>
          <a:xfrm>
            <a:off x="5181480" y="190512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1" u="none">
                <a:solidFill>
                  <a:srgbClr val="001233"/>
                </a:solidFill>
                <a:latin typeface="Courier New"/>
                <a:ea typeface="Courier New"/>
                <a:cs typeface="Courier New"/>
              </a:rPr>
              <a:t>3</a:t>
            </a:r>
          </a:p>
        </p:txBody>
      </p:sp>
      <p:sp>
        <p:nvSpPr>
          <p:cNvPr id="465" name="s8-lanes-4">
            <a:extLst>
              <a:ext uri="{FF2B5EF4-FFF2-40B4-BE49-F238E27FC236}">
                <a16:creationId xmlns:a16="http://schemas.microsoft.com/office/drawing/2014/main" id="{F387C817-C3B1-40EE-AD7F-EC523CA9B706}"/>
              </a:ext>
            </a:extLst>
          </p:cNvPr>
          <p:cNvSpPr>
            <a:spLocks noGrp="1"/>
          </p:cNvSpPr>
          <p:nvPr/>
        </p:nvSpPr>
        <p:spPr>
          <a:xfrm>
            <a:off x="5943600" y="190512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FFFFFF"/>
          </a:solidFill>
          <a:ln w="11430">
            <a:solidFill>
              <a:srgbClr val="BBC1CD"/>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0" u="none">
                <a:solidFill>
                  <a:srgbClr val="BBC1CD"/>
                </a:solidFill>
                <a:latin typeface="Courier New"/>
                <a:ea typeface="Courier New"/>
                <a:cs typeface="Courier New"/>
              </a:rPr>
              <a:t>4</a:t>
            </a:r>
          </a:p>
        </p:txBody>
      </p:sp>
      <p:sp>
        <p:nvSpPr>
          <p:cNvPr id="466" name="s8-lanes-5">
            <a:extLst>
              <a:ext uri="{FF2B5EF4-FFF2-40B4-BE49-F238E27FC236}">
                <a16:creationId xmlns:a16="http://schemas.microsoft.com/office/drawing/2014/main" id="{1BF1E138-B9BE-43AD-8B29-6E1876DAFF82}"/>
              </a:ext>
            </a:extLst>
          </p:cNvPr>
          <p:cNvSpPr>
            <a:spLocks noGrp="1"/>
          </p:cNvSpPr>
          <p:nvPr/>
        </p:nvSpPr>
        <p:spPr>
          <a:xfrm>
            <a:off x="6705720" y="190512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FFFFFF"/>
          </a:solidFill>
          <a:ln w="11430">
            <a:solidFill>
              <a:srgbClr val="BBC1CD"/>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0" u="none">
                <a:solidFill>
                  <a:srgbClr val="BBC1CD"/>
                </a:solidFill>
                <a:latin typeface="Courier New"/>
                <a:ea typeface="Courier New"/>
                <a:cs typeface="Courier New"/>
              </a:rPr>
              <a:t>5</a:t>
            </a:r>
          </a:p>
        </p:txBody>
      </p:sp>
      <p:sp>
        <p:nvSpPr>
          <p:cNvPr id="467" name="s8-lanes-6">
            <a:extLst>
              <a:ext uri="{FF2B5EF4-FFF2-40B4-BE49-F238E27FC236}">
                <a16:creationId xmlns:a16="http://schemas.microsoft.com/office/drawing/2014/main" id="{7A3398FE-1993-458D-81D2-128573B0BE24}"/>
              </a:ext>
            </a:extLst>
          </p:cNvPr>
          <p:cNvSpPr>
            <a:spLocks noGrp="1"/>
          </p:cNvSpPr>
          <p:nvPr/>
        </p:nvSpPr>
        <p:spPr>
          <a:xfrm>
            <a:off x="7467480" y="190512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FFFFFF"/>
          </a:solidFill>
          <a:ln w="11430">
            <a:solidFill>
              <a:srgbClr val="BBC1CD"/>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0" u="none">
                <a:solidFill>
                  <a:srgbClr val="BBC1CD"/>
                </a:solidFill>
                <a:latin typeface="Courier New"/>
                <a:ea typeface="Courier New"/>
                <a:cs typeface="Courier New"/>
              </a:rPr>
              <a:t>6</a:t>
            </a:r>
          </a:p>
        </p:txBody>
      </p:sp>
      <p:sp>
        <p:nvSpPr>
          <p:cNvPr id="468" name="s8-lanes-7">
            <a:extLst>
              <a:ext uri="{FF2B5EF4-FFF2-40B4-BE49-F238E27FC236}">
                <a16:creationId xmlns:a16="http://schemas.microsoft.com/office/drawing/2014/main" id="{D491CE86-4535-4DBA-82F8-F48E0D64FA13}"/>
              </a:ext>
            </a:extLst>
          </p:cNvPr>
          <p:cNvSpPr>
            <a:spLocks noGrp="1"/>
          </p:cNvSpPr>
          <p:nvPr/>
        </p:nvSpPr>
        <p:spPr>
          <a:xfrm>
            <a:off x="8229600" y="190512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FFFFFF"/>
          </a:solidFill>
          <a:ln w="11430">
            <a:solidFill>
              <a:srgbClr val="BBC1CD"/>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0" u="none">
                <a:solidFill>
                  <a:srgbClr val="BBC1CD"/>
                </a:solidFill>
                <a:latin typeface="Courier New"/>
                <a:ea typeface="Courier New"/>
                <a:cs typeface="Courier New"/>
              </a:rPr>
              <a:t>7</a:t>
            </a:r>
          </a:p>
        </p:txBody>
      </p:sp>
      <p:sp>
        <p:nvSpPr>
          <p:cNvPr id="469" name="s8-prev-dest-0">
            <a:extLst>
              <a:ext uri="{FF2B5EF4-FFF2-40B4-BE49-F238E27FC236}">
                <a16:creationId xmlns:a16="http://schemas.microsoft.com/office/drawing/2014/main" id="{A6717E10-9A64-4811-97EC-692DD0B9E9CF}"/>
              </a:ext>
            </a:extLst>
          </p:cNvPr>
          <p:cNvSpPr>
            <a:spLocks noGrp="1"/>
          </p:cNvSpPr>
          <p:nvPr/>
        </p:nvSpPr>
        <p:spPr>
          <a:xfrm>
            <a:off x="2857680" y="309564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14288">
            <a:solidFill>
              <a:srgbClr val="5C677D"/>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5C677D"/>
                </a:solidFill>
                <a:latin typeface="Courier New"/>
                <a:ea typeface="Courier New"/>
                <a:cs typeface="Courier New"/>
              </a:rPr>
              <a:t>0</a:t>
            </a:r>
          </a:p>
        </p:txBody>
      </p:sp>
      <p:sp>
        <p:nvSpPr>
          <p:cNvPr id="470" name="s8-prev-dest-1">
            <a:extLst>
              <a:ext uri="{FF2B5EF4-FFF2-40B4-BE49-F238E27FC236}">
                <a16:creationId xmlns:a16="http://schemas.microsoft.com/office/drawing/2014/main" id="{8CC03DC6-C2BE-4790-B736-2A2D564EE10A}"/>
              </a:ext>
            </a:extLst>
          </p:cNvPr>
          <p:cNvSpPr>
            <a:spLocks noGrp="1"/>
          </p:cNvSpPr>
          <p:nvPr/>
        </p:nvSpPr>
        <p:spPr>
          <a:xfrm>
            <a:off x="3619440" y="309564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0478">
            <a:solidFill>
              <a:srgbClr val="BBC1CD"/>
            </a:solidFill>
            <a:prstDash val="dash"/>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BBC1CD"/>
                </a:solidFill>
                <a:latin typeface="Courier New"/>
                <a:ea typeface="Courier New"/>
                <a:cs typeface="Courier New"/>
              </a:rPr>
              <a:t>1</a:t>
            </a:r>
          </a:p>
        </p:txBody>
      </p:sp>
      <p:sp>
        <p:nvSpPr>
          <p:cNvPr id="471" name="s8-prev-dest-2">
            <a:extLst>
              <a:ext uri="{FF2B5EF4-FFF2-40B4-BE49-F238E27FC236}">
                <a16:creationId xmlns:a16="http://schemas.microsoft.com/office/drawing/2014/main" id="{6A656182-9785-47B6-8C98-FA33E2008A18}"/>
              </a:ext>
            </a:extLst>
          </p:cNvPr>
          <p:cNvSpPr>
            <a:spLocks noGrp="1"/>
          </p:cNvSpPr>
          <p:nvPr/>
        </p:nvSpPr>
        <p:spPr>
          <a:xfrm>
            <a:off x="4381560" y="309564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14288">
            <a:solidFill>
              <a:srgbClr val="5C677D"/>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5C677D"/>
                </a:solidFill>
                <a:latin typeface="Courier New"/>
                <a:ea typeface="Courier New"/>
                <a:cs typeface="Courier New"/>
              </a:rPr>
              <a:t>2</a:t>
            </a:r>
          </a:p>
        </p:txBody>
      </p:sp>
      <p:sp>
        <p:nvSpPr>
          <p:cNvPr id="472" name="s8-prev-dest-3">
            <a:extLst>
              <a:ext uri="{FF2B5EF4-FFF2-40B4-BE49-F238E27FC236}">
                <a16:creationId xmlns:a16="http://schemas.microsoft.com/office/drawing/2014/main" id="{6DC93E80-CE8C-492D-A687-0A09261AD167}"/>
              </a:ext>
            </a:extLst>
          </p:cNvPr>
          <p:cNvSpPr>
            <a:spLocks noGrp="1"/>
          </p:cNvSpPr>
          <p:nvPr/>
        </p:nvSpPr>
        <p:spPr>
          <a:xfrm>
            <a:off x="5143680" y="309564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0478">
            <a:solidFill>
              <a:srgbClr val="BBC1CD"/>
            </a:solidFill>
            <a:prstDash val="dash"/>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BBC1CD"/>
                </a:solidFill>
                <a:latin typeface="Courier New"/>
                <a:ea typeface="Courier New"/>
                <a:cs typeface="Courier New"/>
              </a:rPr>
              <a:t>3</a:t>
            </a:r>
          </a:p>
        </p:txBody>
      </p:sp>
      <p:sp>
        <p:nvSpPr>
          <p:cNvPr id="473" name="s8-prev-dest-4">
            <a:extLst>
              <a:ext uri="{FF2B5EF4-FFF2-40B4-BE49-F238E27FC236}">
                <a16:creationId xmlns:a16="http://schemas.microsoft.com/office/drawing/2014/main" id="{8814D7DC-9388-4E4A-BE6A-625056B94442}"/>
              </a:ext>
            </a:extLst>
          </p:cNvPr>
          <p:cNvSpPr>
            <a:spLocks noGrp="1"/>
          </p:cNvSpPr>
          <p:nvPr/>
        </p:nvSpPr>
        <p:spPr>
          <a:xfrm>
            <a:off x="5905440" y="309564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14288">
            <a:solidFill>
              <a:srgbClr val="5C677D"/>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5C677D"/>
                </a:solidFill>
                <a:latin typeface="Courier New"/>
                <a:ea typeface="Courier New"/>
                <a:cs typeface="Courier New"/>
              </a:rPr>
              <a:t>4</a:t>
            </a:r>
          </a:p>
        </p:txBody>
      </p:sp>
      <p:sp>
        <p:nvSpPr>
          <p:cNvPr id="474" name="s8-prev-dest-5">
            <a:extLst>
              <a:ext uri="{FF2B5EF4-FFF2-40B4-BE49-F238E27FC236}">
                <a16:creationId xmlns:a16="http://schemas.microsoft.com/office/drawing/2014/main" id="{D371CE1E-F96B-4A3C-B6C1-11099993817B}"/>
              </a:ext>
            </a:extLst>
          </p:cNvPr>
          <p:cNvSpPr>
            <a:spLocks noGrp="1"/>
          </p:cNvSpPr>
          <p:nvPr/>
        </p:nvSpPr>
        <p:spPr>
          <a:xfrm>
            <a:off x="6667560" y="309564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0478">
            <a:solidFill>
              <a:srgbClr val="BBC1CD"/>
            </a:solidFill>
            <a:prstDash val="dash"/>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BBC1CD"/>
                </a:solidFill>
                <a:latin typeface="Courier New"/>
                <a:ea typeface="Courier New"/>
                <a:cs typeface="Courier New"/>
              </a:rPr>
              <a:t>5</a:t>
            </a:r>
          </a:p>
        </p:txBody>
      </p:sp>
      <p:sp>
        <p:nvSpPr>
          <p:cNvPr id="475" name="s8-prev-dest-6">
            <a:extLst>
              <a:ext uri="{FF2B5EF4-FFF2-40B4-BE49-F238E27FC236}">
                <a16:creationId xmlns:a16="http://schemas.microsoft.com/office/drawing/2014/main" id="{9BCF2622-6969-4097-8A92-629794787850}"/>
              </a:ext>
            </a:extLst>
          </p:cNvPr>
          <p:cNvSpPr>
            <a:spLocks noGrp="1"/>
          </p:cNvSpPr>
          <p:nvPr/>
        </p:nvSpPr>
        <p:spPr>
          <a:xfrm>
            <a:off x="7429680" y="309564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14288">
            <a:solidFill>
              <a:srgbClr val="5C677D"/>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5C677D"/>
                </a:solidFill>
                <a:latin typeface="Courier New"/>
                <a:ea typeface="Courier New"/>
                <a:cs typeface="Courier New"/>
              </a:rPr>
              <a:t>6</a:t>
            </a:r>
          </a:p>
        </p:txBody>
      </p:sp>
      <p:sp>
        <p:nvSpPr>
          <p:cNvPr id="476" name="s8-prev-dest-7">
            <a:extLst>
              <a:ext uri="{FF2B5EF4-FFF2-40B4-BE49-F238E27FC236}">
                <a16:creationId xmlns:a16="http://schemas.microsoft.com/office/drawing/2014/main" id="{3C5A9D62-42F8-4036-AD5D-9CA6C5958D5C}"/>
              </a:ext>
            </a:extLst>
          </p:cNvPr>
          <p:cNvSpPr>
            <a:spLocks noGrp="1"/>
          </p:cNvSpPr>
          <p:nvPr/>
        </p:nvSpPr>
        <p:spPr>
          <a:xfrm>
            <a:off x="8191440" y="309564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0478">
            <a:solidFill>
              <a:srgbClr val="BBC1CD"/>
            </a:solidFill>
            <a:prstDash val="dash"/>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BBC1CD"/>
                </a:solidFill>
                <a:latin typeface="Courier New"/>
                <a:ea typeface="Courier New"/>
                <a:cs typeface="Courier New"/>
              </a:rPr>
              <a:t>7</a:t>
            </a:r>
          </a:p>
        </p:txBody>
      </p:sp>
      <p:sp>
        <p:nvSpPr>
          <p:cNvPr id="477" name="s8-current-dest-0">
            <a:extLst>
              <a:ext uri="{FF2B5EF4-FFF2-40B4-BE49-F238E27FC236}">
                <a16:creationId xmlns:a16="http://schemas.microsoft.com/office/drawing/2014/main" id="{F64F8547-2A48-4AD5-BC66-4398EA1036E4}"/>
              </a:ext>
            </a:extLst>
          </p:cNvPr>
          <p:cNvSpPr>
            <a:spLocks noGrp="1"/>
          </p:cNvSpPr>
          <p:nvPr/>
        </p:nvSpPr>
        <p:spPr>
          <a:xfrm>
            <a:off x="2857680" y="419112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286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1" u="none">
                <a:solidFill>
                  <a:srgbClr val="001233"/>
                </a:solidFill>
                <a:latin typeface="Courier New"/>
                <a:ea typeface="Courier New"/>
                <a:cs typeface="Courier New"/>
              </a:rPr>
              <a:t>0</a:t>
            </a:r>
          </a:p>
        </p:txBody>
      </p:sp>
      <p:sp>
        <p:nvSpPr>
          <p:cNvPr id="478" name="s8-current-dest-1">
            <a:extLst>
              <a:ext uri="{FF2B5EF4-FFF2-40B4-BE49-F238E27FC236}">
                <a16:creationId xmlns:a16="http://schemas.microsoft.com/office/drawing/2014/main" id="{41C976F2-B024-4219-A5B0-3C4A96AC2F20}"/>
              </a:ext>
            </a:extLst>
          </p:cNvPr>
          <p:cNvSpPr>
            <a:spLocks noGrp="1"/>
          </p:cNvSpPr>
          <p:nvPr/>
        </p:nvSpPr>
        <p:spPr>
          <a:xfrm>
            <a:off x="3619440" y="419112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286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1" u="none">
                <a:solidFill>
                  <a:srgbClr val="001233"/>
                </a:solidFill>
                <a:latin typeface="Courier New"/>
                <a:ea typeface="Courier New"/>
                <a:cs typeface="Courier New"/>
              </a:rPr>
              <a:t>1</a:t>
            </a:r>
          </a:p>
        </p:txBody>
      </p:sp>
      <p:sp>
        <p:nvSpPr>
          <p:cNvPr id="479" name="s8-current-dest-2">
            <a:extLst>
              <a:ext uri="{FF2B5EF4-FFF2-40B4-BE49-F238E27FC236}">
                <a16:creationId xmlns:a16="http://schemas.microsoft.com/office/drawing/2014/main" id="{D7BDE82C-623D-437D-9B7D-7845713B4893}"/>
              </a:ext>
            </a:extLst>
          </p:cNvPr>
          <p:cNvSpPr>
            <a:spLocks noGrp="1"/>
          </p:cNvSpPr>
          <p:nvPr/>
        </p:nvSpPr>
        <p:spPr>
          <a:xfrm>
            <a:off x="4381560" y="419112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286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1" u="none">
                <a:solidFill>
                  <a:srgbClr val="001233"/>
                </a:solidFill>
                <a:latin typeface="Courier New"/>
                <a:ea typeface="Courier New"/>
                <a:cs typeface="Courier New"/>
              </a:rPr>
              <a:t>2</a:t>
            </a:r>
          </a:p>
        </p:txBody>
      </p:sp>
      <p:sp>
        <p:nvSpPr>
          <p:cNvPr id="480" name="s8-current-dest-3">
            <a:extLst>
              <a:ext uri="{FF2B5EF4-FFF2-40B4-BE49-F238E27FC236}">
                <a16:creationId xmlns:a16="http://schemas.microsoft.com/office/drawing/2014/main" id="{AA816C91-D147-4BD3-B6D0-348C8E404230}"/>
              </a:ext>
            </a:extLst>
          </p:cNvPr>
          <p:cNvSpPr>
            <a:spLocks noGrp="1"/>
          </p:cNvSpPr>
          <p:nvPr/>
        </p:nvSpPr>
        <p:spPr>
          <a:xfrm>
            <a:off x="5143680" y="419112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286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1" u="none">
                <a:solidFill>
                  <a:srgbClr val="001233"/>
                </a:solidFill>
                <a:latin typeface="Courier New"/>
                <a:ea typeface="Courier New"/>
                <a:cs typeface="Courier New"/>
              </a:rPr>
              <a:t>3</a:t>
            </a:r>
          </a:p>
        </p:txBody>
      </p:sp>
      <p:sp>
        <p:nvSpPr>
          <p:cNvPr id="481" name="s8-current-dest-4">
            <a:extLst>
              <a:ext uri="{FF2B5EF4-FFF2-40B4-BE49-F238E27FC236}">
                <a16:creationId xmlns:a16="http://schemas.microsoft.com/office/drawing/2014/main" id="{92791A28-A838-4497-9D3B-B12BA592A3D2}"/>
              </a:ext>
            </a:extLst>
          </p:cNvPr>
          <p:cNvSpPr>
            <a:spLocks noGrp="1"/>
          </p:cNvSpPr>
          <p:nvPr/>
        </p:nvSpPr>
        <p:spPr>
          <a:xfrm>
            <a:off x="5905440" y="419112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0478">
            <a:solidFill>
              <a:srgbClr val="BBC1CD"/>
            </a:solidFill>
            <a:prstDash val="dash"/>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BBC1CD"/>
                </a:solidFill>
                <a:latin typeface="Courier New"/>
                <a:ea typeface="Courier New"/>
                <a:cs typeface="Courier New"/>
              </a:rPr>
              <a:t>4</a:t>
            </a:r>
          </a:p>
        </p:txBody>
      </p:sp>
      <p:sp>
        <p:nvSpPr>
          <p:cNvPr id="482" name="s8-current-dest-5">
            <a:extLst>
              <a:ext uri="{FF2B5EF4-FFF2-40B4-BE49-F238E27FC236}">
                <a16:creationId xmlns:a16="http://schemas.microsoft.com/office/drawing/2014/main" id="{11C63DBE-3D4A-4166-90C3-61B76DA01670}"/>
              </a:ext>
            </a:extLst>
          </p:cNvPr>
          <p:cNvSpPr>
            <a:spLocks noGrp="1"/>
          </p:cNvSpPr>
          <p:nvPr/>
        </p:nvSpPr>
        <p:spPr>
          <a:xfrm>
            <a:off x="6667560" y="419112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0478">
            <a:solidFill>
              <a:srgbClr val="BBC1CD"/>
            </a:solidFill>
            <a:prstDash val="dash"/>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BBC1CD"/>
                </a:solidFill>
                <a:latin typeface="Courier New"/>
                <a:ea typeface="Courier New"/>
                <a:cs typeface="Courier New"/>
              </a:rPr>
              <a:t>5</a:t>
            </a:r>
          </a:p>
        </p:txBody>
      </p:sp>
      <p:sp>
        <p:nvSpPr>
          <p:cNvPr id="483" name="s8-current-dest-6">
            <a:extLst>
              <a:ext uri="{FF2B5EF4-FFF2-40B4-BE49-F238E27FC236}">
                <a16:creationId xmlns:a16="http://schemas.microsoft.com/office/drawing/2014/main" id="{26D6B3F2-B730-4D4D-829C-E3F3DEA77974}"/>
              </a:ext>
            </a:extLst>
          </p:cNvPr>
          <p:cNvSpPr>
            <a:spLocks noGrp="1"/>
          </p:cNvSpPr>
          <p:nvPr/>
        </p:nvSpPr>
        <p:spPr>
          <a:xfrm>
            <a:off x="7429680" y="419112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0478">
            <a:solidFill>
              <a:srgbClr val="BBC1CD"/>
            </a:solidFill>
            <a:prstDash val="dash"/>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BBC1CD"/>
                </a:solidFill>
                <a:latin typeface="Courier New"/>
                <a:ea typeface="Courier New"/>
                <a:cs typeface="Courier New"/>
              </a:rPr>
              <a:t>6</a:t>
            </a:r>
          </a:p>
        </p:txBody>
      </p:sp>
      <p:sp>
        <p:nvSpPr>
          <p:cNvPr id="484" name="s8-current-dest-7">
            <a:extLst>
              <a:ext uri="{FF2B5EF4-FFF2-40B4-BE49-F238E27FC236}">
                <a16:creationId xmlns:a16="http://schemas.microsoft.com/office/drawing/2014/main" id="{DDA8C274-3A35-4041-B0D0-0C5E1DD333D1}"/>
              </a:ext>
            </a:extLst>
          </p:cNvPr>
          <p:cNvSpPr>
            <a:spLocks noGrp="1"/>
          </p:cNvSpPr>
          <p:nvPr/>
        </p:nvSpPr>
        <p:spPr>
          <a:xfrm>
            <a:off x="8191440" y="4191120"/>
            <a:ext cx="5713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0478">
            <a:solidFill>
              <a:srgbClr val="BBC1CD"/>
            </a:solidFill>
            <a:prstDash val="dash"/>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BBC1CD"/>
                </a:solidFill>
                <a:latin typeface="Courier New"/>
                <a:ea typeface="Courier New"/>
                <a:cs typeface="Courier New"/>
              </a:rPr>
              <a:t>7</a:t>
            </a:r>
          </a:p>
        </p:txBody>
      </p:sp>
      <p:cxnSp>
        <p:nvCxnSpPr>
          <p:cNvPr id="528" name="s8-arrow-s8-lanes-0-s8-prev-dest-0"/>
          <p:cNvCxnSpPr>
            <a:stCxn id="461" idx="2"/>
            <a:endCxn id="469" idx="0"/>
          </p:cNvCxnSpPr>
          <p:nvPr/>
        </p:nvCxnSpPr>
        <p:spPr>
          <a:xfrm>
            <a:off x="3142800" y="2400120"/>
            <a:ext cx="720" cy="695880"/>
          </a:xfrm>
          <a:prstGeom prst="straightConnector1">
            <a:avLst/>
          </a:prstGeom>
          <a:ln w="14288">
            <a:solidFill>
              <a:srgbClr val="BBC1CD"/>
            </a:solidFill>
            <a:prstDash val="dash"/>
            <a:round/>
            <a:tailEnd type="triangle" w="sm" len="sm"/>
          </a:ln>
        </p:spPr>
      </p:cxnSp>
      <p:cxnSp>
        <p:nvCxnSpPr>
          <p:cNvPr id="529" name="s8-arrow-s8-lanes-0-s8-current-dest-0"/>
          <p:cNvCxnSpPr>
            <a:stCxn id="461" idx="2"/>
            <a:endCxn id="477" idx="0"/>
          </p:cNvCxnSpPr>
          <p:nvPr/>
        </p:nvCxnSpPr>
        <p:spPr>
          <a:xfrm>
            <a:off x="3142800" y="2400120"/>
            <a:ext cx="720" cy="1791360"/>
          </a:xfrm>
          <a:prstGeom prst="straightConnector1">
            <a:avLst/>
          </a:prstGeom>
          <a:ln w="27623">
            <a:solidFill>
              <a:srgbClr val="0353A4"/>
            </a:solidFill>
            <a:round/>
            <a:tailEnd type="triangle" w="sm" len="sm"/>
          </a:ln>
        </p:spPr>
      </p:cxnSp>
      <p:cxnSp>
        <p:nvCxnSpPr>
          <p:cNvPr id="530" name="s8-arrow-s8-lanes-1-s8-prev-dest-2"/>
          <p:cNvCxnSpPr>
            <a:stCxn id="462" idx="2"/>
            <a:endCxn id="471" idx="0"/>
          </p:cNvCxnSpPr>
          <p:nvPr/>
        </p:nvCxnSpPr>
        <p:spPr>
          <a:xfrm>
            <a:off x="3904920" y="2400120"/>
            <a:ext cx="762480" cy="695880"/>
          </a:xfrm>
          <a:prstGeom prst="straightConnector1">
            <a:avLst/>
          </a:prstGeom>
          <a:ln w="14288">
            <a:solidFill>
              <a:srgbClr val="BBC1CD"/>
            </a:solidFill>
            <a:prstDash val="dash"/>
            <a:round/>
            <a:tailEnd type="triangle" w="sm" len="sm"/>
          </a:ln>
        </p:spPr>
      </p:cxnSp>
      <p:cxnSp>
        <p:nvCxnSpPr>
          <p:cNvPr id="531" name="s8-arrow-s8-lanes-1-s8-current-dest-1"/>
          <p:cNvCxnSpPr>
            <a:stCxn id="462" idx="2"/>
            <a:endCxn id="478" idx="0"/>
          </p:cNvCxnSpPr>
          <p:nvPr/>
        </p:nvCxnSpPr>
        <p:spPr>
          <a:xfrm>
            <a:off x="3904920" y="2400120"/>
            <a:ext cx="360" cy="1791360"/>
          </a:xfrm>
          <a:prstGeom prst="straightConnector1">
            <a:avLst/>
          </a:prstGeom>
          <a:ln w="27623">
            <a:solidFill>
              <a:srgbClr val="0353A4"/>
            </a:solidFill>
            <a:round/>
            <a:tailEnd type="triangle" w="sm" len="sm"/>
          </a:ln>
        </p:spPr>
      </p:cxnSp>
      <p:cxnSp>
        <p:nvCxnSpPr>
          <p:cNvPr id="532" name="s8-arrow-s8-lanes-2-s8-prev-dest-4"/>
          <p:cNvCxnSpPr>
            <a:stCxn id="463" idx="2"/>
            <a:endCxn id="473" idx="0"/>
          </p:cNvCxnSpPr>
          <p:nvPr/>
        </p:nvCxnSpPr>
        <p:spPr>
          <a:xfrm>
            <a:off x="4667040" y="2400120"/>
            <a:ext cx="1524240" cy="695880"/>
          </a:xfrm>
          <a:prstGeom prst="straightConnector1">
            <a:avLst/>
          </a:prstGeom>
          <a:ln w="14288">
            <a:solidFill>
              <a:srgbClr val="BBC1CD"/>
            </a:solidFill>
            <a:prstDash val="dash"/>
            <a:round/>
            <a:tailEnd type="triangle" w="sm" len="sm"/>
          </a:ln>
        </p:spPr>
      </p:cxnSp>
      <p:cxnSp>
        <p:nvCxnSpPr>
          <p:cNvPr id="533" name="s8-arrow-s8-lanes-2-s8-current-dest-2"/>
          <p:cNvCxnSpPr>
            <a:stCxn id="463" idx="2"/>
            <a:endCxn id="479" idx="0"/>
          </p:cNvCxnSpPr>
          <p:nvPr/>
        </p:nvCxnSpPr>
        <p:spPr>
          <a:xfrm>
            <a:off x="4667040" y="2400120"/>
            <a:ext cx="360" cy="1791360"/>
          </a:xfrm>
          <a:prstGeom prst="straightConnector1">
            <a:avLst/>
          </a:prstGeom>
          <a:ln w="27623">
            <a:solidFill>
              <a:srgbClr val="0353A4"/>
            </a:solidFill>
            <a:round/>
            <a:tailEnd type="triangle" w="sm" len="sm"/>
          </a:ln>
        </p:spPr>
      </p:cxnSp>
      <p:cxnSp>
        <p:nvCxnSpPr>
          <p:cNvPr id="534" name="s8-arrow-s8-lanes-3-s8-prev-dest-6"/>
          <p:cNvCxnSpPr>
            <a:stCxn id="464" idx="2"/>
            <a:endCxn id="475" idx="0"/>
          </p:cNvCxnSpPr>
          <p:nvPr/>
        </p:nvCxnSpPr>
        <p:spPr>
          <a:xfrm>
            <a:off x="5428800" y="2400120"/>
            <a:ext cx="2286720" cy="695880"/>
          </a:xfrm>
          <a:prstGeom prst="straightConnector1">
            <a:avLst/>
          </a:prstGeom>
          <a:ln w="14288">
            <a:solidFill>
              <a:srgbClr val="BBC1CD"/>
            </a:solidFill>
            <a:prstDash val="dash"/>
            <a:round/>
            <a:tailEnd type="triangle" w="sm" len="sm"/>
          </a:ln>
        </p:spPr>
      </p:cxnSp>
      <p:cxnSp>
        <p:nvCxnSpPr>
          <p:cNvPr id="535" name="s8-arrow-s8-lanes-3-s8-current-dest-3"/>
          <p:cNvCxnSpPr>
            <a:stCxn id="464" idx="2"/>
            <a:endCxn id="480" idx="0"/>
          </p:cNvCxnSpPr>
          <p:nvPr/>
        </p:nvCxnSpPr>
        <p:spPr>
          <a:xfrm>
            <a:off x="5428800" y="2400120"/>
            <a:ext cx="720" cy="1791360"/>
          </a:xfrm>
          <a:prstGeom prst="straightConnector1">
            <a:avLst/>
          </a:prstGeom>
          <a:ln w="27623">
            <a:solidFill>
              <a:srgbClr val="0353A4"/>
            </a:solidFill>
            <a:round/>
            <a:tailEnd type="triangle" w="sm" len="sm"/>
          </a:ln>
        </p:spPr>
      </p:cxnSp>
      <p:sp>
        <p:nvSpPr>
          <p:cNvPr id="493" name="s8-contiguous-dest">
            <a:extLst>
              <a:ext uri="{FF2B5EF4-FFF2-40B4-BE49-F238E27FC236}">
                <a16:creationId xmlns:a16="http://schemas.microsoft.com/office/drawing/2014/main" id="{999037D6-FC90-43FA-8F4E-76721849744F}"/>
              </a:ext>
            </a:extLst>
          </p:cNvPr>
          <p:cNvSpPr>
            <a:spLocks noGrp="1"/>
          </p:cNvSpPr>
          <p:nvPr/>
        </p:nvSpPr>
        <p:spPr>
          <a:xfrm>
            <a:off x="2762279" y="4095720"/>
            <a:ext cx="3070251" cy="6091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30480">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494" name="s8-red-label">
            <a:extLst>
              <a:ext uri="{FF2B5EF4-FFF2-40B4-BE49-F238E27FC236}">
                <a16:creationId xmlns:a16="http://schemas.microsoft.com/office/drawing/2014/main" id="{F5144D13-76E5-4884-9F17-C5F491B380B5}"/>
              </a:ext>
            </a:extLst>
          </p:cNvPr>
          <p:cNvSpPr>
            <a:spLocks noGrp="1"/>
          </p:cNvSpPr>
          <p:nvPr/>
        </p:nvSpPr>
        <p:spPr>
          <a:xfrm>
            <a:off x="8835669" y="4210200"/>
            <a:ext cx="2761920" cy="39960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fontScale="85000" lnSpcReduction="19999"/>
          </a:bodyPr>
          <a:lstStyle/>
          <a:p>
            <a:pPr>
              <a:lnSpc>
                <a:spcPct val="100000"/>
              </a:lnSpc>
              <a:buNone/>
            </a:pPr>
            <a:r>
              <a:rPr sz="1650" b="1" u="none" dirty="0">
                <a:solidFill>
                  <a:srgbClr val="FF0000"/>
                </a:solidFill>
                <a:latin typeface="Courier New"/>
                <a:ea typeface="Courier New"/>
                <a:cs typeface="Courier New"/>
              </a:rPr>
              <a:t>one contiguous destination run</a:t>
            </a:r>
          </a:p>
        </p:txBody>
      </p:sp>
      <p:sp>
        <p:nvSpPr>
          <p:cNvPr id="495" name="s8-code">
            <a:extLst>
              <a:ext uri="{FF2B5EF4-FFF2-40B4-BE49-F238E27FC236}">
                <a16:creationId xmlns:a16="http://schemas.microsoft.com/office/drawing/2014/main" id="{12C43268-6466-481D-8654-0998E22DFE18}"/>
              </a:ext>
            </a:extLst>
          </p:cNvPr>
          <p:cNvSpPr>
            <a:spLocks noGrp="1"/>
          </p:cNvSpPr>
          <p:nvPr/>
        </p:nvSpPr>
        <p:spPr>
          <a:xfrm>
            <a:off x="2238480" y="4905360"/>
            <a:ext cx="7714800" cy="4759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905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500" b="1" u="none">
                <a:solidFill>
                  <a:srgbClr val="001233"/>
                </a:solidFill>
                <a:latin typeface="Courier New"/>
                <a:ea typeface="Courier New"/>
                <a:cs typeface="Courier New"/>
              </a:rPr>
              <a:t>if (tid &lt; s)  s[tid] += s[tid+s];</a:t>
            </a:r>
          </a:p>
        </p:txBody>
      </p:sp>
      <p:sp>
        <p:nvSpPr>
          <p:cNvPr id="496" name="s8-timing">
            <a:extLst>
              <a:ext uri="{FF2B5EF4-FFF2-40B4-BE49-F238E27FC236}">
                <a16:creationId xmlns:a16="http://schemas.microsoft.com/office/drawing/2014/main" id="{484B287E-EDC9-404B-9CF3-1EC1068EFD66}"/>
              </a:ext>
            </a:extLst>
          </p:cNvPr>
          <p:cNvSpPr>
            <a:spLocks noGrp="1"/>
          </p:cNvSpPr>
          <p:nvPr/>
        </p:nvSpPr>
        <p:spPr>
          <a:xfrm>
            <a:off x="857160" y="5524560"/>
            <a:ext cx="10477080" cy="32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770" b="1" u="none">
                <a:solidFill>
                  <a:srgbClr val="FF0000"/>
                </a:solidFill>
                <a:latin typeface="Courier New"/>
                <a:ea typeface="Courier New"/>
                <a:cs typeface="Courier New"/>
              </a:rPr>
              <a:t>CUDA EVENTS • 3.101696 → 3.013632 ms  |  DERIVED • −2.84% • 1.029×</a:t>
            </a:r>
          </a:p>
        </p:txBody>
      </p:sp>
      <p:sp>
        <p:nvSpPr>
          <p:cNvPr id="497" name="s8-evidence">
            <a:extLst>
              <a:ext uri="{FF2B5EF4-FFF2-40B4-BE49-F238E27FC236}">
                <a16:creationId xmlns:a16="http://schemas.microsoft.com/office/drawing/2014/main" id="{8B066ED6-5703-428E-BD1D-224EF6D74E10}"/>
              </a:ext>
            </a:extLst>
          </p:cNvPr>
          <p:cNvSpPr>
            <a:spLocks noGrp="1"/>
          </p:cNvSpPr>
          <p:nvPr/>
        </p:nvSpPr>
        <p:spPr>
          <a:xfrm>
            <a:off x="905040" y="5857920"/>
            <a:ext cx="10382040" cy="27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170" b="1" u="none">
                <a:solidFill>
                  <a:srgbClr val="001233"/>
                </a:solidFill>
                <a:latin typeface="Arial"/>
                <a:ea typeface="Arial"/>
                <a:cs typeface="Arial"/>
              </a:rPr>
              <a:t>NSIGHT COMPUTE • shared-load wavefronts 201.6M→52.5M • global DRAM traffic unchanged</a:t>
            </a:r>
          </a:p>
        </p:txBody>
      </p:sp>
      <p:sp>
        <p:nvSpPr>
          <p:cNvPr id="498" name="s8-source">
            <a:extLst>
              <a:ext uri="{FF2B5EF4-FFF2-40B4-BE49-F238E27FC236}">
                <a16:creationId xmlns:a16="http://schemas.microsoft.com/office/drawing/2014/main" id="{17AEFC12-AFBA-4CFB-AB20-DF00CA624DEC}"/>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Physical L40S Device 3 • 2 GiB FP32 input • CUDA events: 3 fresh processes × (10 warmups + 101 samples) • Nsight Compute first-pass counters profiled separately.</a:t>
            </a:r>
          </a:p>
        </p:txBody>
      </p:sp>
    </p:spTree>
    <p:extLst>
      <p:ext uri="{BB962C8B-B14F-4D97-AF65-F5344CB8AC3E}">
        <p14:creationId xmlns:p14="http://schemas.microsoft.com/office/powerpoint/2010/main" val="818467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PlaceHolder 1">
            <a:extLst>
              <a:ext uri="{FF2B5EF4-FFF2-40B4-BE49-F238E27FC236}">
                <a16:creationId xmlns:a16="http://schemas.microsoft.com/office/drawing/2014/main" id="{07FFDF7E-A00B-48BA-AA89-6B891F78E388}"/>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2780" b="1" u="none">
                <a:solidFill>
                  <a:srgbClr val="001233"/>
                </a:solidFill>
                <a:latin typeface="Arial"/>
                <a:ea typeface="Arial"/>
                <a:cs typeface="Arial"/>
              </a:rPr>
              <a:t>K4 halves blocks by pre-adding two inputs per thread</a:t>
            </a:r>
          </a:p>
        </p:txBody>
      </p:sp>
      <p:sp>
        <p:nvSpPr>
          <p:cNvPr id="500" name="s9-lead">
            <a:extLst>
              <a:ext uri="{FF2B5EF4-FFF2-40B4-BE49-F238E27FC236}">
                <a16:creationId xmlns:a16="http://schemas.microsoft.com/office/drawing/2014/main" id="{C6897460-F495-4BA6-9091-7CE1CB326D93}"/>
              </a:ext>
            </a:extLst>
          </p:cNvPr>
          <p:cNvSpPr>
            <a:spLocks noGrp="1"/>
          </p:cNvSpPr>
          <p:nvPr/>
        </p:nvSpPr>
        <p:spPr>
          <a:xfrm>
            <a:off x="723960" y="990720"/>
            <a:ext cx="106484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540" b="1" u="none">
                <a:solidFill>
                  <a:srgbClr val="001233"/>
                </a:solidFill>
                <a:latin typeface="Arial"/>
                <a:ea typeface="Arial"/>
                <a:cs typeface="Arial"/>
              </a:rPr>
              <a:t>Only the load band changes: g[i] and g[i+B] merge before the unchanged K3 shared-memory tree.</a:t>
            </a:r>
          </a:p>
        </p:txBody>
      </p:sp>
      <p:sp>
        <p:nvSpPr>
          <p:cNvPr id="501" name="s9-label-global-g-i--166">
            <a:extLst>
              <a:ext uri="{FF2B5EF4-FFF2-40B4-BE49-F238E27FC236}">
                <a16:creationId xmlns:a16="http://schemas.microsoft.com/office/drawing/2014/main" id="{DDD991B7-10A2-44DD-BCA9-649F459C4472}"/>
              </a:ext>
            </a:extLst>
          </p:cNvPr>
          <p:cNvSpPr>
            <a:spLocks noGrp="1"/>
          </p:cNvSpPr>
          <p:nvPr/>
        </p:nvSpPr>
        <p:spPr>
          <a:xfrm>
            <a:off x="743040" y="1581120"/>
            <a:ext cx="1809360" cy="323640"/>
          </a:xfrm>
          <a:prstGeom prst="rect">
            <a:avLst/>
          </a:prstGeom>
          <a:noFill/>
          <a:ln w="0">
            <a:noFill/>
          </a:ln>
        </p:spPr>
        <p:style>
          <a:lnRef idx="0">
            <a:scrgbClr r="0" g="0" b="0"/>
          </a:lnRef>
          <a:fillRef idx="0">
            <a:scrgbClr r="0" g="0" b="0"/>
          </a:fillRef>
          <a:effectRef idx="0">
            <a:scrgbClr r="0" g="0" b="0"/>
          </a:effectRef>
          <a:fontRef idx="minor"/>
        </p:style>
        <p:txBody>
          <a:bodyPr lIns="0" tIns="0" rIns="57240" bIns="0" anchor="ctr">
            <a:normAutofit/>
          </a:bodyPr>
          <a:lstStyle/>
          <a:p>
            <a:pPr algn="r">
              <a:lnSpc>
                <a:spcPct val="100000"/>
              </a:lnSpc>
              <a:buNone/>
            </a:pPr>
            <a:r>
              <a:rPr sz="1350" b="1" u="none">
                <a:solidFill>
                  <a:srgbClr val="5C677D"/>
                </a:solidFill>
                <a:latin typeface="Courier New"/>
                <a:ea typeface="Courier New"/>
                <a:cs typeface="Courier New"/>
              </a:rPr>
              <a:t>global g[i]</a:t>
            </a:r>
          </a:p>
        </p:txBody>
      </p:sp>
      <p:sp>
        <p:nvSpPr>
          <p:cNvPr id="502" name="s9-label-global-g-i-B--244">
            <a:extLst>
              <a:ext uri="{FF2B5EF4-FFF2-40B4-BE49-F238E27FC236}">
                <a16:creationId xmlns:a16="http://schemas.microsoft.com/office/drawing/2014/main" id="{75D45F3F-915D-46C9-A041-070F2F1D612C}"/>
              </a:ext>
            </a:extLst>
          </p:cNvPr>
          <p:cNvSpPr>
            <a:spLocks noGrp="1"/>
          </p:cNvSpPr>
          <p:nvPr/>
        </p:nvSpPr>
        <p:spPr>
          <a:xfrm>
            <a:off x="743040" y="2324160"/>
            <a:ext cx="1809360" cy="323640"/>
          </a:xfrm>
          <a:prstGeom prst="rect">
            <a:avLst/>
          </a:prstGeom>
          <a:noFill/>
          <a:ln w="0">
            <a:noFill/>
          </a:ln>
        </p:spPr>
        <p:style>
          <a:lnRef idx="0">
            <a:scrgbClr r="0" g="0" b="0"/>
          </a:lnRef>
          <a:fillRef idx="0">
            <a:scrgbClr r="0" g="0" b="0"/>
          </a:fillRef>
          <a:effectRef idx="0">
            <a:scrgbClr r="0" g="0" b="0"/>
          </a:effectRef>
          <a:fontRef idx="minor"/>
        </p:style>
        <p:txBody>
          <a:bodyPr lIns="0" tIns="0" rIns="57240" bIns="0" anchor="ctr">
            <a:normAutofit/>
          </a:bodyPr>
          <a:lstStyle/>
          <a:p>
            <a:pPr algn="r">
              <a:lnSpc>
                <a:spcPct val="100000"/>
              </a:lnSpc>
              <a:buNone/>
            </a:pPr>
            <a:r>
              <a:rPr sz="1350" b="1" u="none">
                <a:solidFill>
                  <a:srgbClr val="5C677D"/>
                </a:solidFill>
                <a:latin typeface="Courier New"/>
                <a:ea typeface="Courier New"/>
                <a:cs typeface="Courier New"/>
              </a:rPr>
              <a:t>global g[i+B]</a:t>
            </a:r>
          </a:p>
        </p:txBody>
      </p:sp>
      <p:sp>
        <p:nvSpPr>
          <p:cNvPr id="503" name="s9-label-thread-348">
            <a:extLst>
              <a:ext uri="{FF2B5EF4-FFF2-40B4-BE49-F238E27FC236}">
                <a16:creationId xmlns:a16="http://schemas.microsoft.com/office/drawing/2014/main" id="{53F8E817-71A5-42D2-8EB6-D65924D385EA}"/>
              </a:ext>
            </a:extLst>
          </p:cNvPr>
          <p:cNvSpPr>
            <a:spLocks noGrp="1"/>
          </p:cNvSpPr>
          <p:nvPr/>
        </p:nvSpPr>
        <p:spPr>
          <a:xfrm>
            <a:off x="743040" y="3314880"/>
            <a:ext cx="1809360" cy="323640"/>
          </a:xfrm>
          <a:prstGeom prst="rect">
            <a:avLst/>
          </a:prstGeom>
          <a:noFill/>
          <a:ln w="0">
            <a:noFill/>
          </a:ln>
        </p:spPr>
        <p:style>
          <a:lnRef idx="0">
            <a:scrgbClr r="0" g="0" b="0"/>
          </a:lnRef>
          <a:fillRef idx="0">
            <a:scrgbClr r="0" g="0" b="0"/>
          </a:fillRef>
          <a:effectRef idx="0">
            <a:scrgbClr r="0" g="0" b="0"/>
          </a:effectRef>
          <a:fontRef idx="minor"/>
        </p:style>
        <p:txBody>
          <a:bodyPr lIns="0" tIns="0" rIns="57240" bIns="0" anchor="ctr">
            <a:normAutofit/>
          </a:bodyPr>
          <a:lstStyle/>
          <a:p>
            <a:pPr algn="r">
              <a:lnSpc>
                <a:spcPct val="100000"/>
              </a:lnSpc>
              <a:buNone/>
            </a:pPr>
            <a:r>
              <a:rPr sz="1350" b="1" u="none">
                <a:solidFill>
                  <a:srgbClr val="5C677D"/>
                </a:solidFill>
                <a:latin typeface="Courier New"/>
                <a:ea typeface="Courier New"/>
                <a:cs typeface="Courier New"/>
              </a:rPr>
              <a:t>thread</a:t>
            </a:r>
          </a:p>
        </p:txBody>
      </p:sp>
      <p:sp>
        <p:nvSpPr>
          <p:cNvPr id="504" name="s9-label-shared-s-tid--460">
            <a:extLst>
              <a:ext uri="{FF2B5EF4-FFF2-40B4-BE49-F238E27FC236}">
                <a16:creationId xmlns:a16="http://schemas.microsoft.com/office/drawing/2014/main" id="{3A7CB498-B070-4103-B914-D9A2868554BD}"/>
              </a:ext>
            </a:extLst>
          </p:cNvPr>
          <p:cNvSpPr>
            <a:spLocks noGrp="1"/>
          </p:cNvSpPr>
          <p:nvPr/>
        </p:nvSpPr>
        <p:spPr>
          <a:xfrm>
            <a:off x="743040" y="4381560"/>
            <a:ext cx="1809360" cy="323640"/>
          </a:xfrm>
          <a:prstGeom prst="rect">
            <a:avLst/>
          </a:prstGeom>
          <a:noFill/>
          <a:ln w="0">
            <a:noFill/>
          </a:ln>
        </p:spPr>
        <p:style>
          <a:lnRef idx="0">
            <a:scrgbClr r="0" g="0" b="0"/>
          </a:lnRef>
          <a:fillRef idx="0">
            <a:scrgbClr r="0" g="0" b="0"/>
          </a:fillRef>
          <a:effectRef idx="0">
            <a:scrgbClr r="0" g="0" b="0"/>
          </a:effectRef>
          <a:fontRef idx="minor"/>
        </p:style>
        <p:txBody>
          <a:bodyPr lIns="0" tIns="0" rIns="57240" bIns="0" anchor="ctr">
            <a:normAutofit/>
          </a:bodyPr>
          <a:lstStyle/>
          <a:p>
            <a:pPr algn="r">
              <a:lnSpc>
                <a:spcPct val="100000"/>
              </a:lnSpc>
              <a:buNone/>
            </a:pPr>
            <a:r>
              <a:rPr sz="1350" b="1" u="none">
                <a:solidFill>
                  <a:srgbClr val="5C677D"/>
                </a:solidFill>
                <a:latin typeface="Courier New"/>
                <a:ea typeface="Courier New"/>
                <a:cs typeface="Courier New"/>
              </a:rPr>
              <a:t>shared s[tid]</a:t>
            </a:r>
          </a:p>
        </p:txBody>
      </p:sp>
      <p:sp>
        <p:nvSpPr>
          <p:cNvPr id="505" name="s9-a-0">
            <a:extLst>
              <a:ext uri="{FF2B5EF4-FFF2-40B4-BE49-F238E27FC236}">
                <a16:creationId xmlns:a16="http://schemas.microsoft.com/office/drawing/2014/main" id="{296C0412-06C8-40D6-994A-A4FCFEBB5DC8}"/>
              </a:ext>
            </a:extLst>
          </p:cNvPr>
          <p:cNvSpPr>
            <a:spLocks noGrp="1"/>
          </p:cNvSpPr>
          <p:nvPr/>
        </p:nvSpPr>
        <p:spPr>
          <a:xfrm>
            <a:off x="2857680" y="152388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0</a:t>
            </a:r>
          </a:p>
        </p:txBody>
      </p:sp>
      <p:sp>
        <p:nvSpPr>
          <p:cNvPr id="506" name="s9-a-1">
            <a:extLst>
              <a:ext uri="{FF2B5EF4-FFF2-40B4-BE49-F238E27FC236}">
                <a16:creationId xmlns:a16="http://schemas.microsoft.com/office/drawing/2014/main" id="{8364D3B8-757F-4139-AAA1-FFF7F5E6AA97}"/>
              </a:ext>
            </a:extLst>
          </p:cNvPr>
          <p:cNvSpPr>
            <a:spLocks noGrp="1"/>
          </p:cNvSpPr>
          <p:nvPr/>
        </p:nvSpPr>
        <p:spPr>
          <a:xfrm>
            <a:off x="3619440" y="152388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1</a:t>
            </a:r>
          </a:p>
        </p:txBody>
      </p:sp>
      <p:sp>
        <p:nvSpPr>
          <p:cNvPr id="507" name="s9-a-2">
            <a:extLst>
              <a:ext uri="{FF2B5EF4-FFF2-40B4-BE49-F238E27FC236}">
                <a16:creationId xmlns:a16="http://schemas.microsoft.com/office/drawing/2014/main" id="{E156119D-EE65-4A3F-A60F-2B077C828408}"/>
              </a:ext>
            </a:extLst>
          </p:cNvPr>
          <p:cNvSpPr>
            <a:spLocks noGrp="1"/>
          </p:cNvSpPr>
          <p:nvPr/>
        </p:nvSpPr>
        <p:spPr>
          <a:xfrm>
            <a:off x="4381560" y="152388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2</a:t>
            </a:r>
          </a:p>
        </p:txBody>
      </p:sp>
      <p:sp>
        <p:nvSpPr>
          <p:cNvPr id="508" name="s9-a-3">
            <a:extLst>
              <a:ext uri="{FF2B5EF4-FFF2-40B4-BE49-F238E27FC236}">
                <a16:creationId xmlns:a16="http://schemas.microsoft.com/office/drawing/2014/main" id="{9AF2C323-53D6-4223-9872-3496C95A6567}"/>
              </a:ext>
            </a:extLst>
          </p:cNvPr>
          <p:cNvSpPr>
            <a:spLocks noGrp="1"/>
          </p:cNvSpPr>
          <p:nvPr/>
        </p:nvSpPr>
        <p:spPr>
          <a:xfrm>
            <a:off x="5143680" y="152388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3</a:t>
            </a:r>
          </a:p>
        </p:txBody>
      </p:sp>
      <p:sp>
        <p:nvSpPr>
          <p:cNvPr id="509" name="s9-a-4">
            <a:extLst>
              <a:ext uri="{FF2B5EF4-FFF2-40B4-BE49-F238E27FC236}">
                <a16:creationId xmlns:a16="http://schemas.microsoft.com/office/drawing/2014/main" id="{25D95292-BEFB-4E63-85CF-576C09D4C007}"/>
              </a:ext>
            </a:extLst>
          </p:cNvPr>
          <p:cNvSpPr>
            <a:spLocks noGrp="1"/>
          </p:cNvSpPr>
          <p:nvPr/>
        </p:nvSpPr>
        <p:spPr>
          <a:xfrm>
            <a:off x="5905440" y="152388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4</a:t>
            </a:r>
          </a:p>
        </p:txBody>
      </p:sp>
      <p:sp>
        <p:nvSpPr>
          <p:cNvPr id="510" name="s9-a-5">
            <a:extLst>
              <a:ext uri="{FF2B5EF4-FFF2-40B4-BE49-F238E27FC236}">
                <a16:creationId xmlns:a16="http://schemas.microsoft.com/office/drawing/2014/main" id="{E53B4B02-C928-498E-A087-7025F0EB2D69}"/>
              </a:ext>
            </a:extLst>
          </p:cNvPr>
          <p:cNvSpPr>
            <a:spLocks noGrp="1"/>
          </p:cNvSpPr>
          <p:nvPr/>
        </p:nvSpPr>
        <p:spPr>
          <a:xfrm>
            <a:off x="6667560" y="152388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5</a:t>
            </a:r>
          </a:p>
        </p:txBody>
      </p:sp>
      <p:sp>
        <p:nvSpPr>
          <p:cNvPr id="511" name="s9-a-6">
            <a:extLst>
              <a:ext uri="{FF2B5EF4-FFF2-40B4-BE49-F238E27FC236}">
                <a16:creationId xmlns:a16="http://schemas.microsoft.com/office/drawing/2014/main" id="{80AAB58F-2694-4FDE-95F6-C67A4A17FE71}"/>
              </a:ext>
            </a:extLst>
          </p:cNvPr>
          <p:cNvSpPr>
            <a:spLocks noGrp="1"/>
          </p:cNvSpPr>
          <p:nvPr/>
        </p:nvSpPr>
        <p:spPr>
          <a:xfrm>
            <a:off x="7429680" y="152388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6</a:t>
            </a:r>
          </a:p>
        </p:txBody>
      </p:sp>
      <p:sp>
        <p:nvSpPr>
          <p:cNvPr id="512" name="s9-a-7">
            <a:extLst>
              <a:ext uri="{FF2B5EF4-FFF2-40B4-BE49-F238E27FC236}">
                <a16:creationId xmlns:a16="http://schemas.microsoft.com/office/drawing/2014/main" id="{2E35B1D7-687B-4CE4-8854-BA6F9EB29295}"/>
              </a:ext>
            </a:extLst>
          </p:cNvPr>
          <p:cNvSpPr>
            <a:spLocks noGrp="1"/>
          </p:cNvSpPr>
          <p:nvPr/>
        </p:nvSpPr>
        <p:spPr>
          <a:xfrm>
            <a:off x="8191440" y="152388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7</a:t>
            </a:r>
          </a:p>
        </p:txBody>
      </p:sp>
      <p:sp>
        <p:nvSpPr>
          <p:cNvPr id="513" name="s9-b-0">
            <a:extLst>
              <a:ext uri="{FF2B5EF4-FFF2-40B4-BE49-F238E27FC236}">
                <a16:creationId xmlns:a16="http://schemas.microsoft.com/office/drawing/2014/main" id="{ACFFD192-70C4-41DD-85A4-E80B184491BB}"/>
              </a:ext>
            </a:extLst>
          </p:cNvPr>
          <p:cNvSpPr>
            <a:spLocks noGrp="1"/>
          </p:cNvSpPr>
          <p:nvPr/>
        </p:nvSpPr>
        <p:spPr>
          <a:xfrm>
            <a:off x="2857680" y="226692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8098">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B+0</a:t>
            </a:r>
          </a:p>
        </p:txBody>
      </p:sp>
      <p:sp>
        <p:nvSpPr>
          <p:cNvPr id="514" name="s9-b-1">
            <a:extLst>
              <a:ext uri="{FF2B5EF4-FFF2-40B4-BE49-F238E27FC236}">
                <a16:creationId xmlns:a16="http://schemas.microsoft.com/office/drawing/2014/main" id="{88F42E17-2F45-4109-AA29-2F82007B0B0C}"/>
              </a:ext>
            </a:extLst>
          </p:cNvPr>
          <p:cNvSpPr>
            <a:spLocks noGrp="1"/>
          </p:cNvSpPr>
          <p:nvPr/>
        </p:nvSpPr>
        <p:spPr>
          <a:xfrm>
            <a:off x="3619440" y="226692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8098">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B+1</a:t>
            </a:r>
          </a:p>
        </p:txBody>
      </p:sp>
      <p:sp>
        <p:nvSpPr>
          <p:cNvPr id="515" name="s9-b-2">
            <a:extLst>
              <a:ext uri="{FF2B5EF4-FFF2-40B4-BE49-F238E27FC236}">
                <a16:creationId xmlns:a16="http://schemas.microsoft.com/office/drawing/2014/main" id="{FB46864D-5A73-4E99-B215-4ED3FDC61334}"/>
              </a:ext>
            </a:extLst>
          </p:cNvPr>
          <p:cNvSpPr>
            <a:spLocks noGrp="1"/>
          </p:cNvSpPr>
          <p:nvPr/>
        </p:nvSpPr>
        <p:spPr>
          <a:xfrm>
            <a:off x="4381560" y="226692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8098">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B+2</a:t>
            </a:r>
          </a:p>
        </p:txBody>
      </p:sp>
      <p:sp>
        <p:nvSpPr>
          <p:cNvPr id="516" name="s9-b-3">
            <a:extLst>
              <a:ext uri="{FF2B5EF4-FFF2-40B4-BE49-F238E27FC236}">
                <a16:creationId xmlns:a16="http://schemas.microsoft.com/office/drawing/2014/main" id="{03847AC6-C051-40A6-BB47-B83EDD09F599}"/>
              </a:ext>
            </a:extLst>
          </p:cNvPr>
          <p:cNvSpPr>
            <a:spLocks noGrp="1"/>
          </p:cNvSpPr>
          <p:nvPr/>
        </p:nvSpPr>
        <p:spPr>
          <a:xfrm>
            <a:off x="5143680" y="226692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8098">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B+3</a:t>
            </a:r>
          </a:p>
        </p:txBody>
      </p:sp>
      <p:sp>
        <p:nvSpPr>
          <p:cNvPr id="517" name="s9-b-4">
            <a:extLst>
              <a:ext uri="{FF2B5EF4-FFF2-40B4-BE49-F238E27FC236}">
                <a16:creationId xmlns:a16="http://schemas.microsoft.com/office/drawing/2014/main" id="{1A8A21CF-606A-4C52-A8A7-D525BD35771C}"/>
              </a:ext>
            </a:extLst>
          </p:cNvPr>
          <p:cNvSpPr>
            <a:spLocks noGrp="1"/>
          </p:cNvSpPr>
          <p:nvPr/>
        </p:nvSpPr>
        <p:spPr>
          <a:xfrm>
            <a:off x="5905440" y="226692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8098">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B+4</a:t>
            </a:r>
          </a:p>
        </p:txBody>
      </p:sp>
      <p:sp>
        <p:nvSpPr>
          <p:cNvPr id="518" name="s9-b-5">
            <a:extLst>
              <a:ext uri="{FF2B5EF4-FFF2-40B4-BE49-F238E27FC236}">
                <a16:creationId xmlns:a16="http://schemas.microsoft.com/office/drawing/2014/main" id="{48B650DD-FF18-4C56-8EFD-1E6B5A3C53E2}"/>
              </a:ext>
            </a:extLst>
          </p:cNvPr>
          <p:cNvSpPr>
            <a:spLocks noGrp="1"/>
          </p:cNvSpPr>
          <p:nvPr/>
        </p:nvSpPr>
        <p:spPr>
          <a:xfrm>
            <a:off x="6667560" y="226692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8098">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B+5</a:t>
            </a:r>
          </a:p>
        </p:txBody>
      </p:sp>
      <p:sp>
        <p:nvSpPr>
          <p:cNvPr id="519" name="s9-b-6">
            <a:extLst>
              <a:ext uri="{FF2B5EF4-FFF2-40B4-BE49-F238E27FC236}">
                <a16:creationId xmlns:a16="http://schemas.microsoft.com/office/drawing/2014/main" id="{B2F90FF7-1ACB-4B5D-93CA-0C28AC9E4DF0}"/>
              </a:ext>
            </a:extLst>
          </p:cNvPr>
          <p:cNvSpPr>
            <a:spLocks noGrp="1"/>
          </p:cNvSpPr>
          <p:nvPr/>
        </p:nvSpPr>
        <p:spPr>
          <a:xfrm>
            <a:off x="7429680" y="226692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8098">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B+6</a:t>
            </a:r>
          </a:p>
        </p:txBody>
      </p:sp>
      <p:sp>
        <p:nvSpPr>
          <p:cNvPr id="520" name="s9-b-7">
            <a:extLst>
              <a:ext uri="{FF2B5EF4-FFF2-40B4-BE49-F238E27FC236}">
                <a16:creationId xmlns:a16="http://schemas.microsoft.com/office/drawing/2014/main" id="{8ED80310-BDFC-499E-9ED4-DD92E25E6F7F}"/>
              </a:ext>
            </a:extLst>
          </p:cNvPr>
          <p:cNvSpPr>
            <a:spLocks noGrp="1"/>
          </p:cNvSpPr>
          <p:nvPr/>
        </p:nvSpPr>
        <p:spPr>
          <a:xfrm>
            <a:off x="8191440" y="226692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8098">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B+7</a:t>
            </a:r>
          </a:p>
        </p:txBody>
      </p:sp>
      <p:sp>
        <p:nvSpPr>
          <p:cNvPr id="521" name="s9-lanes-0">
            <a:extLst>
              <a:ext uri="{FF2B5EF4-FFF2-40B4-BE49-F238E27FC236}">
                <a16:creationId xmlns:a16="http://schemas.microsoft.com/office/drawing/2014/main" id="{0AEE7D96-8DBD-4CF1-9DC9-7D9549615BA5}"/>
              </a:ext>
            </a:extLst>
          </p:cNvPr>
          <p:cNvSpPr>
            <a:spLocks noGrp="1"/>
          </p:cNvSpPr>
          <p:nvPr/>
        </p:nvSpPr>
        <p:spPr>
          <a:xfrm>
            <a:off x="2895480" y="323856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80" b="1" u="none">
                <a:solidFill>
                  <a:srgbClr val="001233"/>
                </a:solidFill>
                <a:latin typeface="Courier New"/>
                <a:ea typeface="Courier New"/>
                <a:cs typeface="Courier New"/>
              </a:rPr>
              <a:t>0</a:t>
            </a:r>
          </a:p>
        </p:txBody>
      </p:sp>
      <p:sp>
        <p:nvSpPr>
          <p:cNvPr id="522" name="s9-lanes-1">
            <a:extLst>
              <a:ext uri="{FF2B5EF4-FFF2-40B4-BE49-F238E27FC236}">
                <a16:creationId xmlns:a16="http://schemas.microsoft.com/office/drawing/2014/main" id="{D00782CF-A36D-4D56-9268-64F1FE8E4B02}"/>
              </a:ext>
            </a:extLst>
          </p:cNvPr>
          <p:cNvSpPr>
            <a:spLocks noGrp="1"/>
          </p:cNvSpPr>
          <p:nvPr/>
        </p:nvSpPr>
        <p:spPr>
          <a:xfrm>
            <a:off x="3657600" y="323856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80" b="1" u="none">
                <a:solidFill>
                  <a:srgbClr val="001233"/>
                </a:solidFill>
                <a:latin typeface="Courier New"/>
                <a:ea typeface="Courier New"/>
                <a:cs typeface="Courier New"/>
              </a:rPr>
              <a:t>1</a:t>
            </a:r>
          </a:p>
        </p:txBody>
      </p:sp>
      <p:sp>
        <p:nvSpPr>
          <p:cNvPr id="523" name="s9-lanes-2">
            <a:extLst>
              <a:ext uri="{FF2B5EF4-FFF2-40B4-BE49-F238E27FC236}">
                <a16:creationId xmlns:a16="http://schemas.microsoft.com/office/drawing/2014/main" id="{1F360ABA-D95A-489E-BE1F-69F490A61D81}"/>
              </a:ext>
            </a:extLst>
          </p:cNvPr>
          <p:cNvSpPr>
            <a:spLocks noGrp="1"/>
          </p:cNvSpPr>
          <p:nvPr/>
        </p:nvSpPr>
        <p:spPr>
          <a:xfrm>
            <a:off x="4419720" y="323856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80" b="1" u="none">
                <a:solidFill>
                  <a:srgbClr val="001233"/>
                </a:solidFill>
                <a:latin typeface="Courier New"/>
                <a:ea typeface="Courier New"/>
                <a:cs typeface="Courier New"/>
              </a:rPr>
              <a:t>2</a:t>
            </a:r>
          </a:p>
        </p:txBody>
      </p:sp>
      <p:sp>
        <p:nvSpPr>
          <p:cNvPr id="524" name="s9-lanes-3">
            <a:extLst>
              <a:ext uri="{FF2B5EF4-FFF2-40B4-BE49-F238E27FC236}">
                <a16:creationId xmlns:a16="http://schemas.microsoft.com/office/drawing/2014/main" id="{731B7AF4-CC09-47AD-B234-EB2174056F89}"/>
              </a:ext>
            </a:extLst>
          </p:cNvPr>
          <p:cNvSpPr>
            <a:spLocks noGrp="1"/>
          </p:cNvSpPr>
          <p:nvPr/>
        </p:nvSpPr>
        <p:spPr>
          <a:xfrm>
            <a:off x="5181480" y="323856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80" b="1" u="none">
                <a:solidFill>
                  <a:srgbClr val="001233"/>
                </a:solidFill>
                <a:latin typeface="Courier New"/>
                <a:ea typeface="Courier New"/>
                <a:cs typeface="Courier New"/>
              </a:rPr>
              <a:t>3</a:t>
            </a:r>
          </a:p>
        </p:txBody>
      </p:sp>
      <p:sp>
        <p:nvSpPr>
          <p:cNvPr id="525" name="s9-lanes-4">
            <a:extLst>
              <a:ext uri="{FF2B5EF4-FFF2-40B4-BE49-F238E27FC236}">
                <a16:creationId xmlns:a16="http://schemas.microsoft.com/office/drawing/2014/main" id="{FBF165DD-6886-448D-8EF1-012258447B05}"/>
              </a:ext>
            </a:extLst>
          </p:cNvPr>
          <p:cNvSpPr>
            <a:spLocks noGrp="1"/>
          </p:cNvSpPr>
          <p:nvPr/>
        </p:nvSpPr>
        <p:spPr>
          <a:xfrm>
            <a:off x="5943600" y="323856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80" b="1" u="none">
                <a:solidFill>
                  <a:srgbClr val="001233"/>
                </a:solidFill>
                <a:latin typeface="Courier New"/>
                <a:ea typeface="Courier New"/>
                <a:cs typeface="Courier New"/>
              </a:rPr>
              <a:t>4</a:t>
            </a:r>
          </a:p>
        </p:txBody>
      </p:sp>
      <p:sp>
        <p:nvSpPr>
          <p:cNvPr id="526" name="s9-lanes-5">
            <a:extLst>
              <a:ext uri="{FF2B5EF4-FFF2-40B4-BE49-F238E27FC236}">
                <a16:creationId xmlns:a16="http://schemas.microsoft.com/office/drawing/2014/main" id="{A31A3088-7516-41DF-B592-CEAFAE3CA70C}"/>
              </a:ext>
            </a:extLst>
          </p:cNvPr>
          <p:cNvSpPr>
            <a:spLocks noGrp="1"/>
          </p:cNvSpPr>
          <p:nvPr/>
        </p:nvSpPr>
        <p:spPr>
          <a:xfrm>
            <a:off x="6705720" y="323856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80" b="1" u="none">
                <a:solidFill>
                  <a:srgbClr val="001233"/>
                </a:solidFill>
                <a:latin typeface="Courier New"/>
                <a:ea typeface="Courier New"/>
                <a:cs typeface="Courier New"/>
              </a:rPr>
              <a:t>5</a:t>
            </a:r>
          </a:p>
        </p:txBody>
      </p:sp>
      <p:sp>
        <p:nvSpPr>
          <p:cNvPr id="527" name="s9-lanes-6">
            <a:extLst>
              <a:ext uri="{FF2B5EF4-FFF2-40B4-BE49-F238E27FC236}">
                <a16:creationId xmlns:a16="http://schemas.microsoft.com/office/drawing/2014/main" id="{5AA244D8-F5CC-49B5-BA89-16C3DC7E96D1}"/>
              </a:ext>
            </a:extLst>
          </p:cNvPr>
          <p:cNvSpPr>
            <a:spLocks noGrp="1"/>
          </p:cNvSpPr>
          <p:nvPr/>
        </p:nvSpPr>
        <p:spPr>
          <a:xfrm>
            <a:off x="7467480" y="323856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80" b="1" u="none">
                <a:solidFill>
                  <a:srgbClr val="001233"/>
                </a:solidFill>
                <a:latin typeface="Courier New"/>
                <a:ea typeface="Courier New"/>
                <a:cs typeface="Courier New"/>
              </a:rPr>
              <a:t>6</a:t>
            </a:r>
          </a:p>
        </p:txBody>
      </p:sp>
      <p:sp>
        <p:nvSpPr>
          <p:cNvPr id="528" name="s9-lanes-7">
            <a:extLst>
              <a:ext uri="{FF2B5EF4-FFF2-40B4-BE49-F238E27FC236}">
                <a16:creationId xmlns:a16="http://schemas.microsoft.com/office/drawing/2014/main" id="{ACDF88D8-397E-46BC-9A41-27F14BA6D32E}"/>
              </a:ext>
            </a:extLst>
          </p:cNvPr>
          <p:cNvSpPr>
            <a:spLocks noGrp="1"/>
          </p:cNvSpPr>
          <p:nvPr/>
        </p:nvSpPr>
        <p:spPr>
          <a:xfrm>
            <a:off x="8229600" y="3238560"/>
            <a:ext cx="495000" cy="49500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3813">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80" b="1" u="none">
                <a:solidFill>
                  <a:srgbClr val="001233"/>
                </a:solidFill>
                <a:latin typeface="Courier New"/>
                <a:ea typeface="Courier New"/>
                <a:cs typeface="Courier New"/>
              </a:rPr>
              <a:t>7</a:t>
            </a:r>
          </a:p>
        </p:txBody>
      </p:sp>
      <p:sp>
        <p:nvSpPr>
          <p:cNvPr id="529" name="s9-shared-0">
            <a:extLst>
              <a:ext uri="{FF2B5EF4-FFF2-40B4-BE49-F238E27FC236}">
                <a16:creationId xmlns:a16="http://schemas.microsoft.com/office/drawing/2014/main" id="{70CF9E48-D190-4DB6-8854-2705C2D7C6E8}"/>
              </a:ext>
            </a:extLst>
          </p:cNvPr>
          <p:cNvSpPr>
            <a:spLocks noGrp="1"/>
          </p:cNvSpPr>
          <p:nvPr/>
        </p:nvSpPr>
        <p:spPr>
          <a:xfrm>
            <a:off x="2857680" y="433404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0</a:t>
            </a:r>
          </a:p>
        </p:txBody>
      </p:sp>
      <p:sp>
        <p:nvSpPr>
          <p:cNvPr id="530" name="s9-shared-1">
            <a:extLst>
              <a:ext uri="{FF2B5EF4-FFF2-40B4-BE49-F238E27FC236}">
                <a16:creationId xmlns:a16="http://schemas.microsoft.com/office/drawing/2014/main" id="{102433A3-EF32-487D-9A74-16BDFE6DDF58}"/>
              </a:ext>
            </a:extLst>
          </p:cNvPr>
          <p:cNvSpPr>
            <a:spLocks noGrp="1"/>
          </p:cNvSpPr>
          <p:nvPr/>
        </p:nvSpPr>
        <p:spPr>
          <a:xfrm>
            <a:off x="3619440" y="433404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1</a:t>
            </a:r>
          </a:p>
        </p:txBody>
      </p:sp>
      <p:sp>
        <p:nvSpPr>
          <p:cNvPr id="531" name="s9-shared-2">
            <a:extLst>
              <a:ext uri="{FF2B5EF4-FFF2-40B4-BE49-F238E27FC236}">
                <a16:creationId xmlns:a16="http://schemas.microsoft.com/office/drawing/2014/main" id="{43ED4214-7532-42E0-BA3E-DBE5EC2BC8B6}"/>
              </a:ext>
            </a:extLst>
          </p:cNvPr>
          <p:cNvSpPr>
            <a:spLocks noGrp="1"/>
          </p:cNvSpPr>
          <p:nvPr/>
        </p:nvSpPr>
        <p:spPr>
          <a:xfrm>
            <a:off x="4381560" y="433404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2</a:t>
            </a:r>
          </a:p>
        </p:txBody>
      </p:sp>
      <p:sp>
        <p:nvSpPr>
          <p:cNvPr id="532" name="s9-shared-3">
            <a:extLst>
              <a:ext uri="{FF2B5EF4-FFF2-40B4-BE49-F238E27FC236}">
                <a16:creationId xmlns:a16="http://schemas.microsoft.com/office/drawing/2014/main" id="{975A6CAE-43A2-4C66-9719-B83FBA0D0ED3}"/>
              </a:ext>
            </a:extLst>
          </p:cNvPr>
          <p:cNvSpPr>
            <a:spLocks noGrp="1"/>
          </p:cNvSpPr>
          <p:nvPr/>
        </p:nvSpPr>
        <p:spPr>
          <a:xfrm>
            <a:off x="5143680" y="433404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3</a:t>
            </a:r>
          </a:p>
        </p:txBody>
      </p:sp>
      <p:sp>
        <p:nvSpPr>
          <p:cNvPr id="533" name="s9-shared-4">
            <a:extLst>
              <a:ext uri="{FF2B5EF4-FFF2-40B4-BE49-F238E27FC236}">
                <a16:creationId xmlns:a16="http://schemas.microsoft.com/office/drawing/2014/main" id="{49797CD6-0C2B-4DD8-9410-4A9949ABEADD}"/>
              </a:ext>
            </a:extLst>
          </p:cNvPr>
          <p:cNvSpPr>
            <a:spLocks noGrp="1"/>
          </p:cNvSpPr>
          <p:nvPr/>
        </p:nvSpPr>
        <p:spPr>
          <a:xfrm>
            <a:off x="5905440" y="433404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4</a:t>
            </a:r>
          </a:p>
        </p:txBody>
      </p:sp>
      <p:sp>
        <p:nvSpPr>
          <p:cNvPr id="534" name="s9-shared-5">
            <a:extLst>
              <a:ext uri="{FF2B5EF4-FFF2-40B4-BE49-F238E27FC236}">
                <a16:creationId xmlns:a16="http://schemas.microsoft.com/office/drawing/2014/main" id="{A69AD6B0-72B4-42C5-A1D5-F594668B638F}"/>
              </a:ext>
            </a:extLst>
          </p:cNvPr>
          <p:cNvSpPr>
            <a:spLocks noGrp="1"/>
          </p:cNvSpPr>
          <p:nvPr/>
        </p:nvSpPr>
        <p:spPr>
          <a:xfrm>
            <a:off x="6667560" y="433404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5</a:t>
            </a:r>
          </a:p>
        </p:txBody>
      </p:sp>
      <p:sp>
        <p:nvSpPr>
          <p:cNvPr id="535" name="s9-shared-6">
            <a:extLst>
              <a:ext uri="{FF2B5EF4-FFF2-40B4-BE49-F238E27FC236}">
                <a16:creationId xmlns:a16="http://schemas.microsoft.com/office/drawing/2014/main" id="{7A9BF927-014A-4144-BAAF-31EC6A17C11B}"/>
              </a:ext>
            </a:extLst>
          </p:cNvPr>
          <p:cNvSpPr>
            <a:spLocks noGrp="1"/>
          </p:cNvSpPr>
          <p:nvPr/>
        </p:nvSpPr>
        <p:spPr>
          <a:xfrm>
            <a:off x="7429680" y="433404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6</a:t>
            </a:r>
          </a:p>
        </p:txBody>
      </p:sp>
      <p:sp>
        <p:nvSpPr>
          <p:cNvPr id="536" name="s9-shared-7">
            <a:extLst>
              <a:ext uri="{FF2B5EF4-FFF2-40B4-BE49-F238E27FC236}">
                <a16:creationId xmlns:a16="http://schemas.microsoft.com/office/drawing/2014/main" id="{BF81F88A-FA3C-4485-8FCC-FFAFF3B57E42}"/>
              </a:ext>
            </a:extLst>
          </p:cNvPr>
          <p:cNvSpPr>
            <a:spLocks noGrp="1"/>
          </p:cNvSpPr>
          <p:nvPr/>
        </p:nvSpPr>
        <p:spPr>
          <a:xfrm>
            <a:off x="8191440" y="433404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7</a:t>
            </a:r>
          </a:p>
        </p:txBody>
      </p:sp>
      <p:cxnSp>
        <p:nvCxnSpPr>
          <p:cNvPr id="606" name="s9-arrow-s9-a-0-s9-lanes-0"/>
          <p:cNvCxnSpPr>
            <a:stCxn id="505" idx="2"/>
            <a:endCxn id="521" idx="0"/>
          </p:cNvCxnSpPr>
          <p:nvPr/>
        </p:nvCxnSpPr>
        <p:spPr>
          <a:xfrm flipH="1">
            <a:off x="3142800" y="1923480"/>
            <a:ext cx="720" cy="1315440"/>
          </a:xfrm>
          <a:prstGeom prst="straightConnector1">
            <a:avLst/>
          </a:prstGeom>
          <a:ln w="20955">
            <a:solidFill>
              <a:srgbClr val="0353A4"/>
            </a:solidFill>
            <a:round/>
            <a:tailEnd type="triangle" w="sm" len="sm"/>
          </a:ln>
        </p:spPr>
      </p:cxnSp>
      <p:cxnSp>
        <p:nvCxnSpPr>
          <p:cNvPr id="607" name="s9-arrow-s9-b-0-s9-lanes-0"/>
          <p:cNvCxnSpPr>
            <a:stCxn id="513" idx="2"/>
            <a:endCxn id="521" idx="0"/>
          </p:cNvCxnSpPr>
          <p:nvPr/>
        </p:nvCxnSpPr>
        <p:spPr>
          <a:xfrm flipH="1">
            <a:off x="3142800" y="2666520"/>
            <a:ext cx="720" cy="572400"/>
          </a:xfrm>
          <a:prstGeom prst="straightConnector1">
            <a:avLst/>
          </a:prstGeom>
          <a:ln w="20955">
            <a:solidFill>
              <a:srgbClr val="6666FF"/>
            </a:solidFill>
            <a:round/>
            <a:tailEnd type="triangle" w="sm" len="sm"/>
          </a:ln>
        </p:spPr>
      </p:cxnSp>
      <p:cxnSp>
        <p:nvCxnSpPr>
          <p:cNvPr id="608" name="s9-arrow-s9-lanes-0-s9-shared-0"/>
          <p:cNvCxnSpPr>
            <a:stCxn id="521" idx="2"/>
            <a:endCxn id="529" idx="0"/>
          </p:cNvCxnSpPr>
          <p:nvPr/>
        </p:nvCxnSpPr>
        <p:spPr>
          <a:xfrm>
            <a:off x="3142800" y="3733560"/>
            <a:ext cx="720" cy="600840"/>
          </a:xfrm>
          <a:prstGeom prst="straightConnector1">
            <a:avLst/>
          </a:prstGeom>
          <a:ln w="23813">
            <a:solidFill>
              <a:srgbClr val="0353A4"/>
            </a:solidFill>
            <a:round/>
            <a:tailEnd type="triangle" w="sm" len="sm"/>
          </a:ln>
        </p:spPr>
      </p:cxnSp>
      <p:cxnSp>
        <p:nvCxnSpPr>
          <p:cNvPr id="609" name="s9-arrow-s9-a-1-s9-lanes-1"/>
          <p:cNvCxnSpPr>
            <a:stCxn id="506" idx="2"/>
            <a:endCxn id="522" idx="0"/>
          </p:cNvCxnSpPr>
          <p:nvPr/>
        </p:nvCxnSpPr>
        <p:spPr>
          <a:xfrm>
            <a:off x="3904920" y="1923480"/>
            <a:ext cx="360" cy="1315440"/>
          </a:xfrm>
          <a:prstGeom prst="straightConnector1">
            <a:avLst/>
          </a:prstGeom>
          <a:ln w="20955">
            <a:solidFill>
              <a:srgbClr val="0353A4"/>
            </a:solidFill>
            <a:round/>
            <a:tailEnd type="triangle" w="sm" len="sm"/>
          </a:ln>
        </p:spPr>
      </p:cxnSp>
      <p:cxnSp>
        <p:nvCxnSpPr>
          <p:cNvPr id="610" name="s9-arrow-s9-b-1-s9-lanes-1"/>
          <p:cNvCxnSpPr>
            <a:stCxn id="514" idx="2"/>
            <a:endCxn id="522" idx="0"/>
          </p:cNvCxnSpPr>
          <p:nvPr/>
        </p:nvCxnSpPr>
        <p:spPr>
          <a:xfrm>
            <a:off x="3904920" y="2666520"/>
            <a:ext cx="360" cy="572400"/>
          </a:xfrm>
          <a:prstGeom prst="straightConnector1">
            <a:avLst/>
          </a:prstGeom>
          <a:ln w="20955">
            <a:solidFill>
              <a:srgbClr val="6666FF"/>
            </a:solidFill>
            <a:round/>
            <a:tailEnd type="triangle" w="sm" len="sm"/>
          </a:ln>
        </p:spPr>
      </p:cxnSp>
      <p:cxnSp>
        <p:nvCxnSpPr>
          <p:cNvPr id="611" name="s9-arrow-s9-lanes-1-s9-shared-1"/>
          <p:cNvCxnSpPr>
            <a:stCxn id="522" idx="2"/>
            <a:endCxn id="530" idx="0"/>
          </p:cNvCxnSpPr>
          <p:nvPr/>
        </p:nvCxnSpPr>
        <p:spPr>
          <a:xfrm>
            <a:off x="3904920" y="3733560"/>
            <a:ext cx="360" cy="600840"/>
          </a:xfrm>
          <a:prstGeom prst="straightConnector1">
            <a:avLst/>
          </a:prstGeom>
          <a:ln w="23813">
            <a:solidFill>
              <a:srgbClr val="0353A4"/>
            </a:solidFill>
            <a:round/>
            <a:tailEnd type="triangle" w="sm" len="sm"/>
          </a:ln>
        </p:spPr>
      </p:cxnSp>
      <p:cxnSp>
        <p:nvCxnSpPr>
          <p:cNvPr id="612" name="s9-arrow-s9-a-2-s9-lanes-2"/>
          <p:cNvCxnSpPr>
            <a:stCxn id="507" idx="2"/>
            <a:endCxn id="523" idx="0"/>
          </p:cNvCxnSpPr>
          <p:nvPr/>
        </p:nvCxnSpPr>
        <p:spPr>
          <a:xfrm>
            <a:off x="4667040" y="1923480"/>
            <a:ext cx="360" cy="1315440"/>
          </a:xfrm>
          <a:prstGeom prst="straightConnector1">
            <a:avLst/>
          </a:prstGeom>
          <a:ln w="20955">
            <a:solidFill>
              <a:srgbClr val="0353A4"/>
            </a:solidFill>
            <a:round/>
            <a:tailEnd type="triangle" w="sm" len="sm"/>
          </a:ln>
        </p:spPr>
      </p:cxnSp>
      <p:cxnSp>
        <p:nvCxnSpPr>
          <p:cNvPr id="613" name="s9-arrow-s9-b-2-s9-lanes-2"/>
          <p:cNvCxnSpPr>
            <a:stCxn id="515" idx="2"/>
            <a:endCxn id="523" idx="0"/>
          </p:cNvCxnSpPr>
          <p:nvPr/>
        </p:nvCxnSpPr>
        <p:spPr>
          <a:xfrm>
            <a:off x="4667040" y="2666520"/>
            <a:ext cx="360" cy="572400"/>
          </a:xfrm>
          <a:prstGeom prst="straightConnector1">
            <a:avLst/>
          </a:prstGeom>
          <a:ln w="20955">
            <a:solidFill>
              <a:srgbClr val="6666FF"/>
            </a:solidFill>
            <a:round/>
            <a:tailEnd type="triangle" w="sm" len="sm"/>
          </a:ln>
        </p:spPr>
      </p:cxnSp>
      <p:cxnSp>
        <p:nvCxnSpPr>
          <p:cNvPr id="614" name="s9-arrow-s9-lanes-2-s9-shared-2"/>
          <p:cNvCxnSpPr>
            <a:stCxn id="523" idx="2"/>
            <a:endCxn id="531" idx="0"/>
          </p:cNvCxnSpPr>
          <p:nvPr/>
        </p:nvCxnSpPr>
        <p:spPr>
          <a:xfrm>
            <a:off x="4667040" y="3733560"/>
            <a:ext cx="360" cy="600840"/>
          </a:xfrm>
          <a:prstGeom prst="straightConnector1">
            <a:avLst/>
          </a:prstGeom>
          <a:ln w="23813">
            <a:solidFill>
              <a:srgbClr val="0353A4"/>
            </a:solidFill>
            <a:round/>
            <a:tailEnd type="triangle" w="sm" len="sm"/>
          </a:ln>
        </p:spPr>
      </p:cxnSp>
      <p:cxnSp>
        <p:nvCxnSpPr>
          <p:cNvPr id="615" name="s9-arrow-s9-a-3-s9-lanes-3"/>
          <p:cNvCxnSpPr>
            <a:stCxn id="508" idx="2"/>
            <a:endCxn id="524" idx="0"/>
          </p:cNvCxnSpPr>
          <p:nvPr/>
        </p:nvCxnSpPr>
        <p:spPr>
          <a:xfrm flipH="1">
            <a:off x="5428800" y="1923480"/>
            <a:ext cx="720" cy="1315440"/>
          </a:xfrm>
          <a:prstGeom prst="straightConnector1">
            <a:avLst/>
          </a:prstGeom>
          <a:ln w="20955">
            <a:solidFill>
              <a:srgbClr val="0353A4"/>
            </a:solidFill>
            <a:round/>
            <a:tailEnd type="triangle" w="sm" len="sm"/>
          </a:ln>
        </p:spPr>
      </p:cxnSp>
      <p:cxnSp>
        <p:nvCxnSpPr>
          <p:cNvPr id="616" name="s9-arrow-s9-b-3-s9-lanes-3"/>
          <p:cNvCxnSpPr>
            <a:stCxn id="516" idx="2"/>
            <a:endCxn id="524" idx="0"/>
          </p:cNvCxnSpPr>
          <p:nvPr/>
        </p:nvCxnSpPr>
        <p:spPr>
          <a:xfrm flipH="1">
            <a:off x="5428800" y="2666520"/>
            <a:ext cx="720" cy="572400"/>
          </a:xfrm>
          <a:prstGeom prst="straightConnector1">
            <a:avLst/>
          </a:prstGeom>
          <a:ln w="20955">
            <a:solidFill>
              <a:srgbClr val="6666FF"/>
            </a:solidFill>
            <a:round/>
            <a:tailEnd type="triangle" w="sm" len="sm"/>
          </a:ln>
        </p:spPr>
      </p:cxnSp>
      <p:cxnSp>
        <p:nvCxnSpPr>
          <p:cNvPr id="617" name="s9-arrow-s9-lanes-3-s9-shared-3"/>
          <p:cNvCxnSpPr>
            <a:stCxn id="524" idx="2"/>
            <a:endCxn id="532" idx="0"/>
          </p:cNvCxnSpPr>
          <p:nvPr/>
        </p:nvCxnSpPr>
        <p:spPr>
          <a:xfrm>
            <a:off x="5428800" y="3733560"/>
            <a:ext cx="720" cy="600840"/>
          </a:xfrm>
          <a:prstGeom prst="straightConnector1">
            <a:avLst/>
          </a:prstGeom>
          <a:ln w="23813">
            <a:solidFill>
              <a:srgbClr val="0353A4"/>
            </a:solidFill>
            <a:round/>
            <a:tailEnd type="triangle" w="sm" len="sm"/>
          </a:ln>
        </p:spPr>
      </p:cxnSp>
      <p:cxnSp>
        <p:nvCxnSpPr>
          <p:cNvPr id="618" name="s9-arrow-s9-a-4-s9-lanes-4"/>
          <p:cNvCxnSpPr>
            <a:stCxn id="509" idx="2"/>
            <a:endCxn id="525" idx="0"/>
          </p:cNvCxnSpPr>
          <p:nvPr/>
        </p:nvCxnSpPr>
        <p:spPr>
          <a:xfrm>
            <a:off x="6190920" y="1923480"/>
            <a:ext cx="360" cy="1315440"/>
          </a:xfrm>
          <a:prstGeom prst="straightConnector1">
            <a:avLst/>
          </a:prstGeom>
          <a:ln w="20955">
            <a:solidFill>
              <a:srgbClr val="0353A4"/>
            </a:solidFill>
            <a:round/>
            <a:tailEnd type="triangle" w="sm" len="sm"/>
          </a:ln>
        </p:spPr>
      </p:cxnSp>
      <p:cxnSp>
        <p:nvCxnSpPr>
          <p:cNvPr id="619" name="s9-arrow-s9-b-4-s9-lanes-4"/>
          <p:cNvCxnSpPr>
            <a:stCxn id="517" idx="2"/>
            <a:endCxn id="525" idx="0"/>
          </p:cNvCxnSpPr>
          <p:nvPr/>
        </p:nvCxnSpPr>
        <p:spPr>
          <a:xfrm>
            <a:off x="6190920" y="2666520"/>
            <a:ext cx="360" cy="572400"/>
          </a:xfrm>
          <a:prstGeom prst="straightConnector1">
            <a:avLst/>
          </a:prstGeom>
          <a:ln w="20955">
            <a:solidFill>
              <a:srgbClr val="6666FF"/>
            </a:solidFill>
            <a:round/>
            <a:tailEnd type="triangle" w="sm" len="sm"/>
          </a:ln>
        </p:spPr>
      </p:cxnSp>
      <p:cxnSp>
        <p:nvCxnSpPr>
          <p:cNvPr id="620" name="s9-arrow-s9-lanes-4-s9-shared-4"/>
          <p:cNvCxnSpPr>
            <a:stCxn id="525" idx="2"/>
            <a:endCxn id="533" idx="0"/>
          </p:cNvCxnSpPr>
          <p:nvPr/>
        </p:nvCxnSpPr>
        <p:spPr>
          <a:xfrm>
            <a:off x="6190920" y="3733560"/>
            <a:ext cx="360" cy="600840"/>
          </a:xfrm>
          <a:prstGeom prst="straightConnector1">
            <a:avLst/>
          </a:prstGeom>
          <a:ln w="23813">
            <a:solidFill>
              <a:srgbClr val="0353A4"/>
            </a:solidFill>
            <a:round/>
            <a:tailEnd type="triangle" w="sm" len="sm"/>
          </a:ln>
        </p:spPr>
      </p:cxnSp>
      <p:cxnSp>
        <p:nvCxnSpPr>
          <p:cNvPr id="621" name="s9-arrow-s9-a-5-s9-lanes-5"/>
          <p:cNvCxnSpPr>
            <a:stCxn id="510" idx="2"/>
            <a:endCxn id="526" idx="0"/>
          </p:cNvCxnSpPr>
          <p:nvPr/>
        </p:nvCxnSpPr>
        <p:spPr>
          <a:xfrm>
            <a:off x="6953040" y="1923480"/>
            <a:ext cx="360" cy="1315440"/>
          </a:xfrm>
          <a:prstGeom prst="straightConnector1">
            <a:avLst/>
          </a:prstGeom>
          <a:ln w="20955">
            <a:solidFill>
              <a:srgbClr val="0353A4"/>
            </a:solidFill>
            <a:round/>
            <a:tailEnd type="triangle" w="sm" len="sm"/>
          </a:ln>
        </p:spPr>
      </p:cxnSp>
      <p:cxnSp>
        <p:nvCxnSpPr>
          <p:cNvPr id="622" name="s9-arrow-s9-b-5-s9-lanes-5"/>
          <p:cNvCxnSpPr>
            <a:stCxn id="518" idx="2"/>
            <a:endCxn id="526" idx="0"/>
          </p:cNvCxnSpPr>
          <p:nvPr/>
        </p:nvCxnSpPr>
        <p:spPr>
          <a:xfrm>
            <a:off x="6953040" y="2666520"/>
            <a:ext cx="360" cy="572400"/>
          </a:xfrm>
          <a:prstGeom prst="straightConnector1">
            <a:avLst/>
          </a:prstGeom>
          <a:ln w="20955">
            <a:solidFill>
              <a:srgbClr val="6666FF"/>
            </a:solidFill>
            <a:round/>
            <a:tailEnd type="triangle" w="sm" len="sm"/>
          </a:ln>
        </p:spPr>
      </p:cxnSp>
      <p:cxnSp>
        <p:nvCxnSpPr>
          <p:cNvPr id="623" name="s9-arrow-s9-lanes-5-s9-shared-5"/>
          <p:cNvCxnSpPr>
            <a:stCxn id="526" idx="2"/>
            <a:endCxn id="534" idx="0"/>
          </p:cNvCxnSpPr>
          <p:nvPr/>
        </p:nvCxnSpPr>
        <p:spPr>
          <a:xfrm>
            <a:off x="6953040" y="3733560"/>
            <a:ext cx="360" cy="600840"/>
          </a:xfrm>
          <a:prstGeom prst="straightConnector1">
            <a:avLst/>
          </a:prstGeom>
          <a:ln w="23813">
            <a:solidFill>
              <a:srgbClr val="0353A4"/>
            </a:solidFill>
            <a:round/>
            <a:tailEnd type="triangle" w="sm" len="sm"/>
          </a:ln>
        </p:spPr>
      </p:cxnSp>
      <p:cxnSp>
        <p:nvCxnSpPr>
          <p:cNvPr id="624" name="s9-arrow-s9-a-6-s9-lanes-6"/>
          <p:cNvCxnSpPr>
            <a:stCxn id="511" idx="2"/>
            <a:endCxn id="527" idx="0"/>
          </p:cNvCxnSpPr>
          <p:nvPr/>
        </p:nvCxnSpPr>
        <p:spPr>
          <a:xfrm flipH="1">
            <a:off x="7714800" y="1923480"/>
            <a:ext cx="720" cy="1315440"/>
          </a:xfrm>
          <a:prstGeom prst="straightConnector1">
            <a:avLst/>
          </a:prstGeom>
          <a:ln w="20955">
            <a:solidFill>
              <a:srgbClr val="0353A4"/>
            </a:solidFill>
            <a:round/>
            <a:tailEnd type="triangle" w="sm" len="sm"/>
          </a:ln>
        </p:spPr>
      </p:cxnSp>
      <p:cxnSp>
        <p:nvCxnSpPr>
          <p:cNvPr id="625" name="s9-arrow-s9-b-6-s9-lanes-6"/>
          <p:cNvCxnSpPr>
            <a:stCxn id="519" idx="2"/>
            <a:endCxn id="527" idx="0"/>
          </p:cNvCxnSpPr>
          <p:nvPr/>
        </p:nvCxnSpPr>
        <p:spPr>
          <a:xfrm flipH="1">
            <a:off x="7714800" y="2666520"/>
            <a:ext cx="720" cy="572400"/>
          </a:xfrm>
          <a:prstGeom prst="straightConnector1">
            <a:avLst/>
          </a:prstGeom>
          <a:ln w="20955">
            <a:solidFill>
              <a:srgbClr val="6666FF"/>
            </a:solidFill>
            <a:round/>
            <a:tailEnd type="triangle" w="sm" len="sm"/>
          </a:ln>
        </p:spPr>
      </p:cxnSp>
      <p:cxnSp>
        <p:nvCxnSpPr>
          <p:cNvPr id="626" name="s9-arrow-s9-lanes-6-s9-shared-6"/>
          <p:cNvCxnSpPr>
            <a:stCxn id="527" idx="2"/>
            <a:endCxn id="535" idx="0"/>
          </p:cNvCxnSpPr>
          <p:nvPr/>
        </p:nvCxnSpPr>
        <p:spPr>
          <a:xfrm>
            <a:off x="7714800" y="3733560"/>
            <a:ext cx="720" cy="600840"/>
          </a:xfrm>
          <a:prstGeom prst="straightConnector1">
            <a:avLst/>
          </a:prstGeom>
          <a:ln w="23813">
            <a:solidFill>
              <a:srgbClr val="0353A4"/>
            </a:solidFill>
            <a:round/>
            <a:tailEnd type="triangle" w="sm" len="sm"/>
          </a:ln>
        </p:spPr>
      </p:cxnSp>
      <p:cxnSp>
        <p:nvCxnSpPr>
          <p:cNvPr id="627" name="s9-arrow-s9-a-7-s9-lanes-7"/>
          <p:cNvCxnSpPr>
            <a:stCxn id="512" idx="2"/>
            <a:endCxn id="528" idx="0"/>
          </p:cNvCxnSpPr>
          <p:nvPr/>
        </p:nvCxnSpPr>
        <p:spPr>
          <a:xfrm>
            <a:off x="8476920" y="1923480"/>
            <a:ext cx="360" cy="1315440"/>
          </a:xfrm>
          <a:prstGeom prst="straightConnector1">
            <a:avLst/>
          </a:prstGeom>
          <a:ln w="20955">
            <a:solidFill>
              <a:srgbClr val="0353A4"/>
            </a:solidFill>
            <a:round/>
            <a:tailEnd type="triangle" w="sm" len="sm"/>
          </a:ln>
        </p:spPr>
      </p:cxnSp>
      <p:cxnSp>
        <p:nvCxnSpPr>
          <p:cNvPr id="628" name="s9-arrow-s9-b-7-s9-lanes-7"/>
          <p:cNvCxnSpPr>
            <a:stCxn id="520" idx="2"/>
            <a:endCxn id="528" idx="0"/>
          </p:cNvCxnSpPr>
          <p:nvPr/>
        </p:nvCxnSpPr>
        <p:spPr>
          <a:xfrm>
            <a:off x="8476920" y="2666520"/>
            <a:ext cx="360" cy="572400"/>
          </a:xfrm>
          <a:prstGeom prst="straightConnector1">
            <a:avLst/>
          </a:prstGeom>
          <a:ln w="20955">
            <a:solidFill>
              <a:srgbClr val="6666FF"/>
            </a:solidFill>
            <a:round/>
            <a:tailEnd type="triangle" w="sm" len="sm"/>
          </a:ln>
        </p:spPr>
      </p:cxnSp>
      <p:cxnSp>
        <p:nvCxnSpPr>
          <p:cNvPr id="629" name="s9-arrow-s9-lanes-7-s9-shared-7"/>
          <p:cNvCxnSpPr>
            <a:stCxn id="528" idx="2"/>
            <a:endCxn id="536" idx="0"/>
          </p:cNvCxnSpPr>
          <p:nvPr/>
        </p:nvCxnSpPr>
        <p:spPr>
          <a:xfrm>
            <a:off x="8476920" y="3733560"/>
            <a:ext cx="360" cy="600840"/>
          </a:xfrm>
          <a:prstGeom prst="straightConnector1">
            <a:avLst/>
          </a:prstGeom>
          <a:ln w="23813">
            <a:solidFill>
              <a:srgbClr val="0353A4"/>
            </a:solidFill>
            <a:round/>
            <a:tailEnd type="triangle" w="sm" len="sm"/>
          </a:ln>
        </p:spPr>
      </p:cxnSp>
      <p:sp>
        <p:nvSpPr>
          <p:cNvPr id="561" name="s9-same-row">
            <a:extLst>
              <a:ext uri="{FF2B5EF4-FFF2-40B4-BE49-F238E27FC236}">
                <a16:creationId xmlns:a16="http://schemas.microsoft.com/office/drawing/2014/main" id="{8E073AD4-DDBE-43CB-BDF4-5C3F9A906EE6}"/>
              </a:ext>
            </a:extLst>
          </p:cNvPr>
          <p:cNvSpPr>
            <a:spLocks noGrp="1"/>
          </p:cNvSpPr>
          <p:nvPr/>
        </p:nvSpPr>
        <p:spPr>
          <a:xfrm>
            <a:off x="9286920" y="1523880"/>
            <a:ext cx="2095200" cy="39960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nSpc>
                <a:spcPct val="100000"/>
              </a:lnSpc>
              <a:buNone/>
            </a:pPr>
            <a:r>
              <a:rPr sz="1430" b="1" u="none">
                <a:solidFill>
                  <a:srgbClr val="5C677D"/>
                </a:solidFill>
                <a:latin typeface="Courier New"/>
                <a:ea typeface="Courier New"/>
                <a:cs typeface="Courier New"/>
              </a:rPr>
              <a:t>same K3 input row</a:t>
            </a:r>
          </a:p>
        </p:txBody>
      </p:sp>
      <p:sp>
        <p:nvSpPr>
          <p:cNvPr id="562" name="s9-new-row">
            <a:extLst>
              <a:ext uri="{FF2B5EF4-FFF2-40B4-BE49-F238E27FC236}">
                <a16:creationId xmlns:a16="http://schemas.microsoft.com/office/drawing/2014/main" id="{142392D1-0F70-4F25-ADA2-CAD3C8B04A4B}"/>
              </a:ext>
            </a:extLst>
          </p:cNvPr>
          <p:cNvSpPr>
            <a:spLocks noGrp="1"/>
          </p:cNvSpPr>
          <p:nvPr/>
        </p:nvSpPr>
        <p:spPr>
          <a:xfrm>
            <a:off x="2743200" y="2152800"/>
            <a:ext cx="6286320" cy="6282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28575">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563" name="s9-two-inputs">
            <a:extLst>
              <a:ext uri="{FF2B5EF4-FFF2-40B4-BE49-F238E27FC236}">
                <a16:creationId xmlns:a16="http://schemas.microsoft.com/office/drawing/2014/main" id="{01994DD6-33C5-44B8-9220-537049A8CA67}"/>
              </a:ext>
            </a:extLst>
          </p:cNvPr>
          <p:cNvSpPr>
            <a:spLocks noGrp="1"/>
          </p:cNvSpPr>
          <p:nvPr/>
        </p:nvSpPr>
        <p:spPr>
          <a:xfrm>
            <a:off x="9286920" y="2209680"/>
            <a:ext cx="2095200" cy="4568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nSpc>
                <a:spcPct val="100000"/>
              </a:lnSpc>
              <a:buNone/>
            </a:pPr>
            <a:r>
              <a:rPr sz="1580" b="1" u="none">
                <a:solidFill>
                  <a:srgbClr val="FF0000"/>
                </a:solidFill>
                <a:latin typeface="Courier New"/>
                <a:ea typeface="Courier New"/>
                <a:cs typeface="Courier New"/>
              </a:rPr>
              <a:t>NEW: g[i+B] row</a:t>
            </a:r>
          </a:p>
        </p:txBody>
      </p:sp>
      <p:sp>
        <p:nvSpPr>
          <p:cNvPr id="564" name="s9-code">
            <a:extLst>
              <a:ext uri="{FF2B5EF4-FFF2-40B4-BE49-F238E27FC236}">
                <a16:creationId xmlns:a16="http://schemas.microsoft.com/office/drawing/2014/main" id="{F7064B17-FFB3-4856-A1CF-A5343BEB741C}"/>
              </a:ext>
            </a:extLst>
          </p:cNvPr>
          <p:cNvSpPr>
            <a:spLocks noGrp="1"/>
          </p:cNvSpPr>
          <p:nvPr/>
        </p:nvSpPr>
        <p:spPr>
          <a:xfrm>
            <a:off x="2333520" y="4905360"/>
            <a:ext cx="7524360" cy="4759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905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500" b="1" u="none">
                <a:solidFill>
                  <a:srgbClr val="001233"/>
                </a:solidFill>
                <a:latin typeface="Courier New"/>
                <a:ea typeface="Courier New"/>
                <a:cs typeface="Courier New"/>
              </a:rPr>
              <a:t>s[tid] = in[i] + in[i+B];</a:t>
            </a:r>
          </a:p>
        </p:txBody>
      </p:sp>
      <p:sp>
        <p:nvSpPr>
          <p:cNvPr id="565" name="s9-timing">
            <a:extLst>
              <a:ext uri="{FF2B5EF4-FFF2-40B4-BE49-F238E27FC236}">
                <a16:creationId xmlns:a16="http://schemas.microsoft.com/office/drawing/2014/main" id="{8E74204E-E08A-4988-B43E-8B952C799C67}"/>
              </a:ext>
            </a:extLst>
          </p:cNvPr>
          <p:cNvSpPr>
            <a:spLocks noGrp="1"/>
          </p:cNvSpPr>
          <p:nvPr/>
        </p:nvSpPr>
        <p:spPr>
          <a:xfrm>
            <a:off x="857160" y="5524560"/>
            <a:ext cx="10477080" cy="32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770" b="1" u="none">
                <a:solidFill>
                  <a:srgbClr val="FF0000"/>
                </a:solidFill>
                <a:latin typeface="Courier New"/>
                <a:ea typeface="Courier New"/>
                <a:cs typeface="Courier New"/>
              </a:rPr>
              <a:t>CUDA EVENTS • 3.013632 → 2.741248 ms  |  DERIVED • −9.04% • 1.099×</a:t>
            </a:r>
          </a:p>
        </p:txBody>
      </p:sp>
      <p:sp>
        <p:nvSpPr>
          <p:cNvPr id="566" name="s9-evidence">
            <a:extLst>
              <a:ext uri="{FF2B5EF4-FFF2-40B4-BE49-F238E27FC236}">
                <a16:creationId xmlns:a16="http://schemas.microsoft.com/office/drawing/2014/main" id="{876C4065-17F0-423A-8FC7-DA20BFDBD18A}"/>
              </a:ext>
            </a:extLst>
          </p:cNvPr>
          <p:cNvSpPr>
            <a:spLocks noGrp="1"/>
          </p:cNvSpPr>
          <p:nvPr/>
        </p:nvSpPr>
        <p:spPr>
          <a:xfrm>
            <a:off x="905040" y="5857920"/>
            <a:ext cx="10382040" cy="27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170" b="1" u="none">
                <a:solidFill>
                  <a:srgbClr val="001233"/>
                </a:solidFill>
                <a:latin typeface="Arial"/>
                <a:ea typeface="Arial"/>
                <a:cs typeface="Arial"/>
              </a:rPr>
              <a:t>CODE • first-pass blocks −50%  |  NSIGHT COMPUTE • instructions −45.96% • DRAM 90.40→97.44%</a:t>
            </a:r>
          </a:p>
        </p:txBody>
      </p:sp>
      <p:sp>
        <p:nvSpPr>
          <p:cNvPr id="567" name="s9-source">
            <a:extLst>
              <a:ext uri="{FF2B5EF4-FFF2-40B4-BE49-F238E27FC236}">
                <a16:creationId xmlns:a16="http://schemas.microsoft.com/office/drawing/2014/main" id="{78BEA904-F197-4B37-A1A1-9E15BED281A9}"/>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Physical L40S Device 3 • 2 GiB FP32 input • CUDA events: 3 fresh processes × (10 warmups + 101 samples) • Nsight Compute first-pass counters profiled separately.</a:t>
            </a:r>
          </a:p>
        </p:txBody>
      </p:sp>
    </p:spTree>
    <p:extLst>
      <p:ext uri="{BB962C8B-B14F-4D97-AF65-F5344CB8AC3E}">
        <p14:creationId xmlns:p14="http://schemas.microsoft.com/office/powerpoint/2010/main" val="562006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 name="PlaceHolder 1">
            <a:extLst>
              <a:ext uri="{FF2B5EF4-FFF2-40B4-BE49-F238E27FC236}">
                <a16:creationId xmlns:a16="http://schemas.microsoft.com/office/drawing/2014/main" id="{1439D1D3-151B-4CDD-B02D-DADA9DE7E862}"/>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2780" b="1" u="none">
                <a:solidFill>
                  <a:srgbClr val="001233"/>
                </a:solidFill>
                <a:latin typeface="Arial"/>
                <a:ea typeface="Arial"/>
                <a:cs typeface="Arial"/>
              </a:rPr>
              <a:t>K5 cuts final-warp barriers; 2 GiB time stays flat</a:t>
            </a:r>
          </a:p>
        </p:txBody>
      </p:sp>
      <p:sp>
        <p:nvSpPr>
          <p:cNvPr id="569" name="s10-lead">
            <a:extLst>
              <a:ext uri="{FF2B5EF4-FFF2-40B4-BE49-F238E27FC236}">
                <a16:creationId xmlns:a16="http://schemas.microsoft.com/office/drawing/2014/main" id="{1FB48EDA-BA7F-4951-9E93-46155018A1D4}"/>
              </a:ext>
            </a:extLst>
          </p:cNvPr>
          <p:cNvSpPr>
            <a:spLocks noGrp="1"/>
          </p:cNvSpPr>
          <p:nvPr/>
        </p:nvSpPr>
        <p:spPr>
          <a:xfrm>
            <a:off x="723960" y="990720"/>
            <a:ext cx="106484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540" b="1" u="none">
                <a:solidFill>
                  <a:srgbClr val="001233"/>
                </a:solidFill>
                <a:latin typeface="Arial"/>
                <a:ea typeface="Arial"/>
                <a:cs typeface="Arial"/>
              </a:rPr>
              <a:t>After the shared +32 stage, the same final-warp add order uses register shuffles at offsets 16, 8, 4, 2, and 1.</a:t>
            </a:r>
          </a:p>
        </p:txBody>
      </p:sp>
      <p:sp>
        <p:nvSpPr>
          <p:cNvPr id="570" name="s10-k4-title">
            <a:extLst>
              <a:ext uri="{FF2B5EF4-FFF2-40B4-BE49-F238E27FC236}">
                <a16:creationId xmlns:a16="http://schemas.microsoft.com/office/drawing/2014/main" id="{DD154974-823A-46B8-A56E-56449B058245}"/>
              </a:ext>
            </a:extLst>
          </p:cNvPr>
          <p:cNvSpPr>
            <a:spLocks noGrp="1"/>
          </p:cNvSpPr>
          <p:nvPr/>
        </p:nvSpPr>
        <p:spPr>
          <a:xfrm>
            <a:off x="1190520" y="1504800"/>
            <a:ext cx="4095360" cy="34272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729" b="1" u="none">
                <a:solidFill>
                  <a:srgbClr val="5C677D"/>
                </a:solidFill>
                <a:latin typeface="Courier New"/>
                <a:ea typeface="Courier New"/>
                <a:cs typeface="Courier New"/>
              </a:rPr>
              <a:t>K4  •  shared-memory tail</a:t>
            </a:r>
          </a:p>
        </p:txBody>
      </p:sp>
      <p:sp>
        <p:nvSpPr>
          <p:cNvPr id="571" name="s10-k5-title">
            <a:extLst>
              <a:ext uri="{FF2B5EF4-FFF2-40B4-BE49-F238E27FC236}">
                <a16:creationId xmlns:a16="http://schemas.microsoft.com/office/drawing/2014/main" id="{0E3EF1EC-EB6D-4F75-8613-B918523835A3}"/>
              </a:ext>
            </a:extLst>
          </p:cNvPr>
          <p:cNvSpPr>
            <a:spLocks noGrp="1"/>
          </p:cNvSpPr>
          <p:nvPr/>
        </p:nvSpPr>
        <p:spPr>
          <a:xfrm>
            <a:off x="6905520" y="1504800"/>
            <a:ext cx="4095360" cy="34272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729" b="1" u="none">
                <a:solidFill>
                  <a:srgbClr val="0353A4"/>
                </a:solidFill>
                <a:latin typeface="Courier New"/>
                <a:ea typeface="Courier New"/>
                <a:cs typeface="Courier New"/>
              </a:rPr>
              <a:t>K5  •  register-shuffle tail</a:t>
            </a:r>
          </a:p>
        </p:txBody>
      </p:sp>
      <p:sp>
        <p:nvSpPr>
          <p:cNvPr id="572" name="s10-k4-frame">
            <a:extLst>
              <a:ext uri="{FF2B5EF4-FFF2-40B4-BE49-F238E27FC236}">
                <a16:creationId xmlns:a16="http://schemas.microsoft.com/office/drawing/2014/main" id="{B09D9949-A5CA-4E7C-8611-3B9C80916C92}"/>
              </a:ext>
            </a:extLst>
          </p:cNvPr>
          <p:cNvSpPr>
            <a:spLocks noGrp="1"/>
          </p:cNvSpPr>
          <p:nvPr/>
        </p:nvSpPr>
        <p:spPr>
          <a:xfrm>
            <a:off x="857160" y="1857240"/>
            <a:ext cx="4762080" cy="32382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2476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573" name="s10-k5-frame">
            <a:extLst>
              <a:ext uri="{FF2B5EF4-FFF2-40B4-BE49-F238E27FC236}">
                <a16:creationId xmlns:a16="http://schemas.microsoft.com/office/drawing/2014/main" id="{2DA55F76-3AA6-43D0-BFE1-FA38D58C47A7}"/>
              </a:ext>
            </a:extLst>
          </p:cNvPr>
          <p:cNvSpPr>
            <a:spLocks noGrp="1"/>
          </p:cNvSpPr>
          <p:nvPr/>
        </p:nvSpPr>
        <p:spPr>
          <a:xfrm>
            <a:off x="6572160" y="1857240"/>
            <a:ext cx="4762080" cy="32382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2476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574" name="s10-sm8-0">
            <a:extLst>
              <a:ext uri="{FF2B5EF4-FFF2-40B4-BE49-F238E27FC236}">
                <a16:creationId xmlns:a16="http://schemas.microsoft.com/office/drawing/2014/main" id="{E55260CD-34FF-4140-A33E-9CE26F18FEAF}"/>
              </a:ext>
            </a:extLst>
          </p:cNvPr>
          <p:cNvSpPr>
            <a:spLocks noGrp="1"/>
          </p:cNvSpPr>
          <p:nvPr/>
        </p:nvSpPr>
        <p:spPr>
          <a:xfrm>
            <a:off x="1238400" y="2143080"/>
            <a:ext cx="39960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18098">
            <a:solidFill>
              <a:srgbClr val="5C677D"/>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0</a:t>
            </a:r>
          </a:p>
        </p:txBody>
      </p:sp>
      <p:sp>
        <p:nvSpPr>
          <p:cNvPr id="575" name="s10-sm8-1">
            <a:extLst>
              <a:ext uri="{FF2B5EF4-FFF2-40B4-BE49-F238E27FC236}">
                <a16:creationId xmlns:a16="http://schemas.microsoft.com/office/drawing/2014/main" id="{E5BDB3C7-411D-4965-A36D-CF2AEEE65637}"/>
              </a:ext>
            </a:extLst>
          </p:cNvPr>
          <p:cNvSpPr>
            <a:spLocks noGrp="1"/>
          </p:cNvSpPr>
          <p:nvPr/>
        </p:nvSpPr>
        <p:spPr>
          <a:xfrm>
            <a:off x="1733400" y="2143080"/>
            <a:ext cx="39960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18098">
            <a:solidFill>
              <a:srgbClr val="5C677D"/>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1</a:t>
            </a:r>
          </a:p>
        </p:txBody>
      </p:sp>
      <p:sp>
        <p:nvSpPr>
          <p:cNvPr id="576" name="s10-sm8-2">
            <a:extLst>
              <a:ext uri="{FF2B5EF4-FFF2-40B4-BE49-F238E27FC236}">
                <a16:creationId xmlns:a16="http://schemas.microsoft.com/office/drawing/2014/main" id="{464A2B8E-D1CD-4459-98AE-2BABC2BD26C8}"/>
              </a:ext>
            </a:extLst>
          </p:cNvPr>
          <p:cNvSpPr>
            <a:spLocks noGrp="1"/>
          </p:cNvSpPr>
          <p:nvPr/>
        </p:nvSpPr>
        <p:spPr>
          <a:xfrm>
            <a:off x="2228760" y="2143080"/>
            <a:ext cx="39960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18098">
            <a:solidFill>
              <a:srgbClr val="5C677D"/>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2</a:t>
            </a:r>
          </a:p>
        </p:txBody>
      </p:sp>
      <p:sp>
        <p:nvSpPr>
          <p:cNvPr id="577" name="s10-sm8-3">
            <a:extLst>
              <a:ext uri="{FF2B5EF4-FFF2-40B4-BE49-F238E27FC236}">
                <a16:creationId xmlns:a16="http://schemas.microsoft.com/office/drawing/2014/main" id="{EBA1A416-B2FD-4D8B-9B02-5B8E292A76DC}"/>
              </a:ext>
            </a:extLst>
          </p:cNvPr>
          <p:cNvSpPr>
            <a:spLocks noGrp="1"/>
          </p:cNvSpPr>
          <p:nvPr/>
        </p:nvSpPr>
        <p:spPr>
          <a:xfrm>
            <a:off x="2724120" y="2143080"/>
            <a:ext cx="39960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18098">
            <a:solidFill>
              <a:srgbClr val="5C677D"/>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3</a:t>
            </a:r>
          </a:p>
        </p:txBody>
      </p:sp>
      <p:sp>
        <p:nvSpPr>
          <p:cNvPr id="578" name="s10-sm8-4">
            <a:extLst>
              <a:ext uri="{FF2B5EF4-FFF2-40B4-BE49-F238E27FC236}">
                <a16:creationId xmlns:a16="http://schemas.microsoft.com/office/drawing/2014/main" id="{68ECA0A9-823C-4DB8-8A22-B76CCADA0FED}"/>
              </a:ext>
            </a:extLst>
          </p:cNvPr>
          <p:cNvSpPr>
            <a:spLocks noGrp="1"/>
          </p:cNvSpPr>
          <p:nvPr/>
        </p:nvSpPr>
        <p:spPr>
          <a:xfrm>
            <a:off x="3219480" y="2143080"/>
            <a:ext cx="39960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18098">
            <a:solidFill>
              <a:srgbClr val="5C677D"/>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4</a:t>
            </a:r>
          </a:p>
        </p:txBody>
      </p:sp>
      <p:sp>
        <p:nvSpPr>
          <p:cNvPr id="579" name="s10-sm8-5">
            <a:extLst>
              <a:ext uri="{FF2B5EF4-FFF2-40B4-BE49-F238E27FC236}">
                <a16:creationId xmlns:a16="http://schemas.microsoft.com/office/drawing/2014/main" id="{3BEE6CA5-5788-46DB-9C74-02BB47AF67D2}"/>
              </a:ext>
            </a:extLst>
          </p:cNvPr>
          <p:cNvSpPr>
            <a:spLocks noGrp="1"/>
          </p:cNvSpPr>
          <p:nvPr/>
        </p:nvSpPr>
        <p:spPr>
          <a:xfrm>
            <a:off x="3714840" y="2143080"/>
            <a:ext cx="39960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18098">
            <a:solidFill>
              <a:srgbClr val="5C677D"/>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5</a:t>
            </a:r>
          </a:p>
        </p:txBody>
      </p:sp>
      <p:sp>
        <p:nvSpPr>
          <p:cNvPr id="580" name="s10-sm8-6">
            <a:extLst>
              <a:ext uri="{FF2B5EF4-FFF2-40B4-BE49-F238E27FC236}">
                <a16:creationId xmlns:a16="http://schemas.microsoft.com/office/drawing/2014/main" id="{E084EE6C-B216-4C0E-B5D3-4A39CB4CF11D}"/>
              </a:ext>
            </a:extLst>
          </p:cNvPr>
          <p:cNvSpPr>
            <a:spLocks noGrp="1"/>
          </p:cNvSpPr>
          <p:nvPr/>
        </p:nvSpPr>
        <p:spPr>
          <a:xfrm>
            <a:off x="4210200" y="2143080"/>
            <a:ext cx="39960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18098">
            <a:solidFill>
              <a:srgbClr val="5C677D"/>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6</a:t>
            </a:r>
          </a:p>
        </p:txBody>
      </p:sp>
      <p:sp>
        <p:nvSpPr>
          <p:cNvPr id="581" name="s10-sm8-7">
            <a:extLst>
              <a:ext uri="{FF2B5EF4-FFF2-40B4-BE49-F238E27FC236}">
                <a16:creationId xmlns:a16="http://schemas.microsoft.com/office/drawing/2014/main" id="{473E1617-2327-44C6-9DC3-A2C285A2DF8A}"/>
              </a:ext>
            </a:extLst>
          </p:cNvPr>
          <p:cNvSpPr>
            <a:spLocks noGrp="1"/>
          </p:cNvSpPr>
          <p:nvPr/>
        </p:nvSpPr>
        <p:spPr>
          <a:xfrm>
            <a:off x="4705200" y="2143080"/>
            <a:ext cx="39960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18098">
            <a:solidFill>
              <a:srgbClr val="5C677D"/>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7</a:t>
            </a:r>
          </a:p>
        </p:txBody>
      </p:sp>
      <p:sp>
        <p:nvSpPr>
          <p:cNvPr id="582" name="s10-sm4-0">
            <a:extLst>
              <a:ext uri="{FF2B5EF4-FFF2-40B4-BE49-F238E27FC236}">
                <a16:creationId xmlns:a16="http://schemas.microsoft.com/office/drawing/2014/main" id="{0E098781-C35C-4673-8995-39935AB6DB31}"/>
              </a:ext>
            </a:extLst>
          </p:cNvPr>
          <p:cNvSpPr>
            <a:spLocks noGrp="1"/>
          </p:cNvSpPr>
          <p:nvPr/>
        </p:nvSpPr>
        <p:spPr>
          <a:xfrm>
            <a:off x="2095560" y="3191040"/>
            <a:ext cx="49500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0</a:t>
            </a:r>
          </a:p>
        </p:txBody>
      </p:sp>
      <p:sp>
        <p:nvSpPr>
          <p:cNvPr id="583" name="s10-sm4-1">
            <a:extLst>
              <a:ext uri="{FF2B5EF4-FFF2-40B4-BE49-F238E27FC236}">
                <a16:creationId xmlns:a16="http://schemas.microsoft.com/office/drawing/2014/main" id="{039BF79F-FD83-428A-AA1C-F5574185F1A9}"/>
              </a:ext>
            </a:extLst>
          </p:cNvPr>
          <p:cNvSpPr>
            <a:spLocks noGrp="1"/>
          </p:cNvSpPr>
          <p:nvPr/>
        </p:nvSpPr>
        <p:spPr>
          <a:xfrm>
            <a:off x="2743200" y="3191040"/>
            <a:ext cx="49500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1</a:t>
            </a:r>
          </a:p>
        </p:txBody>
      </p:sp>
      <p:sp>
        <p:nvSpPr>
          <p:cNvPr id="584" name="s10-sm4-2">
            <a:extLst>
              <a:ext uri="{FF2B5EF4-FFF2-40B4-BE49-F238E27FC236}">
                <a16:creationId xmlns:a16="http://schemas.microsoft.com/office/drawing/2014/main" id="{D4CC646A-0FCC-4964-9539-C900A31C4515}"/>
              </a:ext>
            </a:extLst>
          </p:cNvPr>
          <p:cNvSpPr>
            <a:spLocks noGrp="1"/>
          </p:cNvSpPr>
          <p:nvPr/>
        </p:nvSpPr>
        <p:spPr>
          <a:xfrm>
            <a:off x="3390840" y="3191040"/>
            <a:ext cx="49500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2</a:t>
            </a:r>
          </a:p>
        </p:txBody>
      </p:sp>
      <p:sp>
        <p:nvSpPr>
          <p:cNvPr id="585" name="s10-sm4-3">
            <a:extLst>
              <a:ext uri="{FF2B5EF4-FFF2-40B4-BE49-F238E27FC236}">
                <a16:creationId xmlns:a16="http://schemas.microsoft.com/office/drawing/2014/main" id="{8EE3F20C-9DEE-40F0-9EB1-B9BB82F035C5}"/>
              </a:ext>
            </a:extLst>
          </p:cNvPr>
          <p:cNvSpPr>
            <a:spLocks noGrp="1"/>
          </p:cNvSpPr>
          <p:nvPr/>
        </p:nvSpPr>
        <p:spPr>
          <a:xfrm>
            <a:off x="4038480" y="3191040"/>
            <a:ext cx="49500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3</a:t>
            </a:r>
          </a:p>
        </p:txBody>
      </p:sp>
      <p:cxnSp>
        <p:nvCxnSpPr>
          <p:cNvPr id="640" name="s10-arrow-s10-sm8-0-s10-sm4-0"/>
          <p:cNvCxnSpPr>
            <a:stCxn id="574" idx="2"/>
            <a:endCxn id="582" idx="0"/>
          </p:cNvCxnSpPr>
          <p:nvPr/>
        </p:nvCxnSpPr>
        <p:spPr>
          <a:xfrm>
            <a:off x="1438200" y="2485800"/>
            <a:ext cx="905040" cy="705600"/>
          </a:xfrm>
          <a:prstGeom prst="straightConnector1">
            <a:avLst/>
          </a:prstGeom>
          <a:ln w="20955">
            <a:solidFill>
              <a:srgbClr val="0353A4"/>
            </a:solidFill>
            <a:round/>
            <a:tailEnd type="triangle" w="sm" len="sm"/>
          </a:ln>
        </p:spPr>
      </p:cxnSp>
      <p:cxnSp>
        <p:nvCxnSpPr>
          <p:cNvPr id="641" name="s10-arrow-s10-sm8-1-s10-sm4-0"/>
          <p:cNvCxnSpPr>
            <a:stCxn id="575" idx="2"/>
            <a:endCxn id="582" idx="0"/>
          </p:cNvCxnSpPr>
          <p:nvPr/>
        </p:nvCxnSpPr>
        <p:spPr>
          <a:xfrm>
            <a:off x="1933200" y="2485800"/>
            <a:ext cx="410040" cy="705600"/>
          </a:xfrm>
          <a:prstGeom prst="straightConnector1">
            <a:avLst/>
          </a:prstGeom>
          <a:ln w="20955">
            <a:solidFill>
              <a:srgbClr val="0353A4"/>
            </a:solidFill>
            <a:round/>
            <a:tailEnd type="triangle" w="sm" len="sm"/>
          </a:ln>
        </p:spPr>
      </p:cxnSp>
      <p:cxnSp>
        <p:nvCxnSpPr>
          <p:cNvPr id="642" name="s10-arrow-s10-sm8-2-s10-sm4-1"/>
          <p:cNvCxnSpPr>
            <a:stCxn id="576" idx="2"/>
            <a:endCxn id="583" idx="0"/>
          </p:cNvCxnSpPr>
          <p:nvPr/>
        </p:nvCxnSpPr>
        <p:spPr>
          <a:xfrm>
            <a:off x="2428560" y="2485800"/>
            <a:ext cx="562320" cy="705600"/>
          </a:xfrm>
          <a:prstGeom prst="straightConnector1">
            <a:avLst/>
          </a:prstGeom>
          <a:ln w="20955">
            <a:solidFill>
              <a:srgbClr val="0353A4"/>
            </a:solidFill>
            <a:round/>
            <a:tailEnd type="triangle" w="sm" len="sm"/>
          </a:ln>
        </p:spPr>
      </p:cxnSp>
      <p:cxnSp>
        <p:nvCxnSpPr>
          <p:cNvPr id="643" name="s10-arrow-s10-sm8-3-s10-sm4-1"/>
          <p:cNvCxnSpPr>
            <a:stCxn id="577" idx="2"/>
            <a:endCxn id="583" idx="0"/>
          </p:cNvCxnSpPr>
          <p:nvPr/>
        </p:nvCxnSpPr>
        <p:spPr>
          <a:xfrm>
            <a:off x="2923920" y="2485800"/>
            <a:ext cx="66960" cy="705600"/>
          </a:xfrm>
          <a:prstGeom prst="straightConnector1">
            <a:avLst/>
          </a:prstGeom>
          <a:ln w="20955">
            <a:solidFill>
              <a:srgbClr val="0353A4"/>
            </a:solidFill>
            <a:round/>
            <a:tailEnd type="triangle" w="sm" len="sm"/>
          </a:ln>
        </p:spPr>
      </p:cxnSp>
      <p:cxnSp>
        <p:nvCxnSpPr>
          <p:cNvPr id="644" name="s10-arrow-s10-sm8-4-s10-sm4-2"/>
          <p:cNvCxnSpPr>
            <a:stCxn id="578" idx="2"/>
            <a:endCxn id="584" idx="0"/>
          </p:cNvCxnSpPr>
          <p:nvPr/>
        </p:nvCxnSpPr>
        <p:spPr>
          <a:xfrm>
            <a:off x="3419280" y="2485800"/>
            <a:ext cx="219240" cy="705600"/>
          </a:xfrm>
          <a:prstGeom prst="straightConnector1">
            <a:avLst/>
          </a:prstGeom>
          <a:ln w="20955">
            <a:solidFill>
              <a:srgbClr val="0353A4"/>
            </a:solidFill>
            <a:round/>
            <a:tailEnd type="triangle" w="sm" len="sm"/>
          </a:ln>
        </p:spPr>
      </p:cxnSp>
      <p:cxnSp>
        <p:nvCxnSpPr>
          <p:cNvPr id="645" name="s10-arrow-s10-sm8-5-s10-sm4-2"/>
          <p:cNvCxnSpPr>
            <a:stCxn id="579" idx="2"/>
            <a:endCxn id="584" idx="0"/>
          </p:cNvCxnSpPr>
          <p:nvPr/>
        </p:nvCxnSpPr>
        <p:spPr>
          <a:xfrm flipH="1">
            <a:off x="3638160" y="2485800"/>
            <a:ext cx="276840" cy="705600"/>
          </a:xfrm>
          <a:prstGeom prst="straightConnector1">
            <a:avLst/>
          </a:prstGeom>
          <a:ln w="20955">
            <a:solidFill>
              <a:srgbClr val="0353A4"/>
            </a:solidFill>
            <a:round/>
            <a:tailEnd type="triangle" w="sm" len="sm"/>
          </a:ln>
        </p:spPr>
      </p:cxnSp>
      <p:cxnSp>
        <p:nvCxnSpPr>
          <p:cNvPr id="646" name="s10-arrow-s10-sm8-6-s10-sm4-3"/>
          <p:cNvCxnSpPr>
            <a:stCxn id="580" idx="2"/>
            <a:endCxn id="585" idx="0"/>
          </p:cNvCxnSpPr>
          <p:nvPr/>
        </p:nvCxnSpPr>
        <p:spPr>
          <a:xfrm flipH="1">
            <a:off x="4285800" y="2485800"/>
            <a:ext cx="124560" cy="705600"/>
          </a:xfrm>
          <a:prstGeom prst="straightConnector1">
            <a:avLst/>
          </a:prstGeom>
          <a:ln w="20955">
            <a:solidFill>
              <a:srgbClr val="0353A4"/>
            </a:solidFill>
            <a:round/>
            <a:tailEnd type="triangle" w="sm" len="sm"/>
          </a:ln>
        </p:spPr>
      </p:cxnSp>
      <p:cxnSp>
        <p:nvCxnSpPr>
          <p:cNvPr id="647" name="s10-arrow-s10-sm8-7-s10-sm4-3"/>
          <p:cNvCxnSpPr>
            <a:stCxn id="581" idx="2"/>
            <a:endCxn id="585" idx="0"/>
          </p:cNvCxnSpPr>
          <p:nvPr/>
        </p:nvCxnSpPr>
        <p:spPr>
          <a:xfrm flipH="1">
            <a:off x="4285800" y="2485800"/>
            <a:ext cx="619560" cy="705600"/>
          </a:xfrm>
          <a:prstGeom prst="straightConnector1">
            <a:avLst/>
          </a:prstGeom>
          <a:ln w="20955">
            <a:solidFill>
              <a:srgbClr val="0353A4"/>
            </a:solidFill>
            <a:round/>
            <a:tailEnd type="triangle" w="sm" len="sm"/>
          </a:ln>
        </p:spPr>
      </p:cxnSp>
      <p:sp>
        <p:nvSpPr>
          <p:cNvPr id="594" name="s10-barrier1">
            <a:extLst>
              <a:ext uri="{FF2B5EF4-FFF2-40B4-BE49-F238E27FC236}">
                <a16:creationId xmlns:a16="http://schemas.microsoft.com/office/drawing/2014/main" id="{C5FF3D9F-2D6A-4B6D-AE6C-99B461D6ACDF}"/>
              </a:ext>
            </a:extLst>
          </p:cNvPr>
          <p:cNvSpPr>
            <a:spLocks noGrp="1"/>
          </p:cNvSpPr>
          <p:nvPr/>
        </p:nvSpPr>
        <p:spPr>
          <a:xfrm>
            <a:off x="1714680" y="2619360"/>
            <a:ext cx="295236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23813">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20" b="1" u="none">
                <a:solidFill>
                  <a:srgbClr val="FF0000"/>
                </a:solidFill>
                <a:latin typeface="Courier New"/>
                <a:ea typeface="Courier New"/>
                <a:cs typeface="Courier New"/>
              </a:rPr>
              <a:t>shared read + add + write</a:t>
            </a:r>
          </a:p>
        </p:txBody>
      </p:sp>
      <p:sp>
        <p:nvSpPr>
          <p:cNvPr id="595" name="s10-barrier2">
            <a:extLst>
              <a:ext uri="{FF2B5EF4-FFF2-40B4-BE49-F238E27FC236}">
                <a16:creationId xmlns:a16="http://schemas.microsoft.com/office/drawing/2014/main" id="{C3DB4C9F-6C32-4EC1-8025-B0419578A4B7}"/>
              </a:ext>
            </a:extLst>
          </p:cNvPr>
          <p:cNvSpPr>
            <a:spLocks noGrp="1"/>
          </p:cNvSpPr>
          <p:nvPr/>
        </p:nvSpPr>
        <p:spPr>
          <a:xfrm>
            <a:off x="1714680" y="3762360"/>
            <a:ext cx="295236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23813">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fontScale="92500" lnSpcReduction="9999"/>
          </a:bodyPr>
          <a:lstStyle/>
          <a:p>
            <a:pPr algn="ctr">
              <a:lnSpc>
                <a:spcPct val="100000"/>
              </a:lnSpc>
              <a:buNone/>
            </a:pPr>
            <a:r>
              <a:rPr sz="1240" b="1" u="none">
                <a:solidFill>
                  <a:srgbClr val="FF0000"/>
                </a:solidFill>
                <a:latin typeface="Courier New"/>
                <a:ea typeface="Courier New"/>
                <a:cs typeface="Courier New"/>
              </a:rPr>
              <a:t>one __syncthreads() after stage</a:t>
            </a:r>
          </a:p>
        </p:txBody>
      </p:sp>
      <p:sp>
        <p:nvSpPr>
          <p:cNvPr id="596" name="s10-k4-caption">
            <a:extLst>
              <a:ext uri="{FF2B5EF4-FFF2-40B4-BE49-F238E27FC236}">
                <a16:creationId xmlns:a16="http://schemas.microsoft.com/office/drawing/2014/main" id="{B6ADEBC5-68CB-4CAE-9BA0-F413290A608E}"/>
              </a:ext>
            </a:extLst>
          </p:cNvPr>
          <p:cNvSpPr>
            <a:spLocks noGrp="1"/>
          </p:cNvSpPr>
          <p:nvPr/>
        </p:nvSpPr>
        <p:spPr>
          <a:xfrm>
            <a:off x="1190520" y="4476600"/>
            <a:ext cx="4095360" cy="39960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1" u="none">
                <a:solidFill>
                  <a:srgbClr val="5C677D"/>
                </a:solidFill>
                <a:latin typeface="Arial"/>
                <a:ea typeface="Arial"/>
                <a:cs typeface="Arial"/>
              </a:rPr>
              <a:t>repeat shared-memory stage + one block barrier</a:t>
            </a:r>
          </a:p>
        </p:txBody>
      </p:sp>
      <p:sp>
        <p:nvSpPr>
          <p:cNvPr id="597" name="s10-regs-0">
            <a:extLst>
              <a:ext uri="{FF2B5EF4-FFF2-40B4-BE49-F238E27FC236}">
                <a16:creationId xmlns:a16="http://schemas.microsoft.com/office/drawing/2014/main" id="{4BB2731D-A43B-4AD1-A602-9B0E56142B9D}"/>
              </a:ext>
            </a:extLst>
          </p:cNvPr>
          <p:cNvSpPr>
            <a:spLocks noGrp="1"/>
          </p:cNvSpPr>
          <p:nvPr/>
        </p:nvSpPr>
        <p:spPr>
          <a:xfrm>
            <a:off x="6953400" y="2143080"/>
            <a:ext cx="39960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0</a:t>
            </a:r>
          </a:p>
        </p:txBody>
      </p:sp>
      <p:sp>
        <p:nvSpPr>
          <p:cNvPr id="598" name="s10-regs-1">
            <a:extLst>
              <a:ext uri="{FF2B5EF4-FFF2-40B4-BE49-F238E27FC236}">
                <a16:creationId xmlns:a16="http://schemas.microsoft.com/office/drawing/2014/main" id="{2A52D6B8-B6A7-4F52-9FC6-02FD34D3B385}"/>
              </a:ext>
            </a:extLst>
          </p:cNvPr>
          <p:cNvSpPr>
            <a:spLocks noGrp="1"/>
          </p:cNvSpPr>
          <p:nvPr/>
        </p:nvSpPr>
        <p:spPr>
          <a:xfrm>
            <a:off x="7448400" y="2143080"/>
            <a:ext cx="39960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1</a:t>
            </a:r>
          </a:p>
        </p:txBody>
      </p:sp>
      <p:sp>
        <p:nvSpPr>
          <p:cNvPr id="599" name="s10-regs-2">
            <a:extLst>
              <a:ext uri="{FF2B5EF4-FFF2-40B4-BE49-F238E27FC236}">
                <a16:creationId xmlns:a16="http://schemas.microsoft.com/office/drawing/2014/main" id="{24E1CE1A-1948-4DD7-AD48-2789125A1750}"/>
              </a:ext>
            </a:extLst>
          </p:cNvPr>
          <p:cNvSpPr>
            <a:spLocks noGrp="1"/>
          </p:cNvSpPr>
          <p:nvPr/>
        </p:nvSpPr>
        <p:spPr>
          <a:xfrm>
            <a:off x="7943760" y="2143080"/>
            <a:ext cx="39960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2</a:t>
            </a:r>
          </a:p>
        </p:txBody>
      </p:sp>
      <p:sp>
        <p:nvSpPr>
          <p:cNvPr id="600" name="s10-regs-3">
            <a:extLst>
              <a:ext uri="{FF2B5EF4-FFF2-40B4-BE49-F238E27FC236}">
                <a16:creationId xmlns:a16="http://schemas.microsoft.com/office/drawing/2014/main" id="{92E94CD8-2973-439D-A18D-6FE36E2CEA3C}"/>
              </a:ext>
            </a:extLst>
          </p:cNvPr>
          <p:cNvSpPr>
            <a:spLocks noGrp="1"/>
          </p:cNvSpPr>
          <p:nvPr/>
        </p:nvSpPr>
        <p:spPr>
          <a:xfrm>
            <a:off x="8439120" y="2143080"/>
            <a:ext cx="39960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3</a:t>
            </a:r>
          </a:p>
        </p:txBody>
      </p:sp>
      <p:sp>
        <p:nvSpPr>
          <p:cNvPr id="601" name="s10-regs-4">
            <a:extLst>
              <a:ext uri="{FF2B5EF4-FFF2-40B4-BE49-F238E27FC236}">
                <a16:creationId xmlns:a16="http://schemas.microsoft.com/office/drawing/2014/main" id="{FA07AC33-154C-44E4-B2B5-E5C71014203D}"/>
              </a:ext>
            </a:extLst>
          </p:cNvPr>
          <p:cNvSpPr>
            <a:spLocks noGrp="1"/>
          </p:cNvSpPr>
          <p:nvPr/>
        </p:nvSpPr>
        <p:spPr>
          <a:xfrm>
            <a:off x="8934480" y="2143080"/>
            <a:ext cx="39960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4</a:t>
            </a:r>
          </a:p>
        </p:txBody>
      </p:sp>
      <p:sp>
        <p:nvSpPr>
          <p:cNvPr id="602" name="s10-regs-5">
            <a:extLst>
              <a:ext uri="{FF2B5EF4-FFF2-40B4-BE49-F238E27FC236}">
                <a16:creationId xmlns:a16="http://schemas.microsoft.com/office/drawing/2014/main" id="{6DA5420B-70A8-4062-A02A-DC744343E7A0}"/>
              </a:ext>
            </a:extLst>
          </p:cNvPr>
          <p:cNvSpPr>
            <a:spLocks noGrp="1"/>
          </p:cNvSpPr>
          <p:nvPr/>
        </p:nvSpPr>
        <p:spPr>
          <a:xfrm>
            <a:off x="9429840" y="2143080"/>
            <a:ext cx="39960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5</a:t>
            </a:r>
          </a:p>
        </p:txBody>
      </p:sp>
      <p:sp>
        <p:nvSpPr>
          <p:cNvPr id="603" name="s10-regs-6">
            <a:extLst>
              <a:ext uri="{FF2B5EF4-FFF2-40B4-BE49-F238E27FC236}">
                <a16:creationId xmlns:a16="http://schemas.microsoft.com/office/drawing/2014/main" id="{544DDAF0-044B-4F4E-8475-751AF3280219}"/>
              </a:ext>
            </a:extLst>
          </p:cNvPr>
          <p:cNvSpPr>
            <a:spLocks noGrp="1"/>
          </p:cNvSpPr>
          <p:nvPr/>
        </p:nvSpPr>
        <p:spPr>
          <a:xfrm>
            <a:off x="9925200" y="2143080"/>
            <a:ext cx="39960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6</a:t>
            </a:r>
          </a:p>
        </p:txBody>
      </p:sp>
      <p:sp>
        <p:nvSpPr>
          <p:cNvPr id="604" name="s10-regs-7">
            <a:extLst>
              <a:ext uri="{FF2B5EF4-FFF2-40B4-BE49-F238E27FC236}">
                <a16:creationId xmlns:a16="http://schemas.microsoft.com/office/drawing/2014/main" id="{41DE5BD3-548D-4E44-B025-BA4A3ACB21AB}"/>
              </a:ext>
            </a:extLst>
          </p:cNvPr>
          <p:cNvSpPr>
            <a:spLocks noGrp="1"/>
          </p:cNvSpPr>
          <p:nvPr/>
        </p:nvSpPr>
        <p:spPr>
          <a:xfrm>
            <a:off x="10420200" y="2143080"/>
            <a:ext cx="39960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7</a:t>
            </a:r>
          </a:p>
        </p:txBody>
      </p:sp>
      <p:sp>
        <p:nvSpPr>
          <p:cNvPr id="605" name="s10-plus32">
            <a:extLst>
              <a:ext uri="{FF2B5EF4-FFF2-40B4-BE49-F238E27FC236}">
                <a16:creationId xmlns:a16="http://schemas.microsoft.com/office/drawing/2014/main" id="{7BC919EF-AB4D-40C4-B94E-38A3178A2297}"/>
              </a:ext>
            </a:extLst>
          </p:cNvPr>
          <p:cNvSpPr>
            <a:spLocks noGrp="1"/>
          </p:cNvSpPr>
          <p:nvPr/>
        </p:nvSpPr>
        <p:spPr>
          <a:xfrm>
            <a:off x="7667640" y="2666880"/>
            <a:ext cx="26665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21908">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20" b="1" u="none">
                <a:solidFill>
                  <a:srgbClr val="FF0000"/>
                </a:solidFill>
                <a:latin typeface="Courier New"/>
                <a:ea typeface="Courier New"/>
                <a:cs typeface="Courier New"/>
              </a:rPr>
              <a:t>+32: shared read + add</a:t>
            </a:r>
          </a:p>
        </p:txBody>
      </p:sp>
      <p:sp>
        <p:nvSpPr>
          <p:cNvPr id="606" name="s10-offset-16">
            <a:extLst>
              <a:ext uri="{FF2B5EF4-FFF2-40B4-BE49-F238E27FC236}">
                <a16:creationId xmlns:a16="http://schemas.microsoft.com/office/drawing/2014/main" id="{91BBCFD5-411B-40EB-89D2-FC255C6CEB36}"/>
              </a:ext>
            </a:extLst>
          </p:cNvPr>
          <p:cNvSpPr>
            <a:spLocks noGrp="1"/>
          </p:cNvSpPr>
          <p:nvPr/>
        </p:nvSpPr>
        <p:spPr>
          <a:xfrm>
            <a:off x="6953400" y="3286080"/>
            <a:ext cx="66636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20955">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1" u="none">
                <a:solidFill>
                  <a:srgbClr val="001233"/>
                </a:solidFill>
                <a:latin typeface="Courier New"/>
                <a:ea typeface="Courier New"/>
                <a:cs typeface="Courier New"/>
              </a:rPr>
              <a:t>↓ 16</a:t>
            </a:r>
          </a:p>
        </p:txBody>
      </p:sp>
      <p:sp>
        <p:nvSpPr>
          <p:cNvPr id="607" name="s10-offset-8">
            <a:extLst>
              <a:ext uri="{FF2B5EF4-FFF2-40B4-BE49-F238E27FC236}">
                <a16:creationId xmlns:a16="http://schemas.microsoft.com/office/drawing/2014/main" id="{26C318CA-29A5-4CD9-BE44-23EC24BC7404}"/>
              </a:ext>
            </a:extLst>
          </p:cNvPr>
          <p:cNvSpPr>
            <a:spLocks noGrp="1"/>
          </p:cNvSpPr>
          <p:nvPr/>
        </p:nvSpPr>
        <p:spPr>
          <a:xfrm>
            <a:off x="7763040" y="3286080"/>
            <a:ext cx="66636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20955">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1" u="none">
                <a:solidFill>
                  <a:srgbClr val="001233"/>
                </a:solidFill>
                <a:latin typeface="Courier New"/>
                <a:ea typeface="Courier New"/>
                <a:cs typeface="Courier New"/>
              </a:rPr>
              <a:t>↓ 8</a:t>
            </a:r>
          </a:p>
        </p:txBody>
      </p:sp>
      <p:sp>
        <p:nvSpPr>
          <p:cNvPr id="608" name="s10-offset-4">
            <a:extLst>
              <a:ext uri="{FF2B5EF4-FFF2-40B4-BE49-F238E27FC236}">
                <a16:creationId xmlns:a16="http://schemas.microsoft.com/office/drawing/2014/main" id="{DB4DE6B1-23DF-447B-8072-C72E679C5FD8}"/>
              </a:ext>
            </a:extLst>
          </p:cNvPr>
          <p:cNvSpPr>
            <a:spLocks noGrp="1"/>
          </p:cNvSpPr>
          <p:nvPr/>
        </p:nvSpPr>
        <p:spPr>
          <a:xfrm>
            <a:off x="8572680" y="3286080"/>
            <a:ext cx="66636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20955">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1" u="none">
                <a:solidFill>
                  <a:srgbClr val="001233"/>
                </a:solidFill>
                <a:latin typeface="Courier New"/>
                <a:ea typeface="Courier New"/>
                <a:cs typeface="Courier New"/>
              </a:rPr>
              <a:t>↓ 4</a:t>
            </a:r>
          </a:p>
        </p:txBody>
      </p:sp>
      <p:sp>
        <p:nvSpPr>
          <p:cNvPr id="609" name="s10-offset-2">
            <a:extLst>
              <a:ext uri="{FF2B5EF4-FFF2-40B4-BE49-F238E27FC236}">
                <a16:creationId xmlns:a16="http://schemas.microsoft.com/office/drawing/2014/main" id="{7F3185E7-3ABC-447C-A6DD-A39940CF46BD}"/>
              </a:ext>
            </a:extLst>
          </p:cNvPr>
          <p:cNvSpPr>
            <a:spLocks noGrp="1"/>
          </p:cNvSpPr>
          <p:nvPr/>
        </p:nvSpPr>
        <p:spPr>
          <a:xfrm>
            <a:off x="9381960" y="3286080"/>
            <a:ext cx="66636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20955">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1" u="none">
                <a:solidFill>
                  <a:srgbClr val="001233"/>
                </a:solidFill>
                <a:latin typeface="Courier New"/>
                <a:ea typeface="Courier New"/>
                <a:cs typeface="Courier New"/>
              </a:rPr>
              <a:t>↓ 2</a:t>
            </a:r>
          </a:p>
        </p:txBody>
      </p:sp>
      <p:sp>
        <p:nvSpPr>
          <p:cNvPr id="610" name="s10-offset-1">
            <a:extLst>
              <a:ext uri="{FF2B5EF4-FFF2-40B4-BE49-F238E27FC236}">
                <a16:creationId xmlns:a16="http://schemas.microsoft.com/office/drawing/2014/main" id="{C2425857-DCAD-4EC8-BD4E-BEC4F01A89A4}"/>
              </a:ext>
            </a:extLst>
          </p:cNvPr>
          <p:cNvSpPr>
            <a:spLocks noGrp="1"/>
          </p:cNvSpPr>
          <p:nvPr/>
        </p:nvSpPr>
        <p:spPr>
          <a:xfrm>
            <a:off x="10191600" y="3286080"/>
            <a:ext cx="66636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2095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1" u="none">
                <a:solidFill>
                  <a:srgbClr val="001233"/>
                </a:solidFill>
                <a:latin typeface="Courier New"/>
                <a:ea typeface="Courier New"/>
                <a:cs typeface="Courier New"/>
              </a:rPr>
              <a:t>↓ 1</a:t>
            </a:r>
          </a:p>
        </p:txBody>
      </p:sp>
      <p:cxnSp>
        <p:nvCxnSpPr>
          <p:cNvPr id="665" name="s10-arrow-s10-plus32-s10-offset-16"/>
          <p:cNvCxnSpPr>
            <a:stCxn id="605" idx="2"/>
            <a:endCxn id="606" idx="0"/>
          </p:cNvCxnSpPr>
          <p:nvPr/>
        </p:nvCxnSpPr>
        <p:spPr>
          <a:xfrm flipH="1">
            <a:off x="7286400" y="3066480"/>
            <a:ext cx="1714680" cy="219960"/>
          </a:xfrm>
          <a:prstGeom prst="straightConnector1">
            <a:avLst/>
          </a:prstGeom>
          <a:ln w="24765">
            <a:solidFill>
              <a:srgbClr val="FF0000"/>
            </a:solidFill>
            <a:round/>
            <a:tailEnd type="triangle" w="sm" len="sm"/>
          </a:ln>
        </p:spPr>
      </p:cxnSp>
      <p:cxnSp>
        <p:nvCxnSpPr>
          <p:cNvPr id="666" name="s10-arrow-s10-offset-16-s10-offset-8"/>
          <p:cNvCxnSpPr>
            <a:stCxn id="606" idx="3"/>
            <a:endCxn id="607" idx="1"/>
          </p:cNvCxnSpPr>
          <p:nvPr/>
        </p:nvCxnSpPr>
        <p:spPr>
          <a:xfrm>
            <a:off x="7619760" y="3504960"/>
            <a:ext cx="143640" cy="360"/>
          </a:xfrm>
          <a:prstGeom prst="straightConnector1">
            <a:avLst/>
          </a:prstGeom>
          <a:ln w="24765">
            <a:solidFill>
              <a:srgbClr val="6666FF"/>
            </a:solidFill>
            <a:round/>
            <a:tailEnd type="triangle" w="sm" len="sm"/>
          </a:ln>
        </p:spPr>
      </p:cxnSp>
      <p:cxnSp>
        <p:nvCxnSpPr>
          <p:cNvPr id="667" name="s10-arrow-s10-offset-8-s10-offset-4"/>
          <p:cNvCxnSpPr>
            <a:stCxn id="607" idx="3"/>
            <a:endCxn id="608" idx="1"/>
          </p:cNvCxnSpPr>
          <p:nvPr/>
        </p:nvCxnSpPr>
        <p:spPr>
          <a:xfrm>
            <a:off x="8429400" y="3504960"/>
            <a:ext cx="143640" cy="360"/>
          </a:xfrm>
          <a:prstGeom prst="straightConnector1">
            <a:avLst/>
          </a:prstGeom>
          <a:ln w="24765">
            <a:solidFill>
              <a:srgbClr val="6666FF"/>
            </a:solidFill>
            <a:round/>
            <a:tailEnd type="triangle" w="sm" len="sm"/>
          </a:ln>
        </p:spPr>
      </p:cxnSp>
      <p:cxnSp>
        <p:nvCxnSpPr>
          <p:cNvPr id="668" name="s10-arrow-s10-offset-4-s10-offset-2"/>
          <p:cNvCxnSpPr>
            <a:stCxn id="608" idx="3"/>
            <a:endCxn id="609" idx="1"/>
          </p:cNvCxnSpPr>
          <p:nvPr/>
        </p:nvCxnSpPr>
        <p:spPr>
          <a:xfrm>
            <a:off x="9239040" y="3504960"/>
            <a:ext cx="143280" cy="360"/>
          </a:xfrm>
          <a:prstGeom prst="straightConnector1">
            <a:avLst/>
          </a:prstGeom>
          <a:ln w="24765">
            <a:solidFill>
              <a:srgbClr val="6666FF"/>
            </a:solidFill>
            <a:round/>
            <a:tailEnd type="triangle" w="sm" len="sm"/>
          </a:ln>
        </p:spPr>
      </p:cxnSp>
      <p:cxnSp>
        <p:nvCxnSpPr>
          <p:cNvPr id="669" name="s10-arrow-s10-offset-2-s10-offset-1"/>
          <p:cNvCxnSpPr>
            <a:stCxn id="609" idx="3"/>
            <a:endCxn id="610" idx="1"/>
          </p:cNvCxnSpPr>
          <p:nvPr/>
        </p:nvCxnSpPr>
        <p:spPr>
          <a:xfrm>
            <a:off x="10048320" y="3504960"/>
            <a:ext cx="143640" cy="360"/>
          </a:xfrm>
          <a:prstGeom prst="straightConnector1">
            <a:avLst/>
          </a:prstGeom>
          <a:ln w="24765">
            <a:solidFill>
              <a:srgbClr val="6666FF"/>
            </a:solidFill>
            <a:round/>
            <a:tailEnd type="triangle" w="sm" len="sm"/>
          </a:ln>
        </p:spPr>
      </p:cxnSp>
      <p:sp>
        <p:nvSpPr>
          <p:cNvPr id="616" name="s10-lane0">
            <a:extLst>
              <a:ext uri="{FF2B5EF4-FFF2-40B4-BE49-F238E27FC236}">
                <a16:creationId xmlns:a16="http://schemas.microsoft.com/office/drawing/2014/main" id="{F1A85406-994A-419F-BFD3-616BB762509C}"/>
              </a:ext>
            </a:extLst>
          </p:cNvPr>
          <p:cNvSpPr>
            <a:spLocks noGrp="1"/>
          </p:cNvSpPr>
          <p:nvPr/>
        </p:nvSpPr>
        <p:spPr>
          <a:xfrm>
            <a:off x="8601120" y="3905280"/>
            <a:ext cx="761760" cy="76176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33CCCC"/>
          </a:solidFill>
          <a:ln w="26670">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20" b="1" u="none">
                <a:solidFill>
                  <a:srgbClr val="001233"/>
                </a:solidFill>
                <a:latin typeface="Courier New"/>
                <a:ea typeface="Courier New"/>
                <a:cs typeface="Courier New"/>
              </a:rPr>
              <a:t>lane 0</a:t>
            </a:r>
          </a:p>
          <a:p>
            <a:pPr algn="ctr">
              <a:lnSpc>
                <a:spcPct val="100000"/>
              </a:lnSpc>
              <a:buNone/>
            </a:pPr>
            <a:r>
              <a:rPr sz="1320" b="1" u="none">
                <a:solidFill>
                  <a:srgbClr val="001233"/>
                </a:solidFill>
                <a:latin typeface="Courier New"/>
                <a:ea typeface="Courier New"/>
                <a:cs typeface="Courier New"/>
              </a:rPr>
              <a:t>sum</a:t>
            </a:r>
          </a:p>
        </p:txBody>
      </p:sp>
      <p:cxnSp>
        <p:nvCxnSpPr>
          <p:cNvPr id="671" name="s10-arrow-s10-offset-1-s10-lane0"/>
          <p:cNvCxnSpPr>
            <a:stCxn id="610" idx="2"/>
            <a:endCxn id="616" idx="0"/>
          </p:cNvCxnSpPr>
          <p:nvPr/>
        </p:nvCxnSpPr>
        <p:spPr>
          <a:xfrm flipH="1">
            <a:off x="8982000" y="3723840"/>
            <a:ext cx="1542960" cy="181800"/>
          </a:xfrm>
          <a:prstGeom prst="straightConnector1">
            <a:avLst/>
          </a:prstGeom>
          <a:ln w="33338">
            <a:solidFill>
              <a:srgbClr val="0353A4"/>
            </a:solidFill>
            <a:round/>
            <a:tailEnd type="triangle" w="sm" len="sm"/>
          </a:ln>
        </p:spPr>
      </p:cxnSp>
      <p:sp>
        <p:nvSpPr>
          <p:cNvPr id="618" name="s10-k5-caption">
            <a:extLst>
              <a:ext uri="{FF2B5EF4-FFF2-40B4-BE49-F238E27FC236}">
                <a16:creationId xmlns:a16="http://schemas.microsoft.com/office/drawing/2014/main" id="{F46BE811-0197-4935-8866-C42C33D103F6}"/>
              </a:ext>
            </a:extLst>
          </p:cNvPr>
          <p:cNvSpPr>
            <a:spLocks noGrp="1"/>
          </p:cNvSpPr>
          <p:nvPr/>
        </p:nvSpPr>
        <p:spPr>
          <a:xfrm>
            <a:off x="6905520" y="4686480"/>
            <a:ext cx="4095360" cy="3236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20" b="1" u="none">
                <a:solidFill>
                  <a:srgbClr val="0353A4"/>
                </a:solidFill>
                <a:latin typeface="Arial"/>
                <a:ea typeface="Arial"/>
                <a:cs typeface="Arial"/>
              </a:rPr>
              <a:t>offsets 16→1: register exchange, no block barrier</a:t>
            </a:r>
          </a:p>
        </p:txBody>
      </p:sp>
      <p:sp>
        <p:nvSpPr>
          <p:cNvPr id="619" name="s10-timing">
            <a:extLst>
              <a:ext uri="{FF2B5EF4-FFF2-40B4-BE49-F238E27FC236}">
                <a16:creationId xmlns:a16="http://schemas.microsoft.com/office/drawing/2014/main" id="{6BFD3E13-A4B3-4481-B5EC-16002F27610B}"/>
              </a:ext>
            </a:extLst>
          </p:cNvPr>
          <p:cNvSpPr>
            <a:spLocks noGrp="1"/>
          </p:cNvSpPr>
          <p:nvPr/>
        </p:nvSpPr>
        <p:spPr>
          <a:xfrm>
            <a:off x="857160" y="5524560"/>
            <a:ext cx="10477080" cy="32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690" b="1" u="none">
                <a:solidFill>
                  <a:srgbClr val="FF0000"/>
                </a:solidFill>
                <a:latin typeface="Courier New"/>
                <a:ea typeface="Courier New"/>
                <a:cs typeface="Courier New"/>
              </a:rPr>
              <a:t>CUDA EVENTS • 2.741248 → 2.740224 ms  |  DERIVED • −1.0 µs (−0.04%) • TIE</a:t>
            </a:r>
          </a:p>
        </p:txBody>
      </p:sp>
      <p:sp>
        <p:nvSpPr>
          <p:cNvPr id="620" name="s10-evidence">
            <a:extLst>
              <a:ext uri="{FF2B5EF4-FFF2-40B4-BE49-F238E27FC236}">
                <a16:creationId xmlns:a16="http://schemas.microsoft.com/office/drawing/2014/main" id="{45F60E32-F081-45D4-91AC-4DC8F1EBB935}"/>
              </a:ext>
            </a:extLst>
          </p:cNvPr>
          <p:cNvSpPr>
            <a:spLocks noGrp="1"/>
          </p:cNvSpPr>
          <p:nvPr/>
        </p:nvSpPr>
        <p:spPr>
          <a:xfrm>
            <a:off x="905040" y="5857920"/>
            <a:ext cx="10382040" cy="27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170" b="1" u="none">
                <a:solidFill>
                  <a:srgbClr val="001233"/>
                </a:solidFill>
                <a:latin typeface="Arial"/>
                <a:ea typeface="Arial"/>
                <a:cs typeface="Arial"/>
              </a:rPr>
              <a:t>CODE • tree barriers 8→2  |  NSIGHT COMPUTE • instructions −50.22% • K4 DRAM 97.44% peak-sustained</a:t>
            </a:r>
          </a:p>
        </p:txBody>
      </p:sp>
      <p:sp>
        <p:nvSpPr>
          <p:cNvPr id="621" name="s10-source">
            <a:extLst>
              <a:ext uri="{FF2B5EF4-FFF2-40B4-BE49-F238E27FC236}">
                <a16:creationId xmlns:a16="http://schemas.microsoft.com/office/drawing/2014/main" id="{640F282E-9032-496E-8266-B0E38DB0DBB5}"/>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Physical L40S Device 3 • 2 GiB FP32 input • CUDA events: 3 fresh processes × (10 warmups + 101 samples) • Nsight Compute first-pass counters profiled separately.</a:t>
            </a:r>
          </a:p>
        </p:txBody>
      </p:sp>
    </p:spTree>
    <p:extLst>
      <p:ext uri="{BB962C8B-B14F-4D97-AF65-F5344CB8AC3E}">
        <p14:creationId xmlns:p14="http://schemas.microsoft.com/office/powerpoint/2010/main" val="1503805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 name="PlaceHolder 1">
            <a:extLst>
              <a:ext uri="{FF2B5EF4-FFF2-40B4-BE49-F238E27FC236}">
                <a16:creationId xmlns:a16="http://schemas.microsoft.com/office/drawing/2014/main" id="{AA8965EA-ACFB-4F82-8C1C-86C70B44D40E}"/>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2780" b="1" u="none">
                <a:solidFill>
                  <a:srgbClr val="001233"/>
                </a:solidFill>
                <a:latin typeface="Arial"/>
                <a:ea typeface="Arial"/>
                <a:cs typeface="Arial"/>
              </a:rPr>
              <a:t>K6 removes loop control; the data path does not change</a:t>
            </a:r>
          </a:p>
        </p:txBody>
      </p:sp>
      <p:sp>
        <p:nvSpPr>
          <p:cNvPr id="623" name="s11-lead">
            <a:extLst>
              <a:ext uri="{FF2B5EF4-FFF2-40B4-BE49-F238E27FC236}">
                <a16:creationId xmlns:a16="http://schemas.microsoft.com/office/drawing/2014/main" id="{E9D5F09A-1B72-4267-AD30-4D9A6EC9BEA9}"/>
              </a:ext>
            </a:extLst>
          </p:cNvPr>
          <p:cNvSpPr>
            <a:spLocks noGrp="1"/>
          </p:cNvSpPr>
          <p:nvPr/>
        </p:nvSpPr>
        <p:spPr>
          <a:xfrm>
            <a:off x="723960" y="990720"/>
            <a:ext cx="106484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540" b="1" u="none">
                <a:solidFill>
                  <a:srgbClr val="001233"/>
                </a:solidFill>
                <a:latin typeface="Arial"/>
                <a:ea typeface="Arial"/>
                <a:cs typeface="Arial"/>
              </a:rPr>
              <a:t>For B=256, the runtime upper-tree loop becomes fixed +128 and +64 stages; both __syncthreads() barriers remain.</a:t>
            </a:r>
          </a:p>
        </p:txBody>
      </p:sp>
      <p:sp>
        <p:nvSpPr>
          <p:cNvPr id="624" name="s11-runtime">
            <a:extLst>
              <a:ext uri="{FF2B5EF4-FFF2-40B4-BE49-F238E27FC236}">
                <a16:creationId xmlns:a16="http://schemas.microsoft.com/office/drawing/2014/main" id="{A047D430-64DC-4183-972A-B3C06E7D2698}"/>
              </a:ext>
            </a:extLst>
          </p:cNvPr>
          <p:cNvSpPr>
            <a:spLocks noGrp="1"/>
          </p:cNvSpPr>
          <p:nvPr/>
        </p:nvSpPr>
        <p:spPr>
          <a:xfrm>
            <a:off x="857160" y="1762200"/>
            <a:ext cx="3714480" cy="14284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23813">
            <a:solidFill>
              <a:srgbClr val="5C677D"/>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500" b="1" u="none">
                <a:solidFill>
                  <a:srgbClr val="5C677D"/>
                </a:solidFill>
                <a:latin typeface="Courier New"/>
                <a:ea typeface="Courier New"/>
                <a:cs typeface="Courier New"/>
              </a:rPr>
              <a:t>for (stride = 128;</a:t>
            </a:r>
          </a:p>
          <a:p>
            <a:pPr algn="ctr">
              <a:lnSpc>
                <a:spcPct val="100000"/>
              </a:lnSpc>
              <a:buNone/>
            </a:pPr>
            <a:r>
              <a:rPr sz="1500" b="1" u="none">
                <a:solidFill>
                  <a:srgbClr val="5C677D"/>
                </a:solidFill>
                <a:latin typeface="Courier New"/>
                <a:ea typeface="Courier New"/>
                <a:cs typeface="Courier New"/>
              </a:rPr>
              <a:t>     stride &gt; 32;</a:t>
            </a:r>
          </a:p>
          <a:p>
            <a:pPr algn="ctr">
              <a:lnSpc>
                <a:spcPct val="100000"/>
              </a:lnSpc>
              <a:buNone/>
            </a:pPr>
            <a:r>
              <a:rPr sz="1500" b="1" u="none">
                <a:solidFill>
                  <a:srgbClr val="5C677D"/>
                </a:solidFill>
                <a:latin typeface="Courier New"/>
                <a:ea typeface="Courier New"/>
                <a:cs typeface="Courier New"/>
              </a:rPr>
              <a:t>     stride &gt;&gt;= 1)</a:t>
            </a:r>
          </a:p>
        </p:txBody>
      </p:sp>
      <p:sp>
        <p:nvSpPr>
          <p:cNvPr id="625" name="s11-runtime-x-a">
            <a:extLst>
              <a:ext uri="{FF2B5EF4-FFF2-40B4-BE49-F238E27FC236}">
                <a16:creationId xmlns:a16="http://schemas.microsoft.com/office/drawing/2014/main" id="{E40B475D-6219-438B-938C-D84691F0793F}"/>
              </a:ext>
            </a:extLst>
          </p:cNvPr>
          <p:cNvSpPr>
            <a:spLocks noGrp="1"/>
          </p:cNvSpPr>
          <p:nvPr/>
        </p:nvSpPr>
        <p:spPr>
          <a:xfrm>
            <a:off x="1143000" y="2000160"/>
            <a:ext cx="3143160" cy="952560"/>
          </a:xfrm>
          <a:prstGeom prst="line">
            <a:avLst/>
          </a:prstGeom>
          <a:ln w="47625">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626" name="s11-runtime-x-b">
            <a:extLst>
              <a:ext uri="{FF2B5EF4-FFF2-40B4-BE49-F238E27FC236}">
                <a16:creationId xmlns:a16="http://schemas.microsoft.com/office/drawing/2014/main" id="{737E4466-717C-4C66-991B-C1F9D352ACFE}"/>
              </a:ext>
            </a:extLst>
          </p:cNvPr>
          <p:cNvSpPr>
            <a:spLocks noGrp="1"/>
          </p:cNvSpPr>
          <p:nvPr/>
        </p:nvSpPr>
        <p:spPr>
          <a:xfrm flipV="1">
            <a:off x="1143000" y="2000160"/>
            <a:ext cx="3143160" cy="952560"/>
          </a:xfrm>
          <a:prstGeom prst="line">
            <a:avLst/>
          </a:prstGeom>
          <a:ln w="47625">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627" name="s11-runtime-label">
            <a:extLst>
              <a:ext uri="{FF2B5EF4-FFF2-40B4-BE49-F238E27FC236}">
                <a16:creationId xmlns:a16="http://schemas.microsoft.com/office/drawing/2014/main" id="{7487B676-C066-40EC-9544-0BA21E2C0BF9}"/>
              </a:ext>
            </a:extLst>
          </p:cNvPr>
          <p:cNvSpPr>
            <a:spLocks noGrp="1"/>
          </p:cNvSpPr>
          <p:nvPr/>
        </p:nvSpPr>
        <p:spPr>
          <a:xfrm>
            <a:off x="1123920" y="3286080"/>
            <a:ext cx="3142800" cy="34272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430" b="1" u="none">
                <a:solidFill>
                  <a:srgbClr val="FF0000"/>
                </a:solidFill>
                <a:latin typeface="Courier New"/>
                <a:ea typeface="Courier New"/>
                <a:cs typeface="Courier New"/>
              </a:rPr>
              <a:t>runtime compare + branch</a:t>
            </a:r>
          </a:p>
        </p:txBody>
      </p:sp>
      <p:sp>
        <p:nvSpPr>
          <p:cNvPr id="628" name="s11-fixed128">
            <a:extLst>
              <a:ext uri="{FF2B5EF4-FFF2-40B4-BE49-F238E27FC236}">
                <a16:creationId xmlns:a16="http://schemas.microsoft.com/office/drawing/2014/main" id="{68DE7E60-B82D-4FCB-8A9B-06B6E16BCDBF}"/>
              </a:ext>
            </a:extLst>
          </p:cNvPr>
          <p:cNvSpPr>
            <a:spLocks noGrp="1"/>
          </p:cNvSpPr>
          <p:nvPr/>
        </p:nvSpPr>
        <p:spPr>
          <a:xfrm>
            <a:off x="1000080" y="3809880"/>
            <a:ext cx="1523520" cy="837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476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470" b="1" u="none">
                <a:solidFill>
                  <a:srgbClr val="001233"/>
                </a:solidFill>
                <a:latin typeface="Courier New"/>
                <a:ea typeface="Courier New"/>
                <a:cs typeface="Courier New"/>
              </a:rPr>
              <a:t>fixed +128</a:t>
            </a:r>
          </a:p>
          <a:p>
            <a:pPr algn="ctr">
              <a:lnSpc>
                <a:spcPct val="100000"/>
              </a:lnSpc>
              <a:buNone/>
            </a:pPr>
            <a:r>
              <a:rPr sz="1470" b="1" u="none">
                <a:solidFill>
                  <a:srgbClr val="001233"/>
                </a:solidFill>
                <a:latin typeface="Courier New"/>
                <a:ea typeface="Courier New"/>
                <a:cs typeface="Courier New"/>
              </a:rPr>
              <a:t>+ barrier</a:t>
            </a:r>
          </a:p>
        </p:txBody>
      </p:sp>
      <p:sp>
        <p:nvSpPr>
          <p:cNvPr id="629" name="s11-fixed64">
            <a:extLst>
              <a:ext uri="{FF2B5EF4-FFF2-40B4-BE49-F238E27FC236}">
                <a16:creationId xmlns:a16="http://schemas.microsoft.com/office/drawing/2014/main" id="{9F7239DF-04BF-4904-8237-B38C94CAA4C1}"/>
              </a:ext>
            </a:extLst>
          </p:cNvPr>
          <p:cNvSpPr>
            <a:spLocks noGrp="1"/>
          </p:cNvSpPr>
          <p:nvPr/>
        </p:nvSpPr>
        <p:spPr>
          <a:xfrm>
            <a:off x="2857680" y="3809880"/>
            <a:ext cx="1523520" cy="837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476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470" b="1" u="none">
                <a:solidFill>
                  <a:srgbClr val="001233"/>
                </a:solidFill>
                <a:latin typeface="Courier New"/>
                <a:ea typeface="Courier New"/>
                <a:cs typeface="Courier New"/>
              </a:rPr>
              <a:t>fixed +64</a:t>
            </a:r>
          </a:p>
          <a:p>
            <a:pPr algn="ctr">
              <a:lnSpc>
                <a:spcPct val="100000"/>
              </a:lnSpc>
              <a:buNone/>
            </a:pPr>
            <a:r>
              <a:rPr sz="1470" b="1" u="none">
                <a:solidFill>
                  <a:srgbClr val="001233"/>
                </a:solidFill>
                <a:latin typeface="Courier New"/>
                <a:ea typeface="Courier New"/>
                <a:cs typeface="Courier New"/>
              </a:rPr>
              <a:t>+ barrier</a:t>
            </a:r>
          </a:p>
        </p:txBody>
      </p:sp>
      <p:cxnSp>
        <p:nvCxnSpPr>
          <p:cNvPr id="672" name="s11-arrow-s11-runtime-s11-fixed128"/>
          <p:cNvCxnSpPr>
            <a:stCxn id="624" idx="2"/>
            <a:endCxn id="628" idx="0"/>
          </p:cNvCxnSpPr>
          <p:nvPr/>
        </p:nvCxnSpPr>
        <p:spPr>
          <a:xfrm flipH="1">
            <a:off x="1761840" y="3190680"/>
            <a:ext cx="952920" cy="619560"/>
          </a:xfrm>
          <a:prstGeom prst="straightConnector1">
            <a:avLst/>
          </a:prstGeom>
          <a:ln w="33338">
            <a:solidFill>
              <a:srgbClr val="0353A4"/>
            </a:solidFill>
            <a:round/>
            <a:tailEnd type="triangle" w="sm" len="sm"/>
          </a:ln>
        </p:spPr>
      </p:cxnSp>
      <p:cxnSp>
        <p:nvCxnSpPr>
          <p:cNvPr id="673" name="s11-arrow-s11-fixed128-s11-fixed64"/>
          <p:cNvCxnSpPr>
            <a:stCxn id="628" idx="3"/>
            <a:endCxn id="629" idx="1"/>
          </p:cNvCxnSpPr>
          <p:nvPr/>
        </p:nvCxnSpPr>
        <p:spPr>
          <a:xfrm>
            <a:off x="2523600" y="4228560"/>
            <a:ext cx="334440" cy="360"/>
          </a:xfrm>
          <a:prstGeom prst="straightConnector1">
            <a:avLst/>
          </a:prstGeom>
          <a:ln w="33338">
            <a:solidFill>
              <a:srgbClr val="0353A4"/>
            </a:solidFill>
            <a:round/>
            <a:tailEnd type="triangle" w="sm" len="sm"/>
          </a:ln>
        </p:spPr>
      </p:cxnSp>
      <p:sp>
        <p:nvSpPr>
          <p:cNvPr id="632" name="s11-barriers-stay">
            <a:extLst>
              <a:ext uri="{FF2B5EF4-FFF2-40B4-BE49-F238E27FC236}">
                <a16:creationId xmlns:a16="http://schemas.microsoft.com/office/drawing/2014/main" id="{78C3A6D5-E292-4EDE-947D-0588BDFFD31B}"/>
              </a:ext>
            </a:extLst>
          </p:cNvPr>
          <p:cNvSpPr>
            <a:spLocks noGrp="1"/>
          </p:cNvSpPr>
          <p:nvPr/>
        </p:nvSpPr>
        <p:spPr>
          <a:xfrm>
            <a:off x="1000080" y="4714920"/>
            <a:ext cx="3381120" cy="3236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20" b="1" u="none">
                <a:solidFill>
                  <a:srgbClr val="FF0000"/>
                </a:solidFill>
                <a:latin typeface="Courier New"/>
                <a:ea typeface="Courier New"/>
                <a:cs typeface="Courier New"/>
              </a:rPr>
              <a:t>__syncthreads() stays after both</a:t>
            </a:r>
          </a:p>
        </p:txBody>
      </p:sp>
      <p:sp>
        <p:nvSpPr>
          <p:cNvPr id="633" name="s11-row8-0">
            <a:extLst>
              <a:ext uri="{FF2B5EF4-FFF2-40B4-BE49-F238E27FC236}">
                <a16:creationId xmlns:a16="http://schemas.microsoft.com/office/drawing/2014/main" id="{A38C6EF3-407D-49AD-A374-BD65C8F4467E}"/>
              </a:ext>
            </a:extLst>
          </p:cNvPr>
          <p:cNvSpPr>
            <a:spLocks noGrp="1"/>
          </p:cNvSpPr>
          <p:nvPr/>
        </p:nvSpPr>
        <p:spPr>
          <a:xfrm>
            <a:off x="5857920" y="1952640"/>
            <a:ext cx="475920" cy="3805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0</a:t>
            </a:r>
          </a:p>
        </p:txBody>
      </p:sp>
      <p:sp>
        <p:nvSpPr>
          <p:cNvPr id="634" name="s11-row8-1">
            <a:extLst>
              <a:ext uri="{FF2B5EF4-FFF2-40B4-BE49-F238E27FC236}">
                <a16:creationId xmlns:a16="http://schemas.microsoft.com/office/drawing/2014/main" id="{C99771CC-DEB1-44F0-B621-F01B020A62E9}"/>
              </a:ext>
            </a:extLst>
          </p:cNvPr>
          <p:cNvSpPr>
            <a:spLocks noGrp="1"/>
          </p:cNvSpPr>
          <p:nvPr/>
        </p:nvSpPr>
        <p:spPr>
          <a:xfrm>
            <a:off x="6467400" y="1952640"/>
            <a:ext cx="475920" cy="3805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1</a:t>
            </a:r>
          </a:p>
        </p:txBody>
      </p:sp>
      <p:sp>
        <p:nvSpPr>
          <p:cNvPr id="635" name="s11-row8-2">
            <a:extLst>
              <a:ext uri="{FF2B5EF4-FFF2-40B4-BE49-F238E27FC236}">
                <a16:creationId xmlns:a16="http://schemas.microsoft.com/office/drawing/2014/main" id="{D279AC78-C5DE-4539-A7D9-9B8B79DF7665}"/>
              </a:ext>
            </a:extLst>
          </p:cNvPr>
          <p:cNvSpPr>
            <a:spLocks noGrp="1"/>
          </p:cNvSpPr>
          <p:nvPr/>
        </p:nvSpPr>
        <p:spPr>
          <a:xfrm>
            <a:off x="7077240" y="1952640"/>
            <a:ext cx="475920" cy="3805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2</a:t>
            </a:r>
          </a:p>
        </p:txBody>
      </p:sp>
      <p:sp>
        <p:nvSpPr>
          <p:cNvPr id="636" name="s11-row8-3">
            <a:extLst>
              <a:ext uri="{FF2B5EF4-FFF2-40B4-BE49-F238E27FC236}">
                <a16:creationId xmlns:a16="http://schemas.microsoft.com/office/drawing/2014/main" id="{0BC871BB-35E6-485C-A645-4F7E6C92C70E}"/>
              </a:ext>
            </a:extLst>
          </p:cNvPr>
          <p:cNvSpPr>
            <a:spLocks noGrp="1"/>
          </p:cNvSpPr>
          <p:nvPr/>
        </p:nvSpPr>
        <p:spPr>
          <a:xfrm>
            <a:off x="7686720" y="1952640"/>
            <a:ext cx="475920" cy="3805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3</a:t>
            </a:r>
          </a:p>
        </p:txBody>
      </p:sp>
      <p:sp>
        <p:nvSpPr>
          <p:cNvPr id="637" name="s11-row8-4">
            <a:extLst>
              <a:ext uri="{FF2B5EF4-FFF2-40B4-BE49-F238E27FC236}">
                <a16:creationId xmlns:a16="http://schemas.microsoft.com/office/drawing/2014/main" id="{80FB48D5-9E40-4D42-A279-5D800AF26AE4}"/>
              </a:ext>
            </a:extLst>
          </p:cNvPr>
          <p:cNvSpPr>
            <a:spLocks noGrp="1"/>
          </p:cNvSpPr>
          <p:nvPr/>
        </p:nvSpPr>
        <p:spPr>
          <a:xfrm>
            <a:off x="8296200" y="1952640"/>
            <a:ext cx="475920" cy="3805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4</a:t>
            </a:r>
          </a:p>
        </p:txBody>
      </p:sp>
      <p:sp>
        <p:nvSpPr>
          <p:cNvPr id="638" name="s11-row8-5">
            <a:extLst>
              <a:ext uri="{FF2B5EF4-FFF2-40B4-BE49-F238E27FC236}">
                <a16:creationId xmlns:a16="http://schemas.microsoft.com/office/drawing/2014/main" id="{AD2186AC-700D-4682-83DF-2DD2D840F773}"/>
              </a:ext>
            </a:extLst>
          </p:cNvPr>
          <p:cNvSpPr>
            <a:spLocks noGrp="1"/>
          </p:cNvSpPr>
          <p:nvPr/>
        </p:nvSpPr>
        <p:spPr>
          <a:xfrm>
            <a:off x="8906040" y="1952640"/>
            <a:ext cx="475920" cy="3805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5</a:t>
            </a:r>
          </a:p>
        </p:txBody>
      </p:sp>
      <p:sp>
        <p:nvSpPr>
          <p:cNvPr id="639" name="s11-row8-6">
            <a:extLst>
              <a:ext uri="{FF2B5EF4-FFF2-40B4-BE49-F238E27FC236}">
                <a16:creationId xmlns:a16="http://schemas.microsoft.com/office/drawing/2014/main" id="{BA56EEB4-5BF9-4840-8B2F-2100BD588C79}"/>
              </a:ext>
            </a:extLst>
          </p:cNvPr>
          <p:cNvSpPr>
            <a:spLocks noGrp="1"/>
          </p:cNvSpPr>
          <p:nvPr/>
        </p:nvSpPr>
        <p:spPr>
          <a:xfrm>
            <a:off x="9515520" y="1952640"/>
            <a:ext cx="475920" cy="3805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6</a:t>
            </a:r>
          </a:p>
        </p:txBody>
      </p:sp>
      <p:sp>
        <p:nvSpPr>
          <p:cNvPr id="640" name="s11-row8-7">
            <a:extLst>
              <a:ext uri="{FF2B5EF4-FFF2-40B4-BE49-F238E27FC236}">
                <a16:creationId xmlns:a16="http://schemas.microsoft.com/office/drawing/2014/main" id="{0B5BE678-3EA0-47B9-8F4A-0335775E63FE}"/>
              </a:ext>
            </a:extLst>
          </p:cNvPr>
          <p:cNvSpPr>
            <a:spLocks noGrp="1"/>
          </p:cNvSpPr>
          <p:nvPr/>
        </p:nvSpPr>
        <p:spPr>
          <a:xfrm>
            <a:off x="10125000" y="1952640"/>
            <a:ext cx="475920" cy="3805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0" u="none">
                <a:solidFill>
                  <a:srgbClr val="001233"/>
                </a:solidFill>
                <a:latin typeface="Courier New"/>
                <a:ea typeface="Courier New"/>
                <a:cs typeface="Courier New"/>
              </a:rPr>
              <a:t>7</a:t>
            </a:r>
          </a:p>
        </p:txBody>
      </p:sp>
      <p:sp>
        <p:nvSpPr>
          <p:cNvPr id="641" name="s11-row4-0">
            <a:extLst>
              <a:ext uri="{FF2B5EF4-FFF2-40B4-BE49-F238E27FC236}">
                <a16:creationId xmlns:a16="http://schemas.microsoft.com/office/drawing/2014/main" id="{9F8C5E7A-479E-4FD3-B518-AE2B629DDFCF}"/>
              </a:ext>
            </a:extLst>
          </p:cNvPr>
          <p:cNvSpPr>
            <a:spLocks noGrp="1"/>
          </p:cNvSpPr>
          <p:nvPr/>
        </p:nvSpPr>
        <p:spPr>
          <a:xfrm>
            <a:off x="7000920" y="3191040"/>
            <a:ext cx="55224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0</a:t>
            </a:r>
          </a:p>
        </p:txBody>
      </p:sp>
      <p:sp>
        <p:nvSpPr>
          <p:cNvPr id="642" name="s11-row4-1">
            <a:extLst>
              <a:ext uri="{FF2B5EF4-FFF2-40B4-BE49-F238E27FC236}">
                <a16:creationId xmlns:a16="http://schemas.microsoft.com/office/drawing/2014/main" id="{C1A9668F-61DC-4A8B-B7B3-B1AEF2C4EDA7}"/>
              </a:ext>
            </a:extLst>
          </p:cNvPr>
          <p:cNvSpPr>
            <a:spLocks noGrp="1"/>
          </p:cNvSpPr>
          <p:nvPr/>
        </p:nvSpPr>
        <p:spPr>
          <a:xfrm>
            <a:off x="7724880" y="3191040"/>
            <a:ext cx="55224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1</a:t>
            </a:r>
          </a:p>
        </p:txBody>
      </p:sp>
      <p:sp>
        <p:nvSpPr>
          <p:cNvPr id="643" name="s11-row4-2">
            <a:extLst>
              <a:ext uri="{FF2B5EF4-FFF2-40B4-BE49-F238E27FC236}">
                <a16:creationId xmlns:a16="http://schemas.microsoft.com/office/drawing/2014/main" id="{7BBA90A5-D26A-4767-A863-3680BF6DBD50}"/>
              </a:ext>
            </a:extLst>
          </p:cNvPr>
          <p:cNvSpPr>
            <a:spLocks noGrp="1"/>
          </p:cNvSpPr>
          <p:nvPr/>
        </p:nvSpPr>
        <p:spPr>
          <a:xfrm>
            <a:off x="8448840" y="3191040"/>
            <a:ext cx="55224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2</a:t>
            </a:r>
          </a:p>
        </p:txBody>
      </p:sp>
      <p:sp>
        <p:nvSpPr>
          <p:cNvPr id="644" name="s11-row4-3">
            <a:extLst>
              <a:ext uri="{FF2B5EF4-FFF2-40B4-BE49-F238E27FC236}">
                <a16:creationId xmlns:a16="http://schemas.microsoft.com/office/drawing/2014/main" id="{61C0264B-5DC5-4955-B8D9-213C64B2026C}"/>
              </a:ext>
            </a:extLst>
          </p:cNvPr>
          <p:cNvSpPr>
            <a:spLocks noGrp="1"/>
          </p:cNvSpPr>
          <p:nvPr/>
        </p:nvSpPr>
        <p:spPr>
          <a:xfrm>
            <a:off x="9172440" y="3191040"/>
            <a:ext cx="55224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3</a:t>
            </a:r>
          </a:p>
        </p:txBody>
      </p:sp>
      <p:sp>
        <p:nvSpPr>
          <p:cNvPr id="645" name="s11-row2-0">
            <a:extLst>
              <a:ext uri="{FF2B5EF4-FFF2-40B4-BE49-F238E27FC236}">
                <a16:creationId xmlns:a16="http://schemas.microsoft.com/office/drawing/2014/main" id="{4E9ED508-B8C5-405B-B509-7390C57FFC2C}"/>
              </a:ext>
            </a:extLst>
          </p:cNvPr>
          <p:cNvSpPr>
            <a:spLocks noGrp="1"/>
          </p:cNvSpPr>
          <p:nvPr/>
        </p:nvSpPr>
        <p:spPr>
          <a:xfrm>
            <a:off x="8143920" y="4334040"/>
            <a:ext cx="6091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001233"/>
                </a:solidFill>
                <a:latin typeface="Courier New"/>
                <a:ea typeface="Courier New"/>
                <a:cs typeface="Courier New"/>
              </a:rPr>
              <a:t>0</a:t>
            </a:r>
          </a:p>
        </p:txBody>
      </p:sp>
      <p:sp>
        <p:nvSpPr>
          <p:cNvPr id="646" name="s11-row2-1">
            <a:extLst>
              <a:ext uri="{FF2B5EF4-FFF2-40B4-BE49-F238E27FC236}">
                <a16:creationId xmlns:a16="http://schemas.microsoft.com/office/drawing/2014/main" id="{A651E720-4AE7-4695-BA7D-236DB5FA3139}"/>
              </a:ext>
            </a:extLst>
          </p:cNvPr>
          <p:cNvSpPr>
            <a:spLocks noGrp="1"/>
          </p:cNvSpPr>
          <p:nvPr/>
        </p:nvSpPr>
        <p:spPr>
          <a:xfrm>
            <a:off x="8982000" y="4334040"/>
            <a:ext cx="60912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809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0" u="none">
                <a:solidFill>
                  <a:srgbClr val="001233"/>
                </a:solidFill>
                <a:latin typeface="Courier New"/>
                <a:ea typeface="Courier New"/>
                <a:cs typeface="Courier New"/>
              </a:rPr>
              <a:t>1</a:t>
            </a:r>
          </a:p>
        </p:txBody>
      </p:sp>
      <p:cxnSp>
        <p:nvCxnSpPr>
          <p:cNvPr id="689" name="s11-arrow-s11-row8-0-s11-row4-0"/>
          <p:cNvCxnSpPr>
            <a:stCxn id="633" idx="2"/>
            <a:endCxn id="641" idx="0"/>
          </p:cNvCxnSpPr>
          <p:nvPr/>
        </p:nvCxnSpPr>
        <p:spPr>
          <a:xfrm>
            <a:off x="6095880" y="2333160"/>
            <a:ext cx="1181520" cy="858240"/>
          </a:xfrm>
          <a:prstGeom prst="straightConnector1">
            <a:avLst/>
          </a:prstGeom>
          <a:ln w="22860">
            <a:solidFill>
              <a:srgbClr val="0353A4"/>
            </a:solidFill>
            <a:round/>
            <a:tailEnd type="triangle" w="sm" len="sm"/>
          </a:ln>
        </p:spPr>
      </p:cxnSp>
      <p:cxnSp>
        <p:nvCxnSpPr>
          <p:cNvPr id="690" name="s11-arrow-s11-row8-1-s11-row4-0"/>
          <p:cNvCxnSpPr>
            <a:stCxn id="634" idx="2"/>
            <a:endCxn id="641" idx="0"/>
          </p:cNvCxnSpPr>
          <p:nvPr/>
        </p:nvCxnSpPr>
        <p:spPr>
          <a:xfrm>
            <a:off x="6705360" y="2333160"/>
            <a:ext cx="572040" cy="858240"/>
          </a:xfrm>
          <a:prstGeom prst="straightConnector1">
            <a:avLst/>
          </a:prstGeom>
          <a:ln w="22860">
            <a:solidFill>
              <a:srgbClr val="0353A4"/>
            </a:solidFill>
            <a:round/>
            <a:tailEnd type="triangle" w="sm" len="sm"/>
          </a:ln>
        </p:spPr>
      </p:cxnSp>
      <p:cxnSp>
        <p:nvCxnSpPr>
          <p:cNvPr id="691" name="s11-arrow-s11-row8-2-s11-row4-1"/>
          <p:cNvCxnSpPr>
            <a:stCxn id="635" idx="2"/>
            <a:endCxn id="642" idx="0"/>
          </p:cNvCxnSpPr>
          <p:nvPr/>
        </p:nvCxnSpPr>
        <p:spPr>
          <a:xfrm>
            <a:off x="7315200" y="2333160"/>
            <a:ext cx="686160" cy="858240"/>
          </a:xfrm>
          <a:prstGeom prst="straightConnector1">
            <a:avLst/>
          </a:prstGeom>
          <a:ln w="22860">
            <a:solidFill>
              <a:srgbClr val="0353A4"/>
            </a:solidFill>
            <a:round/>
            <a:tailEnd type="triangle" w="sm" len="sm"/>
          </a:ln>
        </p:spPr>
      </p:cxnSp>
      <p:cxnSp>
        <p:nvCxnSpPr>
          <p:cNvPr id="692" name="s11-arrow-s11-row8-3-s11-row4-1"/>
          <p:cNvCxnSpPr>
            <a:stCxn id="636" idx="2"/>
            <a:endCxn id="642" idx="0"/>
          </p:cNvCxnSpPr>
          <p:nvPr/>
        </p:nvCxnSpPr>
        <p:spPr>
          <a:xfrm>
            <a:off x="7924680" y="2333160"/>
            <a:ext cx="76680" cy="858240"/>
          </a:xfrm>
          <a:prstGeom prst="straightConnector1">
            <a:avLst/>
          </a:prstGeom>
          <a:ln w="22860">
            <a:solidFill>
              <a:srgbClr val="0353A4"/>
            </a:solidFill>
            <a:round/>
            <a:tailEnd type="triangle" w="sm" len="sm"/>
          </a:ln>
        </p:spPr>
      </p:cxnSp>
      <p:cxnSp>
        <p:nvCxnSpPr>
          <p:cNvPr id="693" name="s11-arrow-s11-row8-4-s11-row4-2"/>
          <p:cNvCxnSpPr>
            <a:stCxn id="637" idx="2"/>
            <a:endCxn id="643" idx="0"/>
          </p:cNvCxnSpPr>
          <p:nvPr/>
        </p:nvCxnSpPr>
        <p:spPr>
          <a:xfrm>
            <a:off x="8534160" y="2333160"/>
            <a:ext cx="191160" cy="858240"/>
          </a:xfrm>
          <a:prstGeom prst="straightConnector1">
            <a:avLst/>
          </a:prstGeom>
          <a:ln w="22860">
            <a:solidFill>
              <a:srgbClr val="0353A4"/>
            </a:solidFill>
            <a:round/>
            <a:tailEnd type="triangle" w="sm" len="sm"/>
          </a:ln>
        </p:spPr>
      </p:cxnSp>
      <p:cxnSp>
        <p:nvCxnSpPr>
          <p:cNvPr id="694" name="s11-arrow-s11-row8-5-s11-row4-2"/>
          <p:cNvCxnSpPr>
            <a:stCxn id="638" idx="2"/>
            <a:endCxn id="643" idx="0"/>
          </p:cNvCxnSpPr>
          <p:nvPr/>
        </p:nvCxnSpPr>
        <p:spPr>
          <a:xfrm flipH="1">
            <a:off x="8724960" y="2333160"/>
            <a:ext cx="419400" cy="858240"/>
          </a:xfrm>
          <a:prstGeom prst="straightConnector1">
            <a:avLst/>
          </a:prstGeom>
          <a:ln w="22860">
            <a:solidFill>
              <a:srgbClr val="0353A4"/>
            </a:solidFill>
            <a:round/>
            <a:tailEnd type="triangle" w="sm" len="sm"/>
          </a:ln>
        </p:spPr>
      </p:cxnSp>
      <p:cxnSp>
        <p:nvCxnSpPr>
          <p:cNvPr id="695" name="s11-arrow-s11-row8-6-s11-row4-3"/>
          <p:cNvCxnSpPr>
            <a:stCxn id="639" idx="2"/>
            <a:endCxn id="644" idx="0"/>
          </p:cNvCxnSpPr>
          <p:nvPr/>
        </p:nvCxnSpPr>
        <p:spPr>
          <a:xfrm flipH="1">
            <a:off x="9448560" y="2333160"/>
            <a:ext cx="305280" cy="858240"/>
          </a:xfrm>
          <a:prstGeom prst="straightConnector1">
            <a:avLst/>
          </a:prstGeom>
          <a:ln w="22860">
            <a:solidFill>
              <a:srgbClr val="0353A4"/>
            </a:solidFill>
            <a:round/>
            <a:tailEnd type="triangle" w="sm" len="sm"/>
          </a:ln>
        </p:spPr>
      </p:cxnSp>
      <p:cxnSp>
        <p:nvCxnSpPr>
          <p:cNvPr id="696" name="s11-arrow-s11-row8-7-s11-row4-3"/>
          <p:cNvCxnSpPr>
            <a:stCxn id="640" idx="2"/>
            <a:endCxn id="644" idx="0"/>
          </p:cNvCxnSpPr>
          <p:nvPr/>
        </p:nvCxnSpPr>
        <p:spPr>
          <a:xfrm flipH="1">
            <a:off x="9448560" y="2333160"/>
            <a:ext cx="914760" cy="858240"/>
          </a:xfrm>
          <a:prstGeom prst="straightConnector1">
            <a:avLst/>
          </a:prstGeom>
          <a:ln w="22860">
            <a:solidFill>
              <a:srgbClr val="0353A4"/>
            </a:solidFill>
            <a:round/>
            <a:tailEnd type="triangle" w="sm" len="sm"/>
          </a:ln>
        </p:spPr>
      </p:cxnSp>
      <p:cxnSp>
        <p:nvCxnSpPr>
          <p:cNvPr id="697" name="s11-arrow-s11-row4-0-s11-row2-0"/>
          <p:cNvCxnSpPr>
            <a:stCxn id="641" idx="2"/>
            <a:endCxn id="645" idx="0"/>
          </p:cNvCxnSpPr>
          <p:nvPr/>
        </p:nvCxnSpPr>
        <p:spPr>
          <a:xfrm>
            <a:off x="7277040" y="3590640"/>
            <a:ext cx="1171800" cy="743760"/>
          </a:xfrm>
          <a:prstGeom prst="straightConnector1">
            <a:avLst/>
          </a:prstGeom>
          <a:ln w="24765">
            <a:solidFill>
              <a:srgbClr val="0353A4"/>
            </a:solidFill>
            <a:round/>
            <a:tailEnd type="triangle" w="sm" len="sm"/>
          </a:ln>
        </p:spPr>
      </p:cxnSp>
      <p:cxnSp>
        <p:nvCxnSpPr>
          <p:cNvPr id="698" name="s11-arrow-s11-row4-1-s11-row2-0"/>
          <p:cNvCxnSpPr>
            <a:stCxn id="642" idx="2"/>
            <a:endCxn id="645" idx="0"/>
          </p:cNvCxnSpPr>
          <p:nvPr/>
        </p:nvCxnSpPr>
        <p:spPr>
          <a:xfrm>
            <a:off x="8001000" y="3590640"/>
            <a:ext cx="447840" cy="743760"/>
          </a:xfrm>
          <a:prstGeom prst="straightConnector1">
            <a:avLst/>
          </a:prstGeom>
          <a:ln w="24765">
            <a:solidFill>
              <a:srgbClr val="0353A4"/>
            </a:solidFill>
            <a:round/>
            <a:tailEnd type="triangle" w="sm" len="sm"/>
          </a:ln>
        </p:spPr>
      </p:cxnSp>
      <p:cxnSp>
        <p:nvCxnSpPr>
          <p:cNvPr id="699" name="s11-arrow-s11-row4-2-s11-row2-1"/>
          <p:cNvCxnSpPr>
            <a:stCxn id="643" idx="2"/>
            <a:endCxn id="646" idx="0"/>
          </p:cNvCxnSpPr>
          <p:nvPr/>
        </p:nvCxnSpPr>
        <p:spPr>
          <a:xfrm>
            <a:off x="8724960" y="3590640"/>
            <a:ext cx="561960" cy="743760"/>
          </a:xfrm>
          <a:prstGeom prst="straightConnector1">
            <a:avLst/>
          </a:prstGeom>
          <a:ln w="24765">
            <a:solidFill>
              <a:srgbClr val="0353A4"/>
            </a:solidFill>
            <a:round/>
            <a:tailEnd type="triangle" w="sm" len="sm"/>
          </a:ln>
        </p:spPr>
      </p:cxnSp>
      <p:cxnSp>
        <p:nvCxnSpPr>
          <p:cNvPr id="700" name="s11-arrow-s11-row4-3-s11-row2-1"/>
          <p:cNvCxnSpPr>
            <a:stCxn id="644" idx="2"/>
            <a:endCxn id="646" idx="0"/>
          </p:cNvCxnSpPr>
          <p:nvPr/>
        </p:nvCxnSpPr>
        <p:spPr>
          <a:xfrm flipH="1">
            <a:off x="9286560" y="3590640"/>
            <a:ext cx="162360" cy="743760"/>
          </a:xfrm>
          <a:prstGeom prst="straightConnector1">
            <a:avLst/>
          </a:prstGeom>
          <a:ln w="24765">
            <a:solidFill>
              <a:srgbClr val="0353A4"/>
            </a:solidFill>
            <a:round/>
            <a:tailEnd type="triangle" w="sm" len="sm"/>
          </a:ln>
        </p:spPr>
      </p:cxnSp>
      <p:sp>
        <p:nvSpPr>
          <p:cNvPr id="659" name="s11-same-arrows">
            <a:extLst>
              <a:ext uri="{FF2B5EF4-FFF2-40B4-BE49-F238E27FC236}">
                <a16:creationId xmlns:a16="http://schemas.microsoft.com/office/drawing/2014/main" id="{062190D0-44E4-44B9-BFC9-439B8B7AA446}"/>
              </a:ext>
            </a:extLst>
          </p:cNvPr>
          <p:cNvSpPr>
            <a:spLocks noGrp="1"/>
          </p:cNvSpPr>
          <p:nvPr/>
        </p:nvSpPr>
        <p:spPr>
          <a:xfrm>
            <a:off x="5572080" y="1666800"/>
            <a:ext cx="5810040" cy="33332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26670">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660" name="s11-same">
            <a:extLst>
              <a:ext uri="{FF2B5EF4-FFF2-40B4-BE49-F238E27FC236}">
                <a16:creationId xmlns:a16="http://schemas.microsoft.com/office/drawing/2014/main" id="{1238557B-D07D-4FFB-91D0-59AA5EBA1EA7}"/>
              </a:ext>
            </a:extLst>
          </p:cNvPr>
          <p:cNvSpPr>
            <a:spLocks noGrp="1"/>
          </p:cNvSpPr>
          <p:nvPr/>
        </p:nvSpPr>
        <p:spPr>
          <a:xfrm>
            <a:off x="6191280" y="4952880"/>
            <a:ext cx="4952520" cy="34272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fontScale="85000" lnSpcReduction="9999"/>
          </a:bodyPr>
          <a:lstStyle/>
          <a:p>
            <a:pPr algn="ctr">
              <a:lnSpc>
                <a:spcPct val="100000"/>
              </a:lnSpc>
              <a:buNone/>
            </a:pPr>
            <a:r>
              <a:rPr sz="1580" b="1" u="none">
                <a:solidFill>
                  <a:srgbClr val="FF0000"/>
                </a:solidFill>
                <a:latin typeface="Courier New"/>
                <a:ea typeface="Courier New"/>
                <a:cs typeface="Courier New"/>
              </a:rPr>
              <a:t>SAME addresses  •  SAME arrows  •  SAME traffic</a:t>
            </a:r>
          </a:p>
        </p:txBody>
      </p:sp>
      <p:sp>
        <p:nvSpPr>
          <p:cNvPr id="661" name="s11-timing">
            <a:extLst>
              <a:ext uri="{FF2B5EF4-FFF2-40B4-BE49-F238E27FC236}">
                <a16:creationId xmlns:a16="http://schemas.microsoft.com/office/drawing/2014/main" id="{9BCF8143-B32F-49D8-BC94-3618AB68F584}"/>
              </a:ext>
            </a:extLst>
          </p:cNvPr>
          <p:cNvSpPr>
            <a:spLocks noGrp="1"/>
          </p:cNvSpPr>
          <p:nvPr/>
        </p:nvSpPr>
        <p:spPr>
          <a:xfrm>
            <a:off x="857160" y="5524560"/>
            <a:ext cx="10477080" cy="32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690" b="1" u="none">
                <a:solidFill>
                  <a:srgbClr val="FF0000"/>
                </a:solidFill>
                <a:latin typeface="Courier New"/>
                <a:ea typeface="Courier New"/>
                <a:cs typeface="Courier New"/>
              </a:rPr>
              <a:t>CUDA EVENTS • 2.740224 → 2.741120 ms  |  DERIVED • +0.9 µs (+0.03%) • TIE</a:t>
            </a:r>
          </a:p>
        </p:txBody>
      </p:sp>
      <p:sp>
        <p:nvSpPr>
          <p:cNvPr id="662" name="s11-evidence">
            <a:extLst>
              <a:ext uri="{FF2B5EF4-FFF2-40B4-BE49-F238E27FC236}">
                <a16:creationId xmlns:a16="http://schemas.microsoft.com/office/drawing/2014/main" id="{76FAD597-D6D2-4D6A-A4CF-433DD2D6234B}"/>
              </a:ext>
            </a:extLst>
          </p:cNvPr>
          <p:cNvSpPr>
            <a:spLocks noGrp="1"/>
          </p:cNvSpPr>
          <p:nvPr/>
        </p:nvSpPr>
        <p:spPr>
          <a:xfrm>
            <a:off x="905040" y="5857920"/>
            <a:ext cx="10382040" cy="27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090" b="1" u="none">
                <a:solidFill>
                  <a:srgbClr val="001233"/>
                </a:solidFill>
                <a:latin typeface="Arial"/>
                <a:ea typeface="Arial"/>
                <a:cs typeface="Arial"/>
              </a:rPr>
              <a:t>CODE • same geometry + two barriers  |  NSIGHT COMPUTE • instructions −32.96% • branches −70.59% • DRAM traffic unchanged</a:t>
            </a:r>
          </a:p>
        </p:txBody>
      </p:sp>
      <p:sp>
        <p:nvSpPr>
          <p:cNvPr id="663" name="s11-source">
            <a:extLst>
              <a:ext uri="{FF2B5EF4-FFF2-40B4-BE49-F238E27FC236}">
                <a16:creationId xmlns:a16="http://schemas.microsoft.com/office/drawing/2014/main" id="{839DAC41-842B-4A82-AEC7-9FEAF25C679A}"/>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Physical L40S Device 3 • 2 GiB FP32 input • CUDA events: 3 fresh processes × (10 warmups + 101 samples) • Nsight Compute first-pass counters profiled separately.</a:t>
            </a:r>
          </a:p>
        </p:txBody>
      </p:sp>
    </p:spTree>
    <p:extLst>
      <p:ext uri="{BB962C8B-B14F-4D97-AF65-F5344CB8AC3E}">
        <p14:creationId xmlns:p14="http://schemas.microsoft.com/office/powerpoint/2010/main" val="240391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 name="PlaceHolder 1">
            <a:extLst>
              <a:ext uri="{FF2B5EF4-FFF2-40B4-BE49-F238E27FC236}">
                <a16:creationId xmlns:a16="http://schemas.microsoft.com/office/drawing/2014/main" id="{5EEF63DB-D740-40F2-AAF1-A264AB9FE456}"/>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2850" b="1" u="none">
                <a:solidFill>
                  <a:srgbClr val="001233"/>
                </a:solidFill>
                <a:latin typeface="Arial"/>
                <a:ea typeface="Arial"/>
                <a:cs typeface="Arial"/>
              </a:rPr>
              <a:t>K5/K6 cut on-chip work; 2 GiB stays at 2.74 ms</a:t>
            </a:r>
          </a:p>
        </p:txBody>
      </p:sp>
      <p:sp>
        <p:nvSpPr>
          <p:cNvPr id="665" name="s12-lead">
            <a:extLst>
              <a:ext uri="{FF2B5EF4-FFF2-40B4-BE49-F238E27FC236}">
                <a16:creationId xmlns:a16="http://schemas.microsoft.com/office/drawing/2014/main" id="{C6DC0E68-6E14-4621-93D4-04300BEAA2A9}"/>
              </a:ext>
            </a:extLst>
          </p:cNvPr>
          <p:cNvSpPr>
            <a:spLocks noGrp="1"/>
          </p:cNvSpPr>
          <p:nvPr/>
        </p:nvSpPr>
        <p:spPr>
          <a:xfrm>
            <a:off x="723960" y="990720"/>
            <a:ext cx="106484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nSpc>
                <a:spcPct val="100000"/>
              </a:lnSpc>
              <a:buNone/>
            </a:pPr>
            <a:r>
              <a:rPr sz="1540" b="1" u="none">
                <a:solidFill>
                  <a:srgbClr val="001233"/>
                </a:solidFill>
                <a:latin typeface="Arial"/>
                <a:ea typeface="Arial"/>
                <a:cs typeface="Arial"/>
              </a:rPr>
              <a:t>End-to-end time is fixed by the first-pass DRAM critical path; K4 already reaches 97.44% peak-sustained throughput.</a:t>
            </a:r>
          </a:p>
        </p:txBody>
      </p:sp>
      <p:sp>
        <p:nvSpPr>
          <p:cNvPr id="666" name="s12-roof">
            <a:extLst>
              <a:ext uri="{FF2B5EF4-FFF2-40B4-BE49-F238E27FC236}">
                <a16:creationId xmlns:a16="http://schemas.microsoft.com/office/drawing/2014/main" id="{10DF3893-F5F8-4C8F-9A30-56ACDA7C465D}"/>
              </a:ext>
            </a:extLst>
          </p:cNvPr>
          <p:cNvSpPr>
            <a:spLocks noGrp="1"/>
          </p:cNvSpPr>
          <p:nvPr/>
        </p:nvSpPr>
        <p:spPr>
          <a:xfrm>
            <a:off x="1285920" y="2381400"/>
            <a:ext cx="9619920" cy="114120"/>
          </a:xfrm>
          <a:custGeom>
            <a:avLst/>
            <a:gdLst/>
            <a:ahLst/>
            <a:cxnLst/>
            <a:rect l="l" t="t" r="r" b="b"/>
            <a:pathLst>
              <a:path w="9620250" h="114300">
                <a:moveTo>
                  <a:pt x="0" y="62865"/>
                </a:moveTo>
                <a:lnTo>
                  <a:pt x="1539240" y="35433"/>
                </a:lnTo>
                <a:lnTo>
                  <a:pt x="3270885" y="72009"/>
                </a:lnTo>
                <a:lnTo>
                  <a:pt x="5194935" y="42291"/>
                </a:lnTo>
                <a:lnTo>
                  <a:pt x="7118985" y="74295"/>
                </a:lnTo>
                <a:lnTo>
                  <a:pt x="9620250" y="46863"/>
                </a:lnTo>
              </a:path>
              <a:path w="9620250" h="114300">
                <a:moveTo>
                  <a:pt x="0" y="51435"/>
                </a:moveTo>
                <a:lnTo>
                  <a:pt x="1539240" y="46863"/>
                </a:lnTo>
                <a:lnTo>
                  <a:pt x="3270885" y="60579"/>
                </a:lnTo>
                <a:lnTo>
                  <a:pt x="5194935" y="53721"/>
                </a:lnTo>
                <a:lnTo>
                  <a:pt x="7118985" y="62865"/>
                </a:lnTo>
                <a:lnTo>
                  <a:pt x="9620250" y="58293"/>
                </a:lnTo>
              </a:path>
            </a:pathLst>
          </a:custGeom>
          <a:noFill/>
          <a:ln w="66675">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667" name="s12-roof-label">
            <a:extLst>
              <a:ext uri="{FF2B5EF4-FFF2-40B4-BE49-F238E27FC236}">
                <a16:creationId xmlns:a16="http://schemas.microsoft.com/office/drawing/2014/main" id="{786E2BCB-6F10-4713-B05D-294F6BF899AA}"/>
              </a:ext>
            </a:extLst>
          </p:cNvPr>
          <p:cNvSpPr>
            <a:spLocks noGrp="1"/>
          </p:cNvSpPr>
          <p:nvPr/>
        </p:nvSpPr>
        <p:spPr>
          <a:xfrm>
            <a:off x="1952640" y="1952640"/>
            <a:ext cx="8381520" cy="39960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540" b="1" u="none">
                <a:solidFill>
                  <a:srgbClr val="FF0000"/>
                </a:solidFill>
                <a:latin typeface="Courier New"/>
                <a:ea typeface="Courier New"/>
                <a:cs typeface="Courier New"/>
              </a:rPr>
              <a:t>NSIGHT COMPUTE • FIRST-PASS DRAM = 97.44% PEAK-SUSTAINED AT K4</a:t>
            </a:r>
          </a:p>
        </p:txBody>
      </p:sp>
      <p:sp>
        <p:nvSpPr>
          <p:cNvPr id="668" name="s12-time-K4">
            <a:extLst>
              <a:ext uri="{FF2B5EF4-FFF2-40B4-BE49-F238E27FC236}">
                <a16:creationId xmlns:a16="http://schemas.microsoft.com/office/drawing/2014/main" id="{B950DC4F-CA19-42EB-9097-728A4B74F489}"/>
              </a:ext>
            </a:extLst>
          </p:cNvPr>
          <p:cNvSpPr>
            <a:spLocks noGrp="1"/>
          </p:cNvSpPr>
          <p:nvPr/>
        </p:nvSpPr>
        <p:spPr>
          <a:xfrm>
            <a:off x="2238480" y="2523960"/>
            <a:ext cx="1428480" cy="87588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FFFFFF"/>
          </a:solidFill>
          <a:ln w="26670">
            <a:solidFill>
              <a:srgbClr val="FF0000"/>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470" b="1" u="none">
                <a:solidFill>
                  <a:srgbClr val="001233"/>
                </a:solidFill>
                <a:latin typeface="Courier New"/>
                <a:ea typeface="Courier New"/>
                <a:cs typeface="Courier New"/>
              </a:rPr>
              <a:t>K4</a:t>
            </a:r>
          </a:p>
          <a:p>
            <a:pPr algn="ctr">
              <a:lnSpc>
                <a:spcPct val="100000"/>
              </a:lnSpc>
              <a:buNone/>
            </a:pPr>
            <a:r>
              <a:rPr sz="1470" b="1" u="none">
                <a:solidFill>
                  <a:srgbClr val="001233"/>
                </a:solidFill>
                <a:latin typeface="Courier New"/>
                <a:ea typeface="Courier New"/>
                <a:cs typeface="Courier New"/>
              </a:rPr>
              <a:t>2.741248 ms</a:t>
            </a:r>
          </a:p>
        </p:txBody>
      </p:sp>
      <p:sp>
        <p:nvSpPr>
          <p:cNvPr id="669" name="s12-time-K5">
            <a:extLst>
              <a:ext uri="{FF2B5EF4-FFF2-40B4-BE49-F238E27FC236}">
                <a16:creationId xmlns:a16="http://schemas.microsoft.com/office/drawing/2014/main" id="{CB8B2A74-1A32-4D92-967A-A4041C1940D8}"/>
              </a:ext>
            </a:extLst>
          </p:cNvPr>
          <p:cNvSpPr>
            <a:spLocks noGrp="1"/>
          </p:cNvSpPr>
          <p:nvPr/>
        </p:nvSpPr>
        <p:spPr>
          <a:xfrm>
            <a:off x="5095800" y="2523960"/>
            <a:ext cx="1428480" cy="87588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FFFFFF"/>
          </a:solidFill>
          <a:ln w="26670">
            <a:solidFill>
              <a:srgbClr val="FF0000"/>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470" b="1" u="none">
                <a:solidFill>
                  <a:srgbClr val="001233"/>
                </a:solidFill>
                <a:latin typeface="Courier New"/>
                <a:ea typeface="Courier New"/>
                <a:cs typeface="Courier New"/>
              </a:rPr>
              <a:t>K5</a:t>
            </a:r>
          </a:p>
          <a:p>
            <a:pPr algn="ctr">
              <a:lnSpc>
                <a:spcPct val="100000"/>
              </a:lnSpc>
              <a:buNone/>
            </a:pPr>
            <a:r>
              <a:rPr sz="1470" b="1" u="none">
                <a:solidFill>
                  <a:srgbClr val="001233"/>
                </a:solidFill>
                <a:latin typeface="Courier New"/>
                <a:ea typeface="Courier New"/>
                <a:cs typeface="Courier New"/>
              </a:rPr>
              <a:t>2.740224 ms</a:t>
            </a:r>
          </a:p>
        </p:txBody>
      </p:sp>
      <p:sp>
        <p:nvSpPr>
          <p:cNvPr id="670" name="s12-time-K6">
            <a:extLst>
              <a:ext uri="{FF2B5EF4-FFF2-40B4-BE49-F238E27FC236}">
                <a16:creationId xmlns:a16="http://schemas.microsoft.com/office/drawing/2014/main" id="{6F989E5E-3504-41FC-B6A5-9E85A77F79DF}"/>
              </a:ext>
            </a:extLst>
          </p:cNvPr>
          <p:cNvSpPr>
            <a:spLocks noGrp="1"/>
          </p:cNvSpPr>
          <p:nvPr/>
        </p:nvSpPr>
        <p:spPr>
          <a:xfrm>
            <a:off x="7953480" y="2523960"/>
            <a:ext cx="1428480" cy="87588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FFFFFF"/>
          </a:solidFill>
          <a:ln w="26670">
            <a:solidFill>
              <a:srgbClr val="FF0000"/>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470" b="1" u="none">
                <a:solidFill>
                  <a:srgbClr val="001233"/>
                </a:solidFill>
                <a:latin typeface="Courier New"/>
                <a:ea typeface="Courier New"/>
                <a:cs typeface="Courier New"/>
              </a:rPr>
              <a:t>K6</a:t>
            </a:r>
          </a:p>
          <a:p>
            <a:pPr algn="ctr">
              <a:lnSpc>
                <a:spcPct val="100000"/>
              </a:lnSpc>
              <a:buNone/>
            </a:pPr>
            <a:r>
              <a:rPr sz="1470" b="1" u="none">
                <a:solidFill>
                  <a:srgbClr val="001233"/>
                </a:solidFill>
                <a:latin typeface="Courier New"/>
                <a:ea typeface="Courier New"/>
                <a:cs typeface="Courier New"/>
              </a:rPr>
              <a:t>2.741120 ms</a:t>
            </a:r>
          </a:p>
        </p:txBody>
      </p:sp>
      <p:sp>
        <p:nvSpPr>
          <p:cNvPr id="671" name="s12-flat">
            <a:extLst>
              <a:ext uri="{FF2B5EF4-FFF2-40B4-BE49-F238E27FC236}">
                <a16:creationId xmlns:a16="http://schemas.microsoft.com/office/drawing/2014/main" id="{117D67F6-E94A-431E-8907-06D44CFDAD6E}"/>
              </a:ext>
            </a:extLst>
          </p:cNvPr>
          <p:cNvSpPr>
            <a:spLocks noGrp="1"/>
          </p:cNvSpPr>
          <p:nvPr/>
        </p:nvSpPr>
        <p:spPr>
          <a:xfrm>
            <a:off x="9620280" y="2629080"/>
            <a:ext cx="1761840" cy="64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540" b="1" u="none">
                <a:solidFill>
                  <a:srgbClr val="FF0000"/>
                </a:solidFill>
                <a:latin typeface="Arial"/>
                <a:ea typeface="Arial"/>
                <a:cs typeface="Arial"/>
              </a:rPr>
              <a:t>CUDA EVENTS</a:t>
            </a:r>
          </a:p>
          <a:p>
            <a:pPr>
              <a:lnSpc>
                <a:spcPct val="100000"/>
              </a:lnSpc>
              <a:buNone/>
            </a:pPr>
            <a:r>
              <a:rPr sz="1540" b="1" u="none">
                <a:solidFill>
                  <a:srgbClr val="FF0000"/>
                </a:solidFill>
                <a:latin typeface="Arial"/>
                <a:ea typeface="Arial"/>
                <a:cs typeface="Arial"/>
              </a:rPr>
              <a:t>time is flat</a:t>
            </a:r>
          </a:p>
        </p:txBody>
      </p:sp>
      <p:sp>
        <p:nvSpPr>
          <p:cNvPr id="672" name="s12-inst-title">
            <a:extLst>
              <a:ext uri="{FF2B5EF4-FFF2-40B4-BE49-F238E27FC236}">
                <a16:creationId xmlns:a16="http://schemas.microsoft.com/office/drawing/2014/main" id="{203A9B65-09FD-4519-A7F8-C792DDF74871}"/>
              </a:ext>
            </a:extLst>
          </p:cNvPr>
          <p:cNvSpPr>
            <a:spLocks noGrp="1"/>
          </p:cNvSpPr>
          <p:nvPr/>
        </p:nvSpPr>
        <p:spPr>
          <a:xfrm>
            <a:off x="1857240" y="3381480"/>
            <a:ext cx="5714640" cy="28548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nSpc>
                <a:spcPct val="100000"/>
              </a:lnSpc>
              <a:buNone/>
            </a:pPr>
            <a:r>
              <a:rPr sz="1390" b="1" u="none">
                <a:solidFill>
                  <a:srgbClr val="001233"/>
                </a:solidFill>
                <a:latin typeface="Courier New"/>
                <a:ea typeface="Courier New"/>
                <a:cs typeface="Courier New"/>
              </a:rPr>
              <a:t>NSIGHT COMPUTE • first-pass executed instructions</a:t>
            </a:r>
          </a:p>
        </p:txBody>
      </p:sp>
      <p:sp>
        <p:nvSpPr>
          <p:cNvPr id="673" name="s12-K4-label">
            <a:extLst>
              <a:ext uri="{FF2B5EF4-FFF2-40B4-BE49-F238E27FC236}">
                <a16:creationId xmlns:a16="http://schemas.microsoft.com/office/drawing/2014/main" id="{16E6D22A-FD63-4005-9893-BCFF6A5C00AB}"/>
              </a:ext>
            </a:extLst>
          </p:cNvPr>
          <p:cNvSpPr>
            <a:spLocks noGrp="1"/>
          </p:cNvSpPr>
          <p:nvPr/>
        </p:nvSpPr>
        <p:spPr>
          <a:xfrm>
            <a:off x="857160" y="3753000"/>
            <a:ext cx="856800" cy="34272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r">
              <a:lnSpc>
                <a:spcPct val="100000"/>
              </a:lnSpc>
              <a:buNone/>
            </a:pPr>
            <a:r>
              <a:rPr sz="1500" b="1" u="none">
                <a:solidFill>
                  <a:srgbClr val="001233"/>
                </a:solidFill>
                <a:latin typeface="Courier New"/>
                <a:ea typeface="Courier New"/>
                <a:cs typeface="Courier New"/>
              </a:rPr>
              <a:t>K4</a:t>
            </a:r>
          </a:p>
        </p:txBody>
      </p:sp>
      <p:sp>
        <p:nvSpPr>
          <p:cNvPr id="674" name="s12-K4-bar">
            <a:extLst>
              <a:ext uri="{FF2B5EF4-FFF2-40B4-BE49-F238E27FC236}">
                <a16:creationId xmlns:a16="http://schemas.microsoft.com/office/drawing/2014/main" id="{FEC3B216-4AC7-453E-A96E-F030228B84EC}"/>
              </a:ext>
            </a:extLst>
          </p:cNvPr>
          <p:cNvSpPr>
            <a:spLocks noGrp="1"/>
          </p:cNvSpPr>
          <p:nvPr/>
        </p:nvSpPr>
        <p:spPr>
          <a:xfrm>
            <a:off x="1905120" y="3714840"/>
            <a:ext cx="561924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64748B"/>
          </a:solidFill>
          <a:ln w="17145">
            <a:solidFill>
              <a:srgbClr val="012345"/>
            </a:solidFill>
          </a:ln>
        </p:spPr>
        <p:style>
          <a:lnRef idx="0">
            <a:scrgbClr r="0" g="0" b="0"/>
          </a:lnRef>
          <a:fillRef idx="0">
            <a:scrgbClr r="0" g="0" b="0"/>
          </a:fillRef>
          <a:effectRef idx="0">
            <a:scrgbClr r="0" g="0" b="0"/>
          </a:effectRef>
          <a:fontRef idx="minor"/>
        </p:style>
        <p:txBody>
          <a:bodyPr lIns="152280" tIns="28440" rIns="76320" bIns="28440" anchor="ctr">
            <a:normAutofit/>
          </a:bodyPr>
          <a:lstStyle/>
          <a:p>
            <a:pPr>
              <a:lnSpc>
                <a:spcPct val="100000"/>
              </a:lnSpc>
              <a:buNone/>
            </a:pPr>
            <a:r>
              <a:rPr sz="1430" b="1" u="none">
                <a:solidFill>
                  <a:srgbClr val="FFFFFF"/>
                </a:solidFill>
                <a:latin typeface="Courier New"/>
                <a:ea typeface="Courier New"/>
                <a:cs typeface="Courier New"/>
              </a:rPr>
              <a:t>939.5M instructions</a:t>
            </a:r>
          </a:p>
        </p:txBody>
      </p:sp>
      <p:sp>
        <p:nvSpPr>
          <p:cNvPr id="675" name="s12-K5-label">
            <a:extLst>
              <a:ext uri="{FF2B5EF4-FFF2-40B4-BE49-F238E27FC236}">
                <a16:creationId xmlns:a16="http://schemas.microsoft.com/office/drawing/2014/main" id="{4BD5BB2A-97E1-48EB-A916-F8815570CDB0}"/>
              </a:ext>
            </a:extLst>
          </p:cNvPr>
          <p:cNvSpPr>
            <a:spLocks noGrp="1"/>
          </p:cNvSpPr>
          <p:nvPr/>
        </p:nvSpPr>
        <p:spPr>
          <a:xfrm>
            <a:off x="857160" y="4371840"/>
            <a:ext cx="856800" cy="34272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r">
              <a:lnSpc>
                <a:spcPct val="100000"/>
              </a:lnSpc>
              <a:buNone/>
            </a:pPr>
            <a:r>
              <a:rPr sz="1500" b="1" u="none">
                <a:solidFill>
                  <a:srgbClr val="001233"/>
                </a:solidFill>
                <a:latin typeface="Courier New"/>
                <a:ea typeface="Courier New"/>
                <a:cs typeface="Courier New"/>
              </a:rPr>
              <a:t>K5</a:t>
            </a:r>
          </a:p>
        </p:txBody>
      </p:sp>
      <p:sp>
        <p:nvSpPr>
          <p:cNvPr id="676" name="s12-K5-bar">
            <a:extLst>
              <a:ext uri="{FF2B5EF4-FFF2-40B4-BE49-F238E27FC236}">
                <a16:creationId xmlns:a16="http://schemas.microsoft.com/office/drawing/2014/main" id="{1BE26589-CF51-4DD3-9831-F029D48142E8}"/>
              </a:ext>
            </a:extLst>
          </p:cNvPr>
          <p:cNvSpPr>
            <a:spLocks noGrp="1"/>
          </p:cNvSpPr>
          <p:nvPr/>
        </p:nvSpPr>
        <p:spPr>
          <a:xfrm>
            <a:off x="1905120" y="4334040"/>
            <a:ext cx="280008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78BAFD"/>
          </a:solidFill>
          <a:ln w="17145">
            <a:solidFill>
              <a:srgbClr val="012345"/>
            </a:solidFill>
          </a:ln>
        </p:spPr>
        <p:style>
          <a:lnRef idx="0">
            <a:scrgbClr r="0" g="0" b="0"/>
          </a:lnRef>
          <a:fillRef idx="0">
            <a:scrgbClr r="0" g="0" b="0"/>
          </a:fillRef>
          <a:effectRef idx="0">
            <a:scrgbClr r="0" g="0" b="0"/>
          </a:effectRef>
          <a:fontRef idx="minor"/>
        </p:style>
        <p:txBody>
          <a:bodyPr lIns="152280" tIns="28440" rIns="76320" bIns="28440" anchor="ctr">
            <a:normAutofit/>
          </a:bodyPr>
          <a:lstStyle/>
          <a:p>
            <a:pPr>
              <a:lnSpc>
                <a:spcPct val="100000"/>
              </a:lnSpc>
              <a:buNone/>
            </a:pPr>
            <a:r>
              <a:rPr sz="1430" b="1" u="none">
                <a:solidFill>
                  <a:srgbClr val="001233"/>
                </a:solidFill>
                <a:latin typeface="Courier New"/>
                <a:ea typeface="Courier New"/>
                <a:cs typeface="Courier New"/>
              </a:rPr>
              <a:t>467.7M</a:t>
            </a:r>
          </a:p>
        </p:txBody>
      </p:sp>
      <p:sp>
        <p:nvSpPr>
          <p:cNvPr id="677" name="s12-K6-label">
            <a:extLst>
              <a:ext uri="{FF2B5EF4-FFF2-40B4-BE49-F238E27FC236}">
                <a16:creationId xmlns:a16="http://schemas.microsoft.com/office/drawing/2014/main" id="{8FB73075-4189-4CF3-9859-0854F0A33414}"/>
              </a:ext>
            </a:extLst>
          </p:cNvPr>
          <p:cNvSpPr>
            <a:spLocks noGrp="1"/>
          </p:cNvSpPr>
          <p:nvPr/>
        </p:nvSpPr>
        <p:spPr>
          <a:xfrm>
            <a:off x="857160" y="4991040"/>
            <a:ext cx="856800" cy="34272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r">
              <a:lnSpc>
                <a:spcPct val="100000"/>
              </a:lnSpc>
              <a:buNone/>
            </a:pPr>
            <a:r>
              <a:rPr sz="1500" b="1" u="none">
                <a:solidFill>
                  <a:srgbClr val="001233"/>
                </a:solidFill>
                <a:latin typeface="Courier New"/>
                <a:ea typeface="Courier New"/>
                <a:cs typeface="Courier New"/>
              </a:rPr>
              <a:t>K6</a:t>
            </a:r>
          </a:p>
        </p:txBody>
      </p:sp>
      <p:sp>
        <p:nvSpPr>
          <p:cNvPr id="678" name="s12-K6-bar">
            <a:extLst>
              <a:ext uri="{FF2B5EF4-FFF2-40B4-BE49-F238E27FC236}">
                <a16:creationId xmlns:a16="http://schemas.microsoft.com/office/drawing/2014/main" id="{1A4D6623-F6EA-4E75-BA32-3FB79D53F1C0}"/>
              </a:ext>
            </a:extLst>
          </p:cNvPr>
          <p:cNvSpPr>
            <a:spLocks noGrp="1"/>
          </p:cNvSpPr>
          <p:nvPr/>
        </p:nvSpPr>
        <p:spPr>
          <a:xfrm>
            <a:off x="1905120" y="4952880"/>
            <a:ext cx="1875960" cy="418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7145">
            <a:solidFill>
              <a:srgbClr val="012345"/>
            </a:solidFill>
          </a:ln>
        </p:spPr>
        <p:style>
          <a:lnRef idx="0">
            <a:scrgbClr r="0" g="0" b="0"/>
          </a:lnRef>
          <a:fillRef idx="0">
            <a:scrgbClr r="0" g="0" b="0"/>
          </a:fillRef>
          <a:effectRef idx="0">
            <a:scrgbClr r="0" g="0" b="0"/>
          </a:effectRef>
          <a:fontRef idx="minor"/>
        </p:style>
        <p:txBody>
          <a:bodyPr lIns="152280" tIns="28440" rIns="76320" bIns="28440" anchor="ctr">
            <a:normAutofit/>
          </a:bodyPr>
          <a:lstStyle/>
          <a:p>
            <a:pPr>
              <a:lnSpc>
                <a:spcPct val="100000"/>
              </a:lnSpc>
              <a:buNone/>
            </a:pPr>
            <a:r>
              <a:rPr sz="1430" b="1" u="none">
                <a:solidFill>
                  <a:srgbClr val="001233"/>
                </a:solidFill>
                <a:latin typeface="Courier New"/>
                <a:ea typeface="Courier New"/>
                <a:cs typeface="Courier New"/>
              </a:rPr>
              <a:t>313.5M</a:t>
            </a:r>
          </a:p>
        </p:txBody>
      </p:sp>
      <p:sp>
        <p:nvSpPr>
          <p:cNvPr id="679" name="s12-control-counters">
            <a:extLst>
              <a:ext uri="{FF2B5EF4-FFF2-40B4-BE49-F238E27FC236}">
                <a16:creationId xmlns:a16="http://schemas.microsoft.com/office/drawing/2014/main" id="{8E6B8DFE-1827-4169-92C9-88F1CD9C0D9A}"/>
              </a:ext>
            </a:extLst>
          </p:cNvPr>
          <p:cNvSpPr>
            <a:spLocks noGrp="1"/>
          </p:cNvSpPr>
          <p:nvPr/>
        </p:nvSpPr>
        <p:spPr>
          <a:xfrm>
            <a:off x="7667640" y="3638520"/>
            <a:ext cx="3666600" cy="121896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40" b="1" u="none">
                <a:solidFill>
                  <a:srgbClr val="001233"/>
                </a:solidFill>
                <a:latin typeface="Courier New"/>
                <a:ea typeface="Courier New"/>
                <a:cs typeface="Courier New"/>
              </a:rPr>
              <a:t>NSIGHT COMPUTE</a:t>
            </a:r>
          </a:p>
          <a:p>
            <a:pPr algn="ctr">
              <a:lnSpc>
                <a:spcPct val="100000"/>
              </a:lnSpc>
              <a:buNone/>
            </a:pPr>
            <a:r>
              <a:rPr sz="1240" b="1" u="none">
                <a:solidFill>
                  <a:srgbClr val="001233"/>
                </a:solidFill>
                <a:latin typeface="Courier New"/>
                <a:ea typeface="Courier New"/>
                <a:cs typeface="Courier New"/>
              </a:rPr>
              <a:t>branch inst. 84.9M → 35.7M → 10.5M</a:t>
            </a:r>
          </a:p>
          <a:p>
            <a:pPr>
              <a:lnSpc>
                <a:spcPct val="100000"/>
              </a:lnSpc>
              <a:buNone/>
            </a:pPr>
            <a:endParaRPr sz="1240" b="1" u="none">
              <a:solidFill>
                <a:srgbClr val="001233"/>
              </a:solidFill>
              <a:latin typeface="Courier New"/>
              <a:ea typeface="Courier New"/>
              <a:cs typeface="Courier New"/>
            </a:endParaRPr>
          </a:p>
          <a:p>
            <a:pPr algn="ctr">
              <a:lnSpc>
                <a:spcPct val="100000"/>
              </a:lnSpc>
              <a:buNone/>
            </a:pPr>
            <a:r>
              <a:rPr sz="1240" b="1" u="none">
                <a:solidFill>
                  <a:srgbClr val="001233"/>
                </a:solidFill>
                <a:latin typeface="Courier New"/>
                <a:ea typeface="Courier New"/>
                <a:cs typeface="Courier New"/>
              </a:rPr>
              <a:t>CODE</a:t>
            </a:r>
          </a:p>
          <a:p>
            <a:pPr algn="ctr">
              <a:lnSpc>
                <a:spcPct val="100000"/>
              </a:lnSpc>
              <a:buNone/>
            </a:pPr>
            <a:r>
              <a:rPr sz="1240" b="1" u="none">
                <a:solidFill>
                  <a:srgbClr val="001233"/>
                </a:solidFill>
                <a:latin typeface="Courier New"/>
                <a:ea typeface="Courier New"/>
                <a:cs typeface="Courier New"/>
              </a:rPr>
              <a:t>tree barriers 8 → 2 → 2</a:t>
            </a:r>
          </a:p>
        </p:txBody>
      </p:sp>
      <p:sp>
        <p:nvSpPr>
          <p:cNvPr id="680" name="s12-cache-check">
            <a:extLst>
              <a:ext uri="{FF2B5EF4-FFF2-40B4-BE49-F238E27FC236}">
                <a16:creationId xmlns:a16="http://schemas.microsoft.com/office/drawing/2014/main" id="{FFEBCAB6-216E-4F74-977F-2E3F6A81565C}"/>
              </a:ext>
            </a:extLst>
          </p:cNvPr>
          <p:cNvSpPr>
            <a:spLocks noGrp="1"/>
          </p:cNvSpPr>
          <p:nvPr/>
        </p:nvSpPr>
        <p:spPr>
          <a:xfrm>
            <a:off x="7572240" y="4905360"/>
            <a:ext cx="3762000" cy="7045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20955">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1" u="none">
                <a:solidFill>
                  <a:srgbClr val="001233"/>
                </a:solidFill>
                <a:latin typeface="Courier New"/>
                <a:ea typeface="Courier New"/>
                <a:cs typeface="Courier New"/>
              </a:rPr>
              <a:t>CUDA EVENTS • 64 MiB warm-cache</a:t>
            </a:r>
          </a:p>
          <a:p>
            <a:pPr algn="ctr">
              <a:lnSpc>
                <a:spcPct val="100000"/>
              </a:lnSpc>
              <a:buNone/>
            </a:pPr>
            <a:r>
              <a:rPr sz="1170" b="1" u="none">
                <a:solidFill>
                  <a:srgbClr val="001233"/>
                </a:solidFill>
                <a:latin typeface="Courier New"/>
                <a:ea typeface="Courier New"/>
                <a:cs typeface="Courier New"/>
              </a:rPr>
              <a:t>54.0 → 32.8 → 31.7 µs</a:t>
            </a:r>
          </a:p>
          <a:p>
            <a:pPr algn="ctr">
              <a:lnSpc>
                <a:spcPct val="100000"/>
              </a:lnSpc>
              <a:buNone/>
            </a:pPr>
            <a:r>
              <a:rPr sz="1170" b="1" u="none">
                <a:solidFill>
                  <a:srgbClr val="001233"/>
                </a:solidFill>
                <a:latin typeface="Courier New"/>
                <a:ea typeface="Courier New"/>
                <a:cs typeface="Courier New"/>
              </a:rPr>
              <a:t>61 samples • fits 96 MiB L2</a:t>
            </a:r>
          </a:p>
        </p:txBody>
      </p:sp>
      <p:sp>
        <p:nvSpPr>
          <p:cNvPr id="681" name="s12-source">
            <a:extLst>
              <a:ext uri="{FF2B5EF4-FFF2-40B4-BE49-F238E27FC236}">
                <a16:creationId xmlns:a16="http://schemas.microsoft.com/office/drawing/2014/main" id="{0A4219F1-17F6-48D6-A84A-7BD5517ADE57}"/>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2 GiB: CUDA-event medians from 3 × (10 warmups + 101 samples) • Nsight Compute first-pass counters separate • 64 MiB is a separate Device 3 CUDA-event control.</a:t>
            </a:r>
          </a:p>
        </p:txBody>
      </p:sp>
    </p:spTree>
    <p:extLst>
      <p:ext uri="{BB962C8B-B14F-4D97-AF65-F5344CB8AC3E}">
        <p14:creationId xmlns:p14="http://schemas.microsoft.com/office/powerpoint/2010/main" val="1574351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 name="PlaceHolder 1">
            <a:extLst>
              <a:ext uri="{FF2B5EF4-FFF2-40B4-BE49-F238E27FC236}">
                <a16:creationId xmlns:a16="http://schemas.microsoft.com/office/drawing/2014/main" id="{400A3016-48BF-4E6D-B16A-9BAA1A287C4C}"/>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2850" b="1" u="none">
                <a:solidFill>
                  <a:srgbClr val="001233"/>
                </a:solidFill>
                <a:latin typeface="Arial"/>
                <a:ea typeface="Arial"/>
                <a:cs typeface="Arial"/>
              </a:rPr>
              <a:t>K7 reuses 568 blocks—and increases DRAM service</a:t>
            </a:r>
          </a:p>
        </p:txBody>
      </p:sp>
      <p:sp>
        <p:nvSpPr>
          <p:cNvPr id="683" name="s13-lead">
            <a:extLst>
              <a:ext uri="{FF2B5EF4-FFF2-40B4-BE49-F238E27FC236}">
                <a16:creationId xmlns:a16="http://schemas.microsoft.com/office/drawing/2014/main" id="{6C23601F-DE4F-462F-9D42-CB22C2F0EEDC}"/>
              </a:ext>
            </a:extLst>
          </p:cNvPr>
          <p:cNvSpPr>
            <a:spLocks noGrp="1"/>
          </p:cNvSpPr>
          <p:nvPr/>
        </p:nvSpPr>
        <p:spPr>
          <a:xfrm>
            <a:off x="723960" y="990720"/>
            <a:ext cx="106484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nSpc>
                <a:spcPct val="100000"/>
              </a:lnSpc>
              <a:buNone/>
            </a:pPr>
            <a:r>
              <a:rPr sz="1540" b="1" u="none">
                <a:solidFill>
                  <a:srgbClr val="001233"/>
                </a:solidFill>
                <a:latin typeface="Arial"/>
                <a:ea typeface="Arial"/>
                <a:cs typeface="Arial"/>
              </a:rPr>
              <a:t>The persistent cap assigns each thread four distant two-load streams, accumulates them, then repeats with i += 4G.</a:t>
            </a:r>
          </a:p>
        </p:txBody>
      </p:sp>
      <p:sp>
        <p:nvSpPr>
          <p:cNvPr id="684" name="s13-k6-title">
            <a:extLst>
              <a:ext uri="{FF2B5EF4-FFF2-40B4-BE49-F238E27FC236}">
                <a16:creationId xmlns:a16="http://schemas.microsoft.com/office/drawing/2014/main" id="{981953A3-2783-4CD7-AA91-3A51773B8267}"/>
              </a:ext>
            </a:extLst>
          </p:cNvPr>
          <p:cNvSpPr>
            <a:spLocks noGrp="1"/>
          </p:cNvSpPr>
          <p:nvPr/>
        </p:nvSpPr>
        <p:spPr>
          <a:xfrm>
            <a:off x="1000080" y="1504800"/>
            <a:ext cx="4095360" cy="34272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650" b="1" u="none">
                <a:solidFill>
                  <a:srgbClr val="0353A4"/>
                </a:solidFill>
                <a:latin typeface="Courier New"/>
                <a:ea typeface="Courier New"/>
                <a:cs typeface="Courier New"/>
              </a:rPr>
              <a:t>K6  •  one pair / thread / block</a:t>
            </a:r>
          </a:p>
        </p:txBody>
      </p:sp>
      <p:sp>
        <p:nvSpPr>
          <p:cNvPr id="685" name="s13-k7-title">
            <a:extLst>
              <a:ext uri="{FF2B5EF4-FFF2-40B4-BE49-F238E27FC236}">
                <a16:creationId xmlns:a16="http://schemas.microsoft.com/office/drawing/2014/main" id="{3568DFDD-0A95-466E-B13F-314FF1A2EC58}"/>
              </a:ext>
            </a:extLst>
          </p:cNvPr>
          <p:cNvSpPr>
            <a:spLocks noGrp="1"/>
          </p:cNvSpPr>
          <p:nvPr/>
        </p:nvSpPr>
        <p:spPr>
          <a:xfrm>
            <a:off x="6620040" y="1504800"/>
            <a:ext cx="4333680" cy="34272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650" b="1" u="none">
                <a:solidFill>
                  <a:srgbClr val="FF0000"/>
                </a:solidFill>
                <a:latin typeface="Courier New"/>
                <a:ea typeface="Courier New"/>
                <a:cs typeface="Courier New"/>
              </a:rPr>
              <a:t>K7  •  four streams / reused block</a:t>
            </a:r>
          </a:p>
        </p:txBody>
      </p:sp>
      <p:sp>
        <p:nvSpPr>
          <p:cNvPr id="686" name="s13-k6-count">
            <a:extLst>
              <a:ext uri="{FF2B5EF4-FFF2-40B4-BE49-F238E27FC236}">
                <a16:creationId xmlns:a16="http://schemas.microsoft.com/office/drawing/2014/main" id="{14AA7E69-5B09-4DFD-83F9-738D42E74D8F}"/>
              </a:ext>
            </a:extLst>
          </p:cNvPr>
          <p:cNvSpPr>
            <a:spLocks noGrp="1"/>
          </p:cNvSpPr>
          <p:nvPr/>
        </p:nvSpPr>
        <p:spPr>
          <a:xfrm>
            <a:off x="952560" y="1952640"/>
            <a:ext cx="4285800" cy="523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095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430" b="1" u="none">
                <a:solidFill>
                  <a:srgbClr val="001233"/>
                </a:solidFill>
                <a:latin typeface="Courier New"/>
                <a:ea typeface="Courier New"/>
                <a:cs typeface="Courier New"/>
              </a:rPr>
              <a:t>1,048,576 one-shot first-pass blocks</a:t>
            </a:r>
          </a:p>
        </p:txBody>
      </p:sp>
      <p:sp>
        <p:nvSpPr>
          <p:cNvPr id="687" name="s13-k6-pair">
            <a:extLst>
              <a:ext uri="{FF2B5EF4-FFF2-40B4-BE49-F238E27FC236}">
                <a16:creationId xmlns:a16="http://schemas.microsoft.com/office/drawing/2014/main" id="{A93EE948-1725-4561-A117-38FD097DE24D}"/>
              </a:ext>
            </a:extLst>
          </p:cNvPr>
          <p:cNvSpPr>
            <a:spLocks noGrp="1"/>
          </p:cNvSpPr>
          <p:nvPr/>
        </p:nvSpPr>
        <p:spPr>
          <a:xfrm>
            <a:off x="1666800" y="2905200"/>
            <a:ext cx="1714320" cy="6663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2095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430" b="1" u="none">
                <a:solidFill>
                  <a:srgbClr val="001233"/>
                </a:solidFill>
                <a:latin typeface="Courier New"/>
                <a:ea typeface="Courier New"/>
                <a:cs typeface="Courier New"/>
              </a:rPr>
              <a:t>i</a:t>
            </a:r>
          </a:p>
          <a:p>
            <a:pPr algn="ctr">
              <a:lnSpc>
                <a:spcPct val="100000"/>
              </a:lnSpc>
              <a:buNone/>
            </a:pPr>
            <a:r>
              <a:rPr sz="1430" b="1" u="none">
                <a:solidFill>
                  <a:srgbClr val="001233"/>
                </a:solidFill>
                <a:latin typeface="Courier New"/>
                <a:ea typeface="Courier New"/>
                <a:cs typeface="Courier New"/>
              </a:rPr>
              <a:t>i + B</a:t>
            </a:r>
          </a:p>
        </p:txBody>
      </p:sp>
      <p:sp>
        <p:nvSpPr>
          <p:cNvPr id="688" name="s13-k6-sum">
            <a:extLst>
              <a:ext uri="{FF2B5EF4-FFF2-40B4-BE49-F238E27FC236}">
                <a16:creationId xmlns:a16="http://schemas.microsoft.com/office/drawing/2014/main" id="{842FD19D-763D-4503-9B1D-51638C48F2C1}"/>
              </a:ext>
            </a:extLst>
          </p:cNvPr>
          <p:cNvSpPr>
            <a:spLocks noGrp="1"/>
          </p:cNvSpPr>
          <p:nvPr/>
        </p:nvSpPr>
        <p:spPr>
          <a:xfrm>
            <a:off x="3714840" y="2857680"/>
            <a:ext cx="780840" cy="7808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BCDCFE"/>
          </a:solidFill>
          <a:ln w="21908">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1" u="none">
                <a:solidFill>
                  <a:srgbClr val="001233"/>
                </a:solidFill>
                <a:latin typeface="Courier New"/>
                <a:ea typeface="Courier New"/>
                <a:cs typeface="Courier New"/>
              </a:rPr>
              <a:t>sum</a:t>
            </a:r>
          </a:p>
        </p:txBody>
      </p:sp>
      <p:sp>
        <p:nvSpPr>
          <p:cNvPr id="689" name="s13-k6-out">
            <a:extLst>
              <a:ext uri="{FF2B5EF4-FFF2-40B4-BE49-F238E27FC236}">
                <a16:creationId xmlns:a16="http://schemas.microsoft.com/office/drawing/2014/main" id="{47E46711-9F71-4A29-93B4-EBD30BA890E9}"/>
              </a:ext>
            </a:extLst>
          </p:cNvPr>
          <p:cNvSpPr>
            <a:spLocks noGrp="1"/>
          </p:cNvSpPr>
          <p:nvPr/>
        </p:nvSpPr>
        <p:spPr>
          <a:xfrm>
            <a:off x="2381400" y="4191120"/>
            <a:ext cx="1714320" cy="6282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286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500" b="1" u="none">
                <a:solidFill>
                  <a:srgbClr val="001233"/>
                </a:solidFill>
                <a:latin typeface="Courier New"/>
                <a:ea typeface="Courier New"/>
                <a:cs typeface="Courier New"/>
              </a:rPr>
              <a:t>s[tid]</a:t>
            </a:r>
          </a:p>
        </p:txBody>
      </p:sp>
      <p:cxnSp>
        <p:nvCxnSpPr>
          <p:cNvPr id="724" name="s13-arrow-s13-k6-pair-s13-k6-sum"/>
          <p:cNvCxnSpPr>
            <a:stCxn id="687" idx="3"/>
            <a:endCxn id="688" idx="1"/>
          </p:cNvCxnSpPr>
          <p:nvPr/>
        </p:nvCxnSpPr>
        <p:spPr>
          <a:xfrm>
            <a:off x="3381120" y="3238200"/>
            <a:ext cx="334080" cy="10080"/>
          </a:xfrm>
          <a:prstGeom prst="straightConnector1">
            <a:avLst/>
          </a:prstGeom>
          <a:ln w="30480">
            <a:solidFill>
              <a:srgbClr val="0353A4"/>
            </a:solidFill>
            <a:round/>
            <a:tailEnd type="triangle" w="sm" len="sm"/>
          </a:ln>
        </p:spPr>
      </p:cxnSp>
      <p:cxnSp>
        <p:nvCxnSpPr>
          <p:cNvPr id="725" name="s13-arrow-s13-k6-sum-s13-k6-out"/>
          <p:cNvCxnSpPr>
            <a:stCxn id="688" idx="2"/>
            <a:endCxn id="689" idx="0"/>
          </p:cNvCxnSpPr>
          <p:nvPr/>
        </p:nvCxnSpPr>
        <p:spPr>
          <a:xfrm flipH="1">
            <a:off x="3238560" y="3638520"/>
            <a:ext cx="866880" cy="552960"/>
          </a:xfrm>
          <a:prstGeom prst="straightConnector1">
            <a:avLst/>
          </a:prstGeom>
          <a:ln w="30480">
            <a:solidFill>
              <a:srgbClr val="0353A4"/>
            </a:solidFill>
            <a:round/>
            <a:tailEnd type="triangle" w="sm" len="sm"/>
          </a:ln>
        </p:spPr>
      </p:cxnSp>
      <p:sp>
        <p:nvSpPr>
          <p:cNvPr id="692" name="s13-k7-count">
            <a:extLst>
              <a:ext uri="{FF2B5EF4-FFF2-40B4-BE49-F238E27FC236}">
                <a16:creationId xmlns:a16="http://schemas.microsoft.com/office/drawing/2014/main" id="{35407BAC-2B97-4754-A722-3014C905A8AB}"/>
              </a:ext>
            </a:extLst>
          </p:cNvPr>
          <p:cNvSpPr>
            <a:spLocks noGrp="1"/>
          </p:cNvSpPr>
          <p:nvPr/>
        </p:nvSpPr>
        <p:spPr>
          <a:xfrm>
            <a:off x="6191280" y="1952640"/>
            <a:ext cx="5047920" cy="523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24765">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430" b="1" u="none">
                <a:solidFill>
                  <a:srgbClr val="FF0000"/>
                </a:solidFill>
                <a:latin typeface="Courier New"/>
                <a:ea typeface="Courier New"/>
                <a:cs typeface="Courier New"/>
              </a:rPr>
              <a:t>568 blocks = 142 SMs × 4 blocks/SM</a:t>
            </a:r>
          </a:p>
        </p:txBody>
      </p:sp>
      <p:sp>
        <p:nvSpPr>
          <p:cNvPr id="693" name="s13-defs">
            <a:extLst>
              <a:ext uri="{FF2B5EF4-FFF2-40B4-BE49-F238E27FC236}">
                <a16:creationId xmlns:a16="http://schemas.microsoft.com/office/drawing/2014/main" id="{460144DE-3AD6-462E-81CB-5F47D9B823B3}"/>
              </a:ext>
            </a:extLst>
          </p:cNvPr>
          <p:cNvSpPr>
            <a:spLocks noGrp="1"/>
          </p:cNvSpPr>
          <p:nvPr/>
        </p:nvSpPr>
        <p:spPr>
          <a:xfrm>
            <a:off x="6524640" y="2514600"/>
            <a:ext cx="4333680" cy="26640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40" b="1" u="none">
                <a:solidFill>
                  <a:srgbClr val="5C677D"/>
                </a:solidFill>
                <a:latin typeface="Courier New"/>
                <a:ea typeface="Courier New"/>
                <a:cs typeface="Courier New"/>
              </a:rPr>
              <a:t>B = blockDim.x   •   G = 2B × gridDim.x</a:t>
            </a:r>
          </a:p>
        </p:txBody>
      </p:sp>
      <p:sp>
        <p:nvSpPr>
          <p:cNvPr id="694" name="s13-pair-0">
            <a:extLst>
              <a:ext uri="{FF2B5EF4-FFF2-40B4-BE49-F238E27FC236}">
                <a16:creationId xmlns:a16="http://schemas.microsoft.com/office/drawing/2014/main" id="{44A5C9DC-98C8-4C3A-8F18-6C84C81A08E0}"/>
              </a:ext>
            </a:extLst>
          </p:cNvPr>
          <p:cNvSpPr>
            <a:spLocks noGrp="1"/>
          </p:cNvSpPr>
          <p:nvPr/>
        </p:nvSpPr>
        <p:spPr>
          <a:xfrm>
            <a:off x="6048360" y="2809800"/>
            <a:ext cx="1142640" cy="6472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1905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i</a:t>
            </a:r>
          </a:p>
          <a:p>
            <a:pPr algn="ctr">
              <a:lnSpc>
                <a:spcPct val="100000"/>
              </a:lnSpc>
              <a:buNone/>
            </a:pPr>
            <a:r>
              <a:rPr sz="1200" b="1" u="none">
                <a:solidFill>
                  <a:srgbClr val="001233"/>
                </a:solidFill>
                <a:latin typeface="Courier New"/>
                <a:ea typeface="Courier New"/>
                <a:cs typeface="Courier New"/>
              </a:rPr>
              <a:t>+ (i+B)</a:t>
            </a:r>
          </a:p>
        </p:txBody>
      </p:sp>
      <p:sp>
        <p:nvSpPr>
          <p:cNvPr id="695" name="s13-pair-1">
            <a:extLst>
              <a:ext uri="{FF2B5EF4-FFF2-40B4-BE49-F238E27FC236}">
                <a16:creationId xmlns:a16="http://schemas.microsoft.com/office/drawing/2014/main" id="{3A531D3E-6323-42A4-8F23-D6FA06D81885}"/>
              </a:ext>
            </a:extLst>
          </p:cNvPr>
          <p:cNvSpPr>
            <a:spLocks noGrp="1"/>
          </p:cNvSpPr>
          <p:nvPr/>
        </p:nvSpPr>
        <p:spPr>
          <a:xfrm>
            <a:off x="7353360" y="2809800"/>
            <a:ext cx="1142640" cy="6472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9050">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i+G</a:t>
            </a:r>
          </a:p>
          <a:p>
            <a:pPr algn="ctr">
              <a:lnSpc>
                <a:spcPct val="100000"/>
              </a:lnSpc>
              <a:buNone/>
            </a:pPr>
            <a:r>
              <a:rPr sz="1200" b="1" u="none">
                <a:solidFill>
                  <a:srgbClr val="001233"/>
                </a:solidFill>
                <a:latin typeface="Courier New"/>
                <a:ea typeface="Courier New"/>
                <a:cs typeface="Courier New"/>
              </a:rPr>
              <a:t>+ (i+G+B)</a:t>
            </a:r>
          </a:p>
        </p:txBody>
      </p:sp>
      <p:sp>
        <p:nvSpPr>
          <p:cNvPr id="696" name="s13-pair-2">
            <a:extLst>
              <a:ext uri="{FF2B5EF4-FFF2-40B4-BE49-F238E27FC236}">
                <a16:creationId xmlns:a16="http://schemas.microsoft.com/office/drawing/2014/main" id="{719E6758-D149-4149-9E3E-57B4FAE153B5}"/>
              </a:ext>
            </a:extLst>
          </p:cNvPr>
          <p:cNvSpPr>
            <a:spLocks noGrp="1"/>
          </p:cNvSpPr>
          <p:nvPr/>
        </p:nvSpPr>
        <p:spPr>
          <a:xfrm>
            <a:off x="8658360" y="2809800"/>
            <a:ext cx="1142640" cy="6472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9050">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i+2G</a:t>
            </a:r>
          </a:p>
          <a:p>
            <a:pPr algn="ctr">
              <a:lnSpc>
                <a:spcPct val="100000"/>
              </a:lnSpc>
              <a:buNone/>
            </a:pPr>
            <a:r>
              <a:rPr sz="1200" b="1" u="none">
                <a:solidFill>
                  <a:srgbClr val="001233"/>
                </a:solidFill>
                <a:latin typeface="Courier New"/>
                <a:ea typeface="Courier New"/>
                <a:cs typeface="Courier New"/>
              </a:rPr>
              <a:t>+ (i+2G+B)</a:t>
            </a:r>
          </a:p>
        </p:txBody>
      </p:sp>
      <p:sp>
        <p:nvSpPr>
          <p:cNvPr id="697" name="s13-pair-3">
            <a:extLst>
              <a:ext uri="{FF2B5EF4-FFF2-40B4-BE49-F238E27FC236}">
                <a16:creationId xmlns:a16="http://schemas.microsoft.com/office/drawing/2014/main" id="{D5633198-4DFB-451B-BD4F-0F9BE5C223A6}"/>
              </a:ext>
            </a:extLst>
          </p:cNvPr>
          <p:cNvSpPr>
            <a:spLocks noGrp="1"/>
          </p:cNvSpPr>
          <p:nvPr/>
        </p:nvSpPr>
        <p:spPr>
          <a:xfrm>
            <a:off x="9963000" y="2809800"/>
            <a:ext cx="1142640" cy="6472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9050">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i+3G</a:t>
            </a:r>
          </a:p>
          <a:p>
            <a:pPr algn="ctr">
              <a:lnSpc>
                <a:spcPct val="100000"/>
              </a:lnSpc>
              <a:buNone/>
            </a:pPr>
            <a:r>
              <a:rPr sz="1200" b="1" u="none">
                <a:solidFill>
                  <a:srgbClr val="001233"/>
                </a:solidFill>
                <a:latin typeface="Courier New"/>
                <a:ea typeface="Courier New"/>
                <a:cs typeface="Courier New"/>
              </a:rPr>
              <a:t>+ (i+3G+B)</a:t>
            </a:r>
          </a:p>
        </p:txBody>
      </p:sp>
      <p:sp>
        <p:nvSpPr>
          <p:cNvPr id="698" name="s13-sum-0">
            <a:extLst>
              <a:ext uri="{FF2B5EF4-FFF2-40B4-BE49-F238E27FC236}">
                <a16:creationId xmlns:a16="http://schemas.microsoft.com/office/drawing/2014/main" id="{A3535118-9458-427D-8011-C3E2ABE8EC1A}"/>
              </a:ext>
            </a:extLst>
          </p:cNvPr>
          <p:cNvSpPr>
            <a:spLocks noGrp="1"/>
          </p:cNvSpPr>
          <p:nvPr/>
        </p:nvSpPr>
        <p:spPr>
          <a:xfrm>
            <a:off x="6334200" y="3714840"/>
            <a:ext cx="742680" cy="6854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BCDCFE"/>
          </a:solidFill>
          <a:ln w="19050">
            <a:solidFill>
              <a:srgbClr val="0353A4"/>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1" u="none">
                <a:solidFill>
                  <a:srgbClr val="001233"/>
                </a:solidFill>
                <a:latin typeface="Courier New"/>
                <a:ea typeface="Courier New"/>
                <a:cs typeface="Courier New"/>
              </a:rPr>
              <a:t>sum0</a:t>
            </a:r>
          </a:p>
        </p:txBody>
      </p:sp>
      <p:sp>
        <p:nvSpPr>
          <p:cNvPr id="699" name="s13-sum-1">
            <a:extLst>
              <a:ext uri="{FF2B5EF4-FFF2-40B4-BE49-F238E27FC236}">
                <a16:creationId xmlns:a16="http://schemas.microsoft.com/office/drawing/2014/main" id="{7E6CEB1E-3991-40D1-95D2-96D39F2E1E5A}"/>
              </a:ext>
            </a:extLst>
          </p:cNvPr>
          <p:cNvSpPr>
            <a:spLocks noGrp="1"/>
          </p:cNvSpPr>
          <p:nvPr/>
        </p:nvSpPr>
        <p:spPr>
          <a:xfrm>
            <a:off x="7591320" y="3714840"/>
            <a:ext cx="742680" cy="6854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E0E0FF"/>
          </a:solidFill>
          <a:ln w="19050">
            <a:solidFill>
              <a:srgbClr val="6666FF"/>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1" u="none">
                <a:solidFill>
                  <a:srgbClr val="001233"/>
                </a:solidFill>
                <a:latin typeface="Courier New"/>
                <a:ea typeface="Courier New"/>
                <a:cs typeface="Courier New"/>
              </a:rPr>
              <a:t>sum1</a:t>
            </a:r>
          </a:p>
        </p:txBody>
      </p:sp>
      <p:sp>
        <p:nvSpPr>
          <p:cNvPr id="700" name="s13-sum-2">
            <a:extLst>
              <a:ext uri="{FF2B5EF4-FFF2-40B4-BE49-F238E27FC236}">
                <a16:creationId xmlns:a16="http://schemas.microsoft.com/office/drawing/2014/main" id="{10219551-255C-48A7-B392-03B59D6E9907}"/>
              </a:ext>
            </a:extLst>
          </p:cNvPr>
          <p:cNvSpPr>
            <a:spLocks noGrp="1"/>
          </p:cNvSpPr>
          <p:nvPr/>
        </p:nvSpPr>
        <p:spPr>
          <a:xfrm>
            <a:off x="8848800" y="3714840"/>
            <a:ext cx="742680" cy="6854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E0E0FF"/>
          </a:solidFill>
          <a:ln w="19050">
            <a:solidFill>
              <a:srgbClr val="6666FF"/>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1" u="none">
                <a:solidFill>
                  <a:srgbClr val="001233"/>
                </a:solidFill>
                <a:latin typeface="Courier New"/>
                <a:ea typeface="Courier New"/>
                <a:cs typeface="Courier New"/>
              </a:rPr>
              <a:t>sum2</a:t>
            </a:r>
          </a:p>
        </p:txBody>
      </p:sp>
      <p:sp>
        <p:nvSpPr>
          <p:cNvPr id="701" name="s13-sum-3">
            <a:extLst>
              <a:ext uri="{FF2B5EF4-FFF2-40B4-BE49-F238E27FC236}">
                <a16:creationId xmlns:a16="http://schemas.microsoft.com/office/drawing/2014/main" id="{FC799B59-ABD6-49BC-98A5-709BFB307EF6}"/>
              </a:ext>
            </a:extLst>
          </p:cNvPr>
          <p:cNvSpPr>
            <a:spLocks noGrp="1"/>
          </p:cNvSpPr>
          <p:nvPr/>
        </p:nvSpPr>
        <p:spPr>
          <a:xfrm>
            <a:off x="10105920" y="3714840"/>
            <a:ext cx="742680" cy="685440"/>
          </a:xfrm>
          <a:custGeom>
            <a:avLst/>
            <a:gdLst/>
            <a:ahLst/>
            <a:cxnLst/>
            <a:rect l="l" t="t" r="r" b="b"/>
            <a:pathLst>
              <a:path w="457200" h="457200">
                <a:moveTo>
                  <a:pt x="0" y="228600"/>
                </a:moveTo>
                <a:cubicBezTo>
                  <a:pt x="12561" y="103838"/>
                  <a:pt x="115436" y="-26935"/>
                  <a:pt x="228600" y="0"/>
                </a:cubicBezTo>
                <a:cubicBezTo>
                  <a:pt x="333972" y="-3197"/>
                  <a:pt x="449825" y="109292"/>
                  <a:pt x="457200" y="228600"/>
                </a:cubicBezTo>
                <a:cubicBezTo>
                  <a:pt x="454433" y="328464"/>
                  <a:pt x="353167" y="459542"/>
                  <a:pt x="228600" y="457200"/>
                </a:cubicBezTo>
                <a:cubicBezTo>
                  <a:pt x="125755" y="470304"/>
                  <a:pt x="22080" y="360161"/>
                  <a:pt x="0" y="228600"/>
                </a:cubicBezTo>
                <a:close/>
              </a:path>
              <a:path w="457200" h="457200">
                <a:moveTo>
                  <a:pt x="0" y="228600"/>
                </a:moveTo>
                <a:cubicBezTo>
                  <a:pt x="-17696" y="91433"/>
                  <a:pt x="76795" y="9590"/>
                  <a:pt x="228600" y="0"/>
                </a:cubicBezTo>
                <a:cubicBezTo>
                  <a:pt x="364328" y="1995"/>
                  <a:pt x="451238" y="102538"/>
                  <a:pt x="457200" y="228600"/>
                </a:cubicBezTo>
                <a:cubicBezTo>
                  <a:pt x="442867" y="368849"/>
                  <a:pt x="351307" y="476792"/>
                  <a:pt x="228600" y="457200"/>
                </a:cubicBezTo>
                <a:cubicBezTo>
                  <a:pt x="91701" y="451375"/>
                  <a:pt x="17141" y="363042"/>
                  <a:pt x="0" y="228600"/>
                </a:cubicBezTo>
                <a:close/>
              </a:path>
            </a:pathLst>
          </a:custGeom>
          <a:solidFill>
            <a:srgbClr val="E0E0FF"/>
          </a:solidFill>
          <a:ln w="19050">
            <a:solidFill>
              <a:srgbClr val="6666FF"/>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1" u="none">
                <a:solidFill>
                  <a:srgbClr val="001233"/>
                </a:solidFill>
                <a:latin typeface="Courier New"/>
                <a:ea typeface="Courier New"/>
                <a:cs typeface="Courier New"/>
              </a:rPr>
              <a:t>sum3</a:t>
            </a:r>
          </a:p>
        </p:txBody>
      </p:sp>
      <p:sp>
        <p:nvSpPr>
          <p:cNvPr id="702" name="s13-out">
            <a:extLst>
              <a:ext uri="{FF2B5EF4-FFF2-40B4-BE49-F238E27FC236}">
                <a16:creationId xmlns:a16="http://schemas.microsoft.com/office/drawing/2014/main" id="{D1CC3661-091F-414F-BF36-568169101ECE}"/>
              </a:ext>
            </a:extLst>
          </p:cNvPr>
          <p:cNvSpPr>
            <a:spLocks noGrp="1"/>
          </p:cNvSpPr>
          <p:nvPr/>
        </p:nvSpPr>
        <p:spPr>
          <a:xfrm>
            <a:off x="7905600" y="4524480"/>
            <a:ext cx="1904760" cy="5900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286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500" b="1" u="none">
                <a:solidFill>
                  <a:srgbClr val="001233"/>
                </a:solidFill>
                <a:latin typeface="Courier New"/>
                <a:ea typeface="Courier New"/>
                <a:cs typeface="Courier New"/>
              </a:rPr>
              <a:t>s[tid]</a:t>
            </a:r>
          </a:p>
        </p:txBody>
      </p:sp>
      <p:cxnSp>
        <p:nvCxnSpPr>
          <p:cNvPr id="737" name="s13-arrow-s13-pair-0-s13-sum-0"/>
          <p:cNvCxnSpPr>
            <a:stCxn id="694" idx="2"/>
            <a:endCxn id="698" idx="0"/>
          </p:cNvCxnSpPr>
          <p:nvPr/>
        </p:nvCxnSpPr>
        <p:spPr>
          <a:xfrm>
            <a:off x="6619680" y="3457080"/>
            <a:ext cx="86040" cy="258120"/>
          </a:xfrm>
          <a:prstGeom prst="straightConnector1">
            <a:avLst/>
          </a:prstGeom>
          <a:ln w="22860">
            <a:solidFill>
              <a:srgbClr val="0353A4"/>
            </a:solidFill>
            <a:round/>
            <a:tailEnd type="triangle" w="sm" len="sm"/>
          </a:ln>
        </p:spPr>
      </p:cxnSp>
      <p:cxnSp>
        <p:nvCxnSpPr>
          <p:cNvPr id="738" name="s13-arrow-s13-sum-0-s13-out"/>
          <p:cNvCxnSpPr>
            <a:stCxn id="698" idx="2"/>
            <a:endCxn id="702" idx="0"/>
          </p:cNvCxnSpPr>
          <p:nvPr/>
        </p:nvCxnSpPr>
        <p:spPr>
          <a:xfrm>
            <a:off x="6705360" y="4400280"/>
            <a:ext cx="2152800" cy="124560"/>
          </a:xfrm>
          <a:prstGeom prst="straightConnector1">
            <a:avLst/>
          </a:prstGeom>
          <a:ln w="22860">
            <a:solidFill>
              <a:srgbClr val="0353A4"/>
            </a:solidFill>
            <a:round/>
            <a:tailEnd type="triangle" w="sm" len="sm"/>
          </a:ln>
        </p:spPr>
      </p:cxnSp>
      <p:cxnSp>
        <p:nvCxnSpPr>
          <p:cNvPr id="739" name="s13-arrow-s13-pair-1-s13-sum-1"/>
          <p:cNvCxnSpPr>
            <a:stCxn id="695" idx="2"/>
            <a:endCxn id="699" idx="0"/>
          </p:cNvCxnSpPr>
          <p:nvPr/>
        </p:nvCxnSpPr>
        <p:spPr>
          <a:xfrm>
            <a:off x="7924680" y="3457080"/>
            <a:ext cx="38160" cy="258120"/>
          </a:xfrm>
          <a:prstGeom prst="straightConnector1">
            <a:avLst/>
          </a:prstGeom>
          <a:ln w="22860">
            <a:solidFill>
              <a:srgbClr val="6666FF"/>
            </a:solidFill>
            <a:round/>
            <a:tailEnd type="triangle" w="sm" len="sm"/>
          </a:ln>
        </p:spPr>
      </p:cxnSp>
      <p:cxnSp>
        <p:nvCxnSpPr>
          <p:cNvPr id="740" name="s13-arrow-s13-sum-1-s13-out"/>
          <p:cNvCxnSpPr>
            <a:stCxn id="699" idx="2"/>
            <a:endCxn id="702" idx="0"/>
          </p:cNvCxnSpPr>
          <p:nvPr/>
        </p:nvCxnSpPr>
        <p:spPr>
          <a:xfrm>
            <a:off x="7962480" y="4400280"/>
            <a:ext cx="895680" cy="124560"/>
          </a:xfrm>
          <a:prstGeom prst="straightConnector1">
            <a:avLst/>
          </a:prstGeom>
          <a:ln w="22860">
            <a:solidFill>
              <a:srgbClr val="6666FF"/>
            </a:solidFill>
            <a:round/>
            <a:tailEnd type="triangle" w="sm" len="sm"/>
          </a:ln>
        </p:spPr>
      </p:cxnSp>
      <p:cxnSp>
        <p:nvCxnSpPr>
          <p:cNvPr id="741" name="s13-arrow-s13-pair-2-s13-sum-2"/>
          <p:cNvCxnSpPr>
            <a:stCxn id="696" idx="2"/>
            <a:endCxn id="700" idx="0"/>
          </p:cNvCxnSpPr>
          <p:nvPr/>
        </p:nvCxnSpPr>
        <p:spPr>
          <a:xfrm flipH="1">
            <a:off x="9219960" y="3457080"/>
            <a:ext cx="10080" cy="258120"/>
          </a:xfrm>
          <a:prstGeom prst="straightConnector1">
            <a:avLst/>
          </a:prstGeom>
          <a:ln w="22860">
            <a:solidFill>
              <a:srgbClr val="6666FF"/>
            </a:solidFill>
            <a:round/>
            <a:tailEnd type="triangle" w="sm" len="sm"/>
          </a:ln>
        </p:spPr>
      </p:cxnSp>
      <p:cxnSp>
        <p:nvCxnSpPr>
          <p:cNvPr id="742" name="s13-arrow-s13-sum-2-s13-out"/>
          <p:cNvCxnSpPr>
            <a:stCxn id="700" idx="2"/>
            <a:endCxn id="702" idx="0"/>
          </p:cNvCxnSpPr>
          <p:nvPr/>
        </p:nvCxnSpPr>
        <p:spPr>
          <a:xfrm flipH="1">
            <a:off x="8857800" y="4400280"/>
            <a:ext cx="362520" cy="124560"/>
          </a:xfrm>
          <a:prstGeom prst="straightConnector1">
            <a:avLst/>
          </a:prstGeom>
          <a:ln w="22860">
            <a:solidFill>
              <a:srgbClr val="6666FF"/>
            </a:solidFill>
            <a:round/>
            <a:tailEnd type="triangle" w="sm" len="sm"/>
          </a:ln>
        </p:spPr>
      </p:cxnSp>
      <p:cxnSp>
        <p:nvCxnSpPr>
          <p:cNvPr id="743" name="s13-arrow-s13-pair-3-s13-sum-3"/>
          <p:cNvCxnSpPr>
            <a:stCxn id="697" idx="2"/>
            <a:endCxn id="701" idx="0"/>
          </p:cNvCxnSpPr>
          <p:nvPr/>
        </p:nvCxnSpPr>
        <p:spPr>
          <a:xfrm flipH="1">
            <a:off x="10477080" y="3457080"/>
            <a:ext cx="57600" cy="258120"/>
          </a:xfrm>
          <a:prstGeom prst="straightConnector1">
            <a:avLst/>
          </a:prstGeom>
          <a:ln w="22860">
            <a:solidFill>
              <a:srgbClr val="6666FF"/>
            </a:solidFill>
            <a:round/>
            <a:tailEnd type="triangle" w="sm" len="sm"/>
          </a:ln>
        </p:spPr>
      </p:cxnSp>
      <p:cxnSp>
        <p:nvCxnSpPr>
          <p:cNvPr id="744" name="s13-arrow-s13-sum-3-s13-out"/>
          <p:cNvCxnSpPr>
            <a:stCxn id="701" idx="2"/>
            <a:endCxn id="702" idx="0"/>
          </p:cNvCxnSpPr>
          <p:nvPr/>
        </p:nvCxnSpPr>
        <p:spPr>
          <a:xfrm flipH="1">
            <a:off x="8857800" y="4400280"/>
            <a:ext cx="1619640" cy="124560"/>
          </a:xfrm>
          <a:prstGeom prst="straightConnector1">
            <a:avLst/>
          </a:prstGeom>
          <a:ln w="22860">
            <a:solidFill>
              <a:srgbClr val="6666FF"/>
            </a:solidFill>
            <a:round/>
            <a:tailEnd type="triangle" w="sm" len="sm"/>
          </a:ln>
        </p:spPr>
      </p:cxnSp>
      <p:sp>
        <p:nvSpPr>
          <p:cNvPr id="711" name="s13-repeat">
            <a:extLst>
              <a:ext uri="{FF2B5EF4-FFF2-40B4-BE49-F238E27FC236}">
                <a16:creationId xmlns:a16="http://schemas.microsoft.com/office/drawing/2014/main" id="{CAA0EEAB-F4DF-4E2B-8936-72616E0216C9}"/>
              </a:ext>
            </a:extLst>
          </p:cNvPr>
          <p:cNvSpPr>
            <a:spLocks noGrp="1"/>
          </p:cNvSpPr>
          <p:nvPr/>
        </p:nvSpPr>
        <p:spPr>
          <a:xfrm>
            <a:off x="9953640" y="4476600"/>
            <a:ext cx="1333080" cy="5900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24765">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350" b="1" u="none">
                <a:solidFill>
                  <a:srgbClr val="FF0000"/>
                </a:solidFill>
                <a:latin typeface="Courier New"/>
                <a:ea typeface="Courier New"/>
                <a:cs typeface="Courier New"/>
              </a:rPr>
              <a:t>repeat</a:t>
            </a:r>
          </a:p>
          <a:p>
            <a:pPr algn="ctr">
              <a:lnSpc>
                <a:spcPct val="100000"/>
              </a:lnSpc>
              <a:buNone/>
            </a:pPr>
            <a:r>
              <a:rPr sz="1350" b="1" u="none">
                <a:solidFill>
                  <a:srgbClr val="FF0000"/>
                </a:solidFill>
                <a:latin typeface="Courier New"/>
                <a:ea typeface="Courier New"/>
                <a:cs typeface="Courier New"/>
              </a:rPr>
              <a:t>i += 4G</a:t>
            </a:r>
          </a:p>
        </p:txBody>
      </p:sp>
      <p:sp>
        <p:nvSpPr>
          <p:cNvPr id="712" name="s13-values-thread">
            <a:extLst>
              <a:ext uri="{FF2B5EF4-FFF2-40B4-BE49-F238E27FC236}">
                <a16:creationId xmlns:a16="http://schemas.microsoft.com/office/drawing/2014/main" id="{D607578F-1B13-4D32-8263-1B72F607EC2C}"/>
              </a:ext>
            </a:extLst>
          </p:cNvPr>
          <p:cNvSpPr>
            <a:spLocks noGrp="1"/>
          </p:cNvSpPr>
          <p:nvPr/>
        </p:nvSpPr>
        <p:spPr>
          <a:xfrm>
            <a:off x="6667560" y="5191200"/>
            <a:ext cx="4000320" cy="30456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1" u="none">
                <a:solidFill>
                  <a:srgbClr val="FF0000"/>
                </a:solidFill>
                <a:latin typeface="Courier New"/>
                <a:ea typeface="Courier New"/>
                <a:cs typeface="Courier New"/>
              </a:rPr>
              <a:t>≈ 3,692 input values / thread</a:t>
            </a:r>
          </a:p>
        </p:txBody>
      </p:sp>
      <p:sp>
        <p:nvSpPr>
          <p:cNvPr id="713" name="s13-timing">
            <a:extLst>
              <a:ext uri="{FF2B5EF4-FFF2-40B4-BE49-F238E27FC236}">
                <a16:creationId xmlns:a16="http://schemas.microsoft.com/office/drawing/2014/main" id="{8E74129A-AA5E-4ABA-9FB4-E4E835D886A1}"/>
              </a:ext>
            </a:extLst>
          </p:cNvPr>
          <p:cNvSpPr>
            <a:spLocks noGrp="1"/>
          </p:cNvSpPr>
          <p:nvPr/>
        </p:nvSpPr>
        <p:spPr>
          <a:xfrm>
            <a:off x="857160" y="5524560"/>
            <a:ext cx="10477080" cy="32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540" b="1" u="none">
                <a:solidFill>
                  <a:srgbClr val="FF0000"/>
                </a:solidFill>
                <a:latin typeface="Courier New"/>
                <a:ea typeface="Courier New"/>
                <a:cs typeface="Courier New"/>
              </a:rPr>
              <a:t>CUDA EVENTS • K6 2.741120 → cap4 K7 2.975744 ms (+8.56%)  |  no-cap K7 2.741248 ms</a:t>
            </a:r>
          </a:p>
        </p:txBody>
      </p:sp>
      <p:sp>
        <p:nvSpPr>
          <p:cNvPr id="714" name="s13-evidence">
            <a:extLst>
              <a:ext uri="{FF2B5EF4-FFF2-40B4-BE49-F238E27FC236}">
                <a16:creationId xmlns:a16="http://schemas.microsoft.com/office/drawing/2014/main" id="{D12ED3F5-DE58-40B5-A3CF-17F1E8E2B624}"/>
              </a:ext>
            </a:extLst>
          </p:cNvPr>
          <p:cNvSpPr>
            <a:spLocks noGrp="1"/>
          </p:cNvSpPr>
          <p:nvPr/>
        </p:nvSpPr>
        <p:spPr>
          <a:xfrm>
            <a:off x="905040" y="5857920"/>
            <a:ext cx="10382040" cy="275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090" b="1" u="none">
                <a:solidFill>
                  <a:srgbClr val="001233"/>
                </a:solidFill>
                <a:latin typeface="Arial"/>
                <a:ea typeface="Arial"/>
                <a:cs typeface="Arial"/>
              </a:rPr>
              <a:t>NSIGHT COMPUTE • first pass: logical sectors 67.109M unchanged • physical DRAM sectors 71.767→78.488M (+9.37%)</a:t>
            </a:r>
          </a:p>
        </p:txBody>
      </p:sp>
      <p:sp>
        <p:nvSpPr>
          <p:cNvPr id="715" name="s13-source">
            <a:extLst>
              <a:ext uri="{FF2B5EF4-FFF2-40B4-BE49-F238E27FC236}">
                <a16:creationId xmlns:a16="http://schemas.microsoft.com/office/drawing/2014/main" id="{947DA761-D661-4B02-8143-512C6BA88FA4}"/>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CUDA events: capped K6/K7 = 3 × (10 warmups + 101 samples); no-cap K7 = 1 × (10 warmups + 101) • Nsight Compute first-pass counters separate.</a:t>
            </a:r>
          </a:p>
        </p:txBody>
      </p:sp>
    </p:spTree>
    <p:extLst>
      <p:ext uri="{BB962C8B-B14F-4D97-AF65-F5344CB8AC3E}">
        <p14:creationId xmlns:p14="http://schemas.microsoft.com/office/powerpoint/2010/main" val="336026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 name="PlaceHolder 1">
            <a:extLst>
              <a:ext uri="{FF2B5EF4-FFF2-40B4-BE49-F238E27FC236}">
                <a16:creationId xmlns:a16="http://schemas.microsoft.com/office/drawing/2014/main" id="{CFC41DD4-D09F-40DD-8181-8E0DB3EAC970}"/>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2850" b="1" u="none">
                <a:solidFill>
                  <a:srgbClr val="001233"/>
                </a:solidFill>
                <a:latin typeface="Arial"/>
                <a:ea typeface="Arial"/>
                <a:cs typeface="Arial"/>
              </a:rPr>
              <a:t>The cap—not grid-stride code—causes K7’s regression</a:t>
            </a:r>
          </a:p>
        </p:txBody>
      </p:sp>
      <p:sp>
        <p:nvSpPr>
          <p:cNvPr id="717" name="s14-lead">
            <a:extLst>
              <a:ext uri="{FF2B5EF4-FFF2-40B4-BE49-F238E27FC236}">
                <a16:creationId xmlns:a16="http://schemas.microsoft.com/office/drawing/2014/main" id="{C7D612A3-E247-4035-B000-AE2A2C98FB96}"/>
              </a:ext>
            </a:extLst>
          </p:cNvPr>
          <p:cNvSpPr>
            <a:spLocks noGrp="1"/>
          </p:cNvSpPr>
          <p:nvPr/>
        </p:nvSpPr>
        <p:spPr>
          <a:xfrm>
            <a:off x="723960" y="990720"/>
            <a:ext cx="106484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540" b="1" u="none">
                <a:solidFill>
                  <a:srgbClr val="001233"/>
                </a:solidFill>
                <a:latin typeface="Arial"/>
                <a:ea typeface="Arial"/>
                <a:cs typeface="Arial"/>
              </a:rPr>
              <a:t>The same 67.109M logical first-pass requests require more physical DRAM service only under the aggressive cap.</a:t>
            </a:r>
          </a:p>
        </p:txBody>
      </p:sp>
      <p:sp>
        <p:nvSpPr>
          <p:cNvPr id="718" name="s14-axis-title">
            <a:extLst>
              <a:ext uri="{FF2B5EF4-FFF2-40B4-BE49-F238E27FC236}">
                <a16:creationId xmlns:a16="http://schemas.microsoft.com/office/drawing/2014/main" id="{024FFCFF-5167-4698-975F-3E26C5EDE94D}"/>
              </a:ext>
            </a:extLst>
          </p:cNvPr>
          <p:cNvSpPr>
            <a:spLocks noGrp="1"/>
          </p:cNvSpPr>
          <p:nvPr/>
        </p:nvSpPr>
        <p:spPr>
          <a:xfrm>
            <a:off x="1143000" y="1619280"/>
            <a:ext cx="6571800" cy="34272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90" b="1" u="none">
                <a:solidFill>
                  <a:srgbClr val="001233"/>
                </a:solidFill>
                <a:latin typeface="Courier New"/>
                <a:ea typeface="Courier New"/>
                <a:cs typeface="Courier New"/>
              </a:rPr>
              <a:t>NSIGHT COMPUTE • first-pass physical DRAM-read sectors (M)</a:t>
            </a:r>
          </a:p>
        </p:txBody>
      </p:sp>
      <p:sp>
        <p:nvSpPr>
          <p:cNvPr id="719" name="s14-K6-label">
            <a:extLst>
              <a:ext uri="{FF2B5EF4-FFF2-40B4-BE49-F238E27FC236}">
                <a16:creationId xmlns:a16="http://schemas.microsoft.com/office/drawing/2014/main" id="{F4BE6B8A-E381-44C5-B9C7-8CC84769213F}"/>
              </a:ext>
            </a:extLst>
          </p:cNvPr>
          <p:cNvSpPr>
            <a:spLocks noGrp="1"/>
          </p:cNvSpPr>
          <p:nvPr/>
        </p:nvSpPr>
        <p:spPr>
          <a:xfrm>
            <a:off x="666720" y="2171880"/>
            <a:ext cx="1238040" cy="34272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r">
              <a:lnSpc>
                <a:spcPct val="100000"/>
              </a:lnSpc>
              <a:buNone/>
            </a:pPr>
            <a:r>
              <a:rPr sz="1500" b="1" u="none">
                <a:solidFill>
                  <a:srgbClr val="001233"/>
                </a:solidFill>
                <a:latin typeface="Courier New"/>
                <a:ea typeface="Courier New"/>
                <a:cs typeface="Courier New"/>
              </a:rPr>
              <a:t>K6</a:t>
            </a:r>
          </a:p>
        </p:txBody>
      </p:sp>
      <p:sp>
        <p:nvSpPr>
          <p:cNvPr id="720" name="s14-K6-bar">
            <a:extLst>
              <a:ext uri="{FF2B5EF4-FFF2-40B4-BE49-F238E27FC236}">
                <a16:creationId xmlns:a16="http://schemas.microsoft.com/office/drawing/2014/main" id="{202239DA-8939-4EE3-97E3-F49783C950B8}"/>
              </a:ext>
            </a:extLst>
          </p:cNvPr>
          <p:cNvSpPr>
            <a:spLocks noGrp="1"/>
          </p:cNvSpPr>
          <p:nvPr/>
        </p:nvSpPr>
        <p:spPr>
          <a:xfrm>
            <a:off x="2095560" y="2095560"/>
            <a:ext cx="4762080" cy="523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78BAFD"/>
          </a:solidFill>
          <a:ln w="19050">
            <a:solidFill>
              <a:srgbClr val="0353A4"/>
            </a:solidFill>
          </a:ln>
        </p:spPr>
        <p:style>
          <a:lnRef idx="0">
            <a:scrgbClr r="0" g="0" b="0"/>
          </a:lnRef>
          <a:fillRef idx="0">
            <a:scrgbClr r="0" g="0" b="0"/>
          </a:fillRef>
          <a:effectRef idx="0">
            <a:scrgbClr r="0" g="0" b="0"/>
          </a:effectRef>
          <a:fontRef idx="minor"/>
        </p:style>
        <p:txBody>
          <a:bodyPr lIns="76320" tIns="38160" rIns="171360" bIns="38160" anchor="ctr">
            <a:normAutofit/>
          </a:bodyPr>
          <a:lstStyle/>
          <a:p>
            <a:pPr algn="r">
              <a:lnSpc>
                <a:spcPct val="100000"/>
              </a:lnSpc>
              <a:buNone/>
            </a:pPr>
            <a:r>
              <a:rPr sz="1650" b="1" u="none">
                <a:solidFill>
                  <a:srgbClr val="001233"/>
                </a:solidFill>
                <a:latin typeface="Courier New"/>
                <a:ea typeface="Courier New"/>
                <a:cs typeface="Courier New"/>
              </a:rPr>
              <a:t>71.767M</a:t>
            </a:r>
          </a:p>
        </p:txBody>
      </p:sp>
      <p:sp>
        <p:nvSpPr>
          <p:cNvPr id="721" name="s14-K7 cap4-label">
            <a:extLst>
              <a:ext uri="{FF2B5EF4-FFF2-40B4-BE49-F238E27FC236}">
                <a16:creationId xmlns:a16="http://schemas.microsoft.com/office/drawing/2014/main" id="{82F5F95D-7B10-46CC-B445-B61212E2034E}"/>
              </a:ext>
            </a:extLst>
          </p:cNvPr>
          <p:cNvSpPr>
            <a:spLocks noGrp="1"/>
          </p:cNvSpPr>
          <p:nvPr/>
        </p:nvSpPr>
        <p:spPr>
          <a:xfrm>
            <a:off x="666720" y="3314880"/>
            <a:ext cx="1238040" cy="34272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r">
              <a:lnSpc>
                <a:spcPct val="100000"/>
              </a:lnSpc>
              <a:buNone/>
            </a:pPr>
            <a:r>
              <a:rPr sz="1500" b="1" u="none">
                <a:solidFill>
                  <a:srgbClr val="001233"/>
                </a:solidFill>
                <a:latin typeface="Courier New"/>
                <a:ea typeface="Courier New"/>
                <a:cs typeface="Courier New"/>
              </a:rPr>
              <a:t>K7 cap4</a:t>
            </a:r>
          </a:p>
        </p:txBody>
      </p:sp>
      <p:sp>
        <p:nvSpPr>
          <p:cNvPr id="722" name="s14-K7 cap4-bar">
            <a:extLst>
              <a:ext uri="{FF2B5EF4-FFF2-40B4-BE49-F238E27FC236}">
                <a16:creationId xmlns:a16="http://schemas.microsoft.com/office/drawing/2014/main" id="{2F2097CB-9B27-4F4F-BDE3-E624C70EB704}"/>
              </a:ext>
            </a:extLst>
          </p:cNvPr>
          <p:cNvSpPr>
            <a:spLocks noGrp="1"/>
          </p:cNvSpPr>
          <p:nvPr/>
        </p:nvSpPr>
        <p:spPr>
          <a:xfrm>
            <a:off x="2095560" y="3238560"/>
            <a:ext cx="5238360" cy="523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3A45F"/>
          </a:solidFill>
          <a:ln w="19050">
            <a:solidFill>
              <a:srgbClr val="FF0000"/>
            </a:solidFill>
          </a:ln>
        </p:spPr>
        <p:style>
          <a:lnRef idx="0">
            <a:scrgbClr r="0" g="0" b="0"/>
          </a:lnRef>
          <a:fillRef idx="0">
            <a:scrgbClr r="0" g="0" b="0"/>
          </a:fillRef>
          <a:effectRef idx="0">
            <a:scrgbClr r="0" g="0" b="0"/>
          </a:effectRef>
          <a:fontRef idx="minor"/>
        </p:style>
        <p:txBody>
          <a:bodyPr lIns="76320" tIns="38160" rIns="171360" bIns="38160" anchor="ctr">
            <a:normAutofit/>
          </a:bodyPr>
          <a:lstStyle/>
          <a:p>
            <a:pPr algn="r">
              <a:lnSpc>
                <a:spcPct val="100000"/>
              </a:lnSpc>
              <a:buNone/>
            </a:pPr>
            <a:r>
              <a:rPr sz="1650" b="1" u="none">
                <a:solidFill>
                  <a:srgbClr val="001233"/>
                </a:solidFill>
                <a:latin typeface="Courier New"/>
                <a:ea typeface="Courier New"/>
                <a:cs typeface="Courier New"/>
              </a:rPr>
              <a:t>78.488M</a:t>
            </a:r>
          </a:p>
        </p:txBody>
      </p:sp>
      <p:sp>
        <p:nvSpPr>
          <p:cNvPr id="723" name="s14-K7 no cap-label">
            <a:extLst>
              <a:ext uri="{FF2B5EF4-FFF2-40B4-BE49-F238E27FC236}">
                <a16:creationId xmlns:a16="http://schemas.microsoft.com/office/drawing/2014/main" id="{9E44403A-F1CF-4C2B-97C3-FEF48D11FC98}"/>
              </a:ext>
            </a:extLst>
          </p:cNvPr>
          <p:cNvSpPr>
            <a:spLocks noGrp="1"/>
          </p:cNvSpPr>
          <p:nvPr/>
        </p:nvSpPr>
        <p:spPr>
          <a:xfrm>
            <a:off x="666720" y="4457880"/>
            <a:ext cx="1238040" cy="34272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r">
              <a:lnSpc>
                <a:spcPct val="100000"/>
              </a:lnSpc>
              <a:buNone/>
            </a:pPr>
            <a:r>
              <a:rPr sz="1500" b="1" u="none">
                <a:solidFill>
                  <a:srgbClr val="001233"/>
                </a:solidFill>
                <a:latin typeface="Courier New"/>
                <a:ea typeface="Courier New"/>
                <a:cs typeface="Courier New"/>
              </a:rPr>
              <a:t>K7 no cap</a:t>
            </a:r>
          </a:p>
        </p:txBody>
      </p:sp>
      <p:sp>
        <p:nvSpPr>
          <p:cNvPr id="724" name="s14-K7 no cap-bar">
            <a:extLst>
              <a:ext uri="{FF2B5EF4-FFF2-40B4-BE49-F238E27FC236}">
                <a16:creationId xmlns:a16="http://schemas.microsoft.com/office/drawing/2014/main" id="{33B0E6E1-D2B6-4D03-B42B-CDDC7830E15E}"/>
              </a:ext>
            </a:extLst>
          </p:cNvPr>
          <p:cNvSpPr>
            <a:spLocks noGrp="1"/>
          </p:cNvSpPr>
          <p:nvPr/>
        </p:nvSpPr>
        <p:spPr>
          <a:xfrm>
            <a:off x="2095560" y="4381560"/>
            <a:ext cx="4762080" cy="523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78BAFD"/>
          </a:solidFill>
          <a:ln w="19050">
            <a:solidFill>
              <a:srgbClr val="0353A4"/>
            </a:solidFill>
          </a:ln>
        </p:spPr>
        <p:style>
          <a:lnRef idx="0">
            <a:scrgbClr r="0" g="0" b="0"/>
          </a:lnRef>
          <a:fillRef idx="0">
            <a:scrgbClr r="0" g="0" b="0"/>
          </a:fillRef>
          <a:effectRef idx="0">
            <a:scrgbClr r="0" g="0" b="0"/>
          </a:effectRef>
          <a:fontRef idx="minor"/>
        </p:style>
        <p:txBody>
          <a:bodyPr lIns="76320" tIns="38160" rIns="171360" bIns="38160" anchor="ctr">
            <a:normAutofit/>
          </a:bodyPr>
          <a:lstStyle/>
          <a:p>
            <a:pPr algn="r">
              <a:lnSpc>
                <a:spcPct val="100000"/>
              </a:lnSpc>
              <a:buNone/>
            </a:pPr>
            <a:r>
              <a:rPr sz="1650" b="1" u="none">
                <a:solidFill>
                  <a:srgbClr val="001233"/>
                </a:solidFill>
                <a:latin typeface="Courier New"/>
                <a:ea typeface="Courier New"/>
                <a:cs typeface="Courier New"/>
              </a:rPr>
              <a:t>71.731M</a:t>
            </a:r>
          </a:p>
        </p:txBody>
      </p:sp>
      <p:sp>
        <p:nvSpPr>
          <p:cNvPr id="725" name="s14-delta">
            <a:extLst>
              <a:ext uri="{FF2B5EF4-FFF2-40B4-BE49-F238E27FC236}">
                <a16:creationId xmlns:a16="http://schemas.microsoft.com/office/drawing/2014/main" id="{1A1605CF-A75D-4202-BD1B-763D19EB97B0}"/>
              </a:ext>
            </a:extLst>
          </p:cNvPr>
          <p:cNvSpPr>
            <a:spLocks noGrp="1"/>
          </p:cNvSpPr>
          <p:nvPr/>
        </p:nvSpPr>
        <p:spPr>
          <a:xfrm>
            <a:off x="2333520" y="2724120"/>
            <a:ext cx="5667120" cy="39960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40" b="1" u="none">
                <a:solidFill>
                  <a:srgbClr val="FF0000"/>
                </a:solidFill>
                <a:latin typeface="Courier New"/>
                <a:ea typeface="Courier New"/>
                <a:cs typeface="Courier New"/>
              </a:rPr>
              <a:t>NSIGHT COMPUTE +9.37% sectors  →  CUDA EVENTS +8.56% time</a:t>
            </a:r>
          </a:p>
        </p:txBody>
      </p:sp>
      <p:sp>
        <p:nvSpPr>
          <p:cNvPr id="726" name="s14-service">
            <a:extLst>
              <a:ext uri="{FF2B5EF4-FFF2-40B4-BE49-F238E27FC236}">
                <a16:creationId xmlns:a16="http://schemas.microsoft.com/office/drawing/2014/main" id="{4D689417-E3C1-4335-A4D5-5E7B6B2CED48}"/>
              </a:ext>
            </a:extLst>
          </p:cNvPr>
          <p:cNvSpPr>
            <a:spLocks noGrp="1"/>
          </p:cNvSpPr>
          <p:nvPr/>
        </p:nvSpPr>
        <p:spPr>
          <a:xfrm>
            <a:off x="7953480" y="1905120"/>
            <a:ext cx="3333240" cy="1123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21908">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1" u="none">
                <a:solidFill>
                  <a:srgbClr val="001233"/>
                </a:solidFill>
                <a:latin typeface="Courier New"/>
                <a:ea typeface="Courier New"/>
                <a:cs typeface="Courier New"/>
              </a:rPr>
              <a:t>NSIGHT COMPUTE • K6 → K7 cap4</a:t>
            </a:r>
          </a:p>
          <a:p>
            <a:pPr algn="ctr">
              <a:lnSpc>
                <a:spcPct val="100000"/>
              </a:lnSpc>
              <a:buNone/>
            </a:pPr>
            <a:r>
              <a:rPr sz="1170" b="1" u="none">
                <a:solidFill>
                  <a:srgbClr val="001233"/>
                </a:solidFill>
                <a:latin typeface="Courier New"/>
                <a:ea typeface="Courier New"/>
                <a:cs typeface="Courier New"/>
              </a:rPr>
              <a:t>occupancy 91.22→66.52%</a:t>
            </a:r>
          </a:p>
          <a:p>
            <a:pPr algn="ctr">
              <a:lnSpc>
                <a:spcPct val="100000"/>
              </a:lnSpc>
              <a:buNone/>
            </a:pPr>
            <a:r>
              <a:rPr sz="1170" b="1" u="none">
                <a:solidFill>
                  <a:srgbClr val="001233"/>
                </a:solidFill>
                <a:latin typeface="Courier New"/>
                <a:ea typeface="Courier New"/>
                <a:cs typeface="Courier New"/>
              </a:rPr>
              <a:t>long-scoreboard stall</a:t>
            </a:r>
          </a:p>
          <a:p>
            <a:pPr algn="ctr">
              <a:lnSpc>
                <a:spcPct val="100000"/>
              </a:lnSpc>
              <a:buNone/>
            </a:pPr>
            <a:r>
              <a:rPr sz="1170" b="1" u="none">
                <a:solidFill>
                  <a:srgbClr val="001233"/>
                </a:solidFill>
                <a:latin typeface="Courier New"/>
                <a:ea typeface="Courier New"/>
                <a:cs typeface="Courier New"/>
              </a:rPr>
              <a:t>75.78→97.91%</a:t>
            </a:r>
          </a:p>
        </p:txBody>
      </p:sp>
      <p:sp>
        <p:nvSpPr>
          <p:cNvPr id="727" name="s14-trace">
            <a:extLst>
              <a:ext uri="{FF2B5EF4-FFF2-40B4-BE49-F238E27FC236}">
                <a16:creationId xmlns:a16="http://schemas.microsoft.com/office/drawing/2014/main" id="{41F08F6C-E22D-4141-9612-F740B817C46E}"/>
              </a:ext>
            </a:extLst>
          </p:cNvPr>
          <p:cNvSpPr>
            <a:spLocks noGrp="1"/>
          </p:cNvSpPr>
          <p:nvPr/>
        </p:nvSpPr>
        <p:spPr>
          <a:xfrm>
            <a:off x="7953480" y="3191040"/>
            <a:ext cx="3333240" cy="904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21908">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1" u="none">
                <a:solidFill>
                  <a:srgbClr val="FF0000"/>
                </a:solidFill>
                <a:latin typeface="Courier New"/>
                <a:ea typeface="Courier New"/>
                <a:cs typeface="Courier New"/>
              </a:rPr>
              <a:t>NSIGHT SYSTEMS • pass split</a:t>
            </a:r>
          </a:p>
          <a:p>
            <a:pPr algn="ctr">
              <a:lnSpc>
                <a:spcPct val="100000"/>
              </a:lnSpc>
              <a:buNone/>
            </a:pPr>
            <a:r>
              <a:rPr sz="1240" b="1" u="none">
                <a:solidFill>
                  <a:srgbClr val="FF0000"/>
                </a:solidFill>
                <a:latin typeface="Courier New"/>
                <a:ea typeface="Courier New"/>
                <a:cs typeface="Courier New"/>
              </a:rPr>
              <a:t>first pass +231.748 µs</a:t>
            </a:r>
          </a:p>
          <a:p>
            <a:pPr algn="ctr">
              <a:lnSpc>
                <a:spcPct val="100000"/>
              </a:lnSpc>
              <a:buNone/>
            </a:pPr>
            <a:r>
              <a:rPr sz="1240" b="1" u="none">
                <a:solidFill>
                  <a:srgbClr val="FF0000"/>
                </a:solidFill>
                <a:latin typeface="Courier New"/>
                <a:ea typeface="Courier New"/>
                <a:cs typeface="Courier New"/>
              </a:rPr>
              <a:t>tail −6.432 µs</a:t>
            </a:r>
          </a:p>
        </p:txBody>
      </p:sp>
      <p:sp>
        <p:nvSpPr>
          <p:cNvPr id="728" name="s14-control">
            <a:extLst>
              <a:ext uri="{FF2B5EF4-FFF2-40B4-BE49-F238E27FC236}">
                <a16:creationId xmlns:a16="http://schemas.microsoft.com/office/drawing/2014/main" id="{7ED74729-5FBB-4754-B399-8D0B5BF369A8}"/>
              </a:ext>
            </a:extLst>
          </p:cNvPr>
          <p:cNvSpPr>
            <a:spLocks noGrp="1"/>
          </p:cNvSpPr>
          <p:nvPr/>
        </p:nvSpPr>
        <p:spPr>
          <a:xfrm>
            <a:off x="7953480" y="4248000"/>
            <a:ext cx="3333240" cy="9903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190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1" u="none">
                <a:solidFill>
                  <a:srgbClr val="001233"/>
                </a:solidFill>
                <a:latin typeface="Courier New"/>
                <a:ea typeface="Courier New"/>
                <a:cs typeface="Courier New"/>
              </a:rPr>
              <a:t>SAME CODE • NO CAP</a:t>
            </a:r>
          </a:p>
          <a:p>
            <a:pPr algn="ctr">
              <a:lnSpc>
                <a:spcPct val="100000"/>
              </a:lnSpc>
              <a:buNone/>
            </a:pPr>
            <a:r>
              <a:rPr sz="1090" b="1" u="none">
                <a:solidFill>
                  <a:srgbClr val="001233"/>
                </a:solidFill>
                <a:latin typeface="Courier New"/>
                <a:ea typeface="Courier New"/>
                <a:cs typeface="Courier New"/>
              </a:rPr>
              <a:t>NSIGHT COMPUTE • 91.25% occupancy</a:t>
            </a:r>
          </a:p>
          <a:p>
            <a:pPr algn="ctr">
              <a:lnSpc>
                <a:spcPct val="100000"/>
              </a:lnSpc>
              <a:buNone/>
            </a:pPr>
            <a:r>
              <a:rPr sz="1090" b="1" u="none">
                <a:solidFill>
                  <a:srgbClr val="001233"/>
                </a:solidFill>
                <a:latin typeface="Courier New"/>
                <a:ea typeface="Courier New"/>
                <a:cs typeface="Courier New"/>
              </a:rPr>
              <a:t>NSIGHT COMPUTE • 71.731M sectors</a:t>
            </a:r>
          </a:p>
          <a:p>
            <a:pPr algn="ctr">
              <a:lnSpc>
                <a:spcPct val="100000"/>
              </a:lnSpc>
              <a:buNone/>
            </a:pPr>
            <a:r>
              <a:rPr sz="1090" b="1" u="none">
                <a:solidFill>
                  <a:srgbClr val="001233"/>
                </a:solidFill>
                <a:latin typeface="Courier New"/>
                <a:ea typeface="Courier New"/>
                <a:cs typeface="Courier New"/>
              </a:rPr>
              <a:t>CUDA EVENTS • 2.741248 ms</a:t>
            </a:r>
          </a:p>
        </p:txBody>
      </p:sp>
      <p:sp>
        <p:nvSpPr>
          <p:cNvPr id="729" name="s14-claim">
            <a:extLst>
              <a:ext uri="{FF2B5EF4-FFF2-40B4-BE49-F238E27FC236}">
                <a16:creationId xmlns:a16="http://schemas.microsoft.com/office/drawing/2014/main" id="{0E22F955-0424-4231-8C18-F3DED2FDA608}"/>
              </a:ext>
            </a:extLst>
          </p:cNvPr>
          <p:cNvSpPr>
            <a:spLocks noGrp="1"/>
          </p:cNvSpPr>
          <p:nvPr/>
        </p:nvSpPr>
        <p:spPr>
          <a:xfrm>
            <a:off x="1762200" y="5381640"/>
            <a:ext cx="857232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2020" b="1" u="none">
                <a:solidFill>
                  <a:srgbClr val="FF0000"/>
                </a:solidFill>
                <a:latin typeface="Arial"/>
                <a:ea typeface="Arial"/>
                <a:cs typeface="Arial"/>
              </a:rPr>
              <a:t>same code + no cap → traffic and time return to K6</a:t>
            </a:r>
          </a:p>
        </p:txBody>
      </p:sp>
      <p:sp>
        <p:nvSpPr>
          <p:cNvPr id="730" name="s14-caveat">
            <a:extLst>
              <a:ext uri="{FF2B5EF4-FFF2-40B4-BE49-F238E27FC236}">
                <a16:creationId xmlns:a16="http://schemas.microsoft.com/office/drawing/2014/main" id="{6109976D-B73B-46FD-945C-05637D8DF0A5}"/>
              </a:ext>
            </a:extLst>
          </p:cNvPr>
          <p:cNvSpPr>
            <a:spLocks noGrp="1"/>
          </p:cNvSpPr>
          <p:nvPr/>
        </p:nvSpPr>
        <p:spPr>
          <a:xfrm>
            <a:off x="1666800" y="5810400"/>
            <a:ext cx="8857800" cy="26640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40" b="0" u="none">
                <a:solidFill>
                  <a:srgbClr val="5C677D"/>
                </a:solidFill>
                <a:latin typeface="Arial"/>
                <a:ea typeface="Arial"/>
                <a:cs typeface="Arial"/>
              </a:rPr>
              <a:t>Nsight Compute localizes the effect below L2; it does not identify one unique DRAM row/burst mechanism.</a:t>
            </a:r>
          </a:p>
        </p:txBody>
      </p:sp>
      <p:sp>
        <p:nvSpPr>
          <p:cNvPr id="731" name="s14-source">
            <a:extLst>
              <a:ext uri="{FF2B5EF4-FFF2-40B4-BE49-F238E27FC236}">
                <a16:creationId xmlns:a16="http://schemas.microsoft.com/office/drawing/2014/main" id="{D8582F5D-44B7-4846-A258-CD5E3BA8E4FD}"/>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CUDA-event timing, Nsight Compute first-pass counters, and the Nsight Systems pass split are separate runs; no-cap K7 is a 1 × 101 control.</a:t>
            </a:r>
          </a:p>
        </p:txBody>
      </p:sp>
    </p:spTree>
    <p:extLst>
      <p:ext uri="{BB962C8B-B14F-4D97-AF65-F5344CB8AC3E}">
        <p14:creationId xmlns:p14="http://schemas.microsoft.com/office/powerpoint/2010/main" val="3869646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 name="PlaceHolder 1">
            <a:extLst>
              <a:ext uri="{FF2B5EF4-FFF2-40B4-BE49-F238E27FC236}">
                <a16:creationId xmlns:a16="http://schemas.microsoft.com/office/drawing/2014/main" id="{467E7FF7-7969-4988-843B-2DCD02648979}"/>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fontScale="92500"/>
          </a:bodyPr>
          <a:lstStyle/>
          <a:p>
            <a:pPr indent="0" algn="l">
              <a:lnSpc>
                <a:spcPct val="90000"/>
              </a:lnSpc>
              <a:spcBef>
                <a:spcPts val="1800"/>
              </a:spcBef>
              <a:buNone/>
            </a:pPr>
            <a:r>
              <a:rPr sz="2780" b="1" u="none">
                <a:solidFill>
                  <a:srgbClr val="001233"/>
                </a:solidFill>
                <a:latin typeface="Arial"/>
                <a:ea typeface="Arial"/>
                <a:cs typeface="Arial"/>
              </a:rPr>
              <a:t>A CUDA optimization helps only when it shortens the critical path</a:t>
            </a:r>
          </a:p>
        </p:txBody>
      </p:sp>
      <p:sp>
        <p:nvSpPr>
          <p:cNvPr id="733" name="s15-lead">
            <a:extLst>
              <a:ext uri="{FF2B5EF4-FFF2-40B4-BE49-F238E27FC236}">
                <a16:creationId xmlns:a16="http://schemas.microsoft.com/office/drawing/2014/main" id="{F2AA6B8F-7B74-4BD5-8762-CADF5CFE6646}"/>
              </a:ext>
            </a:extLst>
          </p:cNvPr>
          <p:cNvSpPr>
            <a:spLocks noGrp="1"/>
          </p:cNvSpPr>
          <p:nvPr/>
        </p:nvSpPr>
        <p:spPr>
          <a:xfrm>
            <a:off x="723960" y="990720"/>
            <a:ext cx="106484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540" b="1" u="none">
                <a:solidFill>
                  <a:srgbClr val="001233"/>
                </a:solidFill>
                <a:latin typeface="Arial"/>
                <a:ea typeface="Arial"/>
                <a:cs typeface="Arial"/>
              </a:rPr>
              <a:t>CUDA EVENTS • physical L40S Device 3 • fresh 2 GiB ladder • 3 processes × 101 samples.</a:t>
            </a:r>
          </a:p>
        </p:txBody>
      </p:sp>
      <p:sp>
        <p:nvSpPr>
          <p:cNvPr id="734" name="s15-K1">
            <a:extLst>
              <a:ext uri="{FF2B5EF4-FFF2-40B4-BE49-F238E27FC236}">
                <a16:creationId xmlns:a16="http://schemas.microsoft.com/office/drawing/2014/main" id="{8DAFB4D8-EC63-4450-A8D6-A7815B27E7C6}"/>
              </a:ext>
            </a:extLst>
          </p:cNvPr>
          <p:cNvSpPr>
            <a:spLocks noGrp="1"/>
          </p:cNvSpPr>
          <p:nvPr/>
        </p:nvSpPr>
        <p:spPr>
          <a:xfrm>
            <a:off x="619200" y="2428920"/>
            <a:ext cx="1285560" cy="904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2286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580" b="1" u="none">
                <a:solidFill>
                  <a:srgbClr val="001233"/>
                </a:solidFill>
                <a:latin typeface="Courier New"/>
                <a:ea typeface="Courier New"/>
                <a:cs typeface="Courier New"/>
              </a:rPr>
              <a:t>K1</a:t>
            </a:r>
          </a:p>
          <a:p>
            <a:pPr algn="ctr">
              <a:lnSpc>
                <a:spcPct val="100000"/>
              </a:lnSpc>
              <a:buNone/>
            </a:pPr>
            <a:r>
              <a:rPr sz="1580" b="1" u="none">
                <a:solidFill>
                  <a:srgbClr val="001233"/>
                </a:solidFill>
                <a:latin typeface="Courier New"/>
                <a:ea typeface="Courier New"/>
                <a:cs typeface="Courier New"/>
              </a:rPr>
              <a:t>4.502 ms</a:t>
            </a:r>
          </a:p>
        </p:txBody>
      </p:sp>
      <p:sp>
        <p:nvSpPr>
          <p:cNvPr id="735" name="s15-K2">
            <a:extLst>
              <a:ext uri="{FF2B5EF4-FFF2-40B4-BE49-F238E27FC236}">
                <a16:creationId xmlns:a16="http://schemas.microsoft.com/office/drawing/2014/main" id="{E794AF1E-25FF-4297-88FC-D81CF1F10719}"/>
              </a:ext>
            </a:extLst>
          </p:cNvPr>
          <p:cNvSpPr>
            <a:spLocks noGrp="1"/>
          </p:cNvSpPr>
          <p:nvPr/>
        </p:nvSpPr>
        <p:spPr>
          <a:xfrm>
            <a:off x="2276640" y="2428920"/>
            <a:ext cx="1285560" cy="904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286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580" b="1" u="none">
                <a:solidFill>
                  <a:srgbClr val="001233"/>
                </a:solidFill>
                <a:latin typeface="Courier New"/>
                <a:ea typeface="Courier New"/>
                <a:cs typeface="Courier New"/>
              </a:rPr>
              <a:t>K2</a:t>
            </a:r>
          </a:p>
          <a:p>
            <a:pPr algn="ctr">
              <a:lnSpc>
                <a:spcPct val="100000"/>
              </a:lnSpc>
              <a:buNone/>
            </a:pPr>
            <a:r>
              <a:rPr sz="1580" b="1" u="none">
                <a:solidFill>
                  <a:srgbClr val="001233"/>
                </a:solidFill>
                <a:latin typeface="Courier New"/>
                <a:ea typeface="Courier New"/>
                <a:cs typeface="Courier New"/>
              </a:rPr>
              <a:t>3.102 ms</a:t>
            </a:r>
          </a:p>
        </p:txBody>
      </p:sp>
      <p:sp>
        <p:nvSpPr>
          <p:cNvPr id="736" name="s15-K3">
            <a:extLst>
              <a:ext uri="{FF2B5EF4-FFF2-40B4-BE49-F238E27FC236}">
                <a16:creationId xmlns:a16="http://schemas.microsoft.com/office/drawing/2014/main" id="{FE5ED258-DBBC-4927-B381-C77C4C2CC352}"/>
              </a:ext>
            </a:extLst>
          </p:cNvPr>
          <p:cNvSpPr>
            <a:spLocks noGrp="1"/>
          </p:cNvSpPr>
          <p:nvPr/>
        </p:nvSpPr>
        <p:spPr>
          <a:xfrm>
            <a:off x="3933720" y="2428920"/>
            <a:ext cx="1285560" cy="904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286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580" b="1" u="none">
                <a:solidFill>
                  <a:srgbClr val="001233"/>
                </a:solidFill>
                <a:latin typeface="Courier New"/>
                <a:ea typeface="Courier New"/>
                <a:cs typeface="Courier New"/>
              </a:rPr>
              <a:t>K3</a:t>
            </a:r>
          </a:p>
          <a:p>
            <a:pPr algn="ctr">
              <a:lnSpc>
                <a:spcPct val="100000"/>
              </a:lnSpc>
              <a:buNone/>
            </a:pPr>
            <a:r>
              <a:rPr sz="1580" b="1" u="none">
                <a:solidFill>
                  <a:srgbClr val="001233"/>
                </a:solidFill>
                <a:latin typeface="Courier New"/>
                <a:ea typeface="Courier New"/>
                <a:cs typeface="Courier New"/>
              </a:rPr>
              <a:t>3.014 ms</a:t>
            </a:r>
          </a:p>
        </p:txBody>
      </p:sp>
      <p:sp>
        <p:nvSpPr>
          <p:cNvPr id="737" name="s15-K4">
            <a:extLst>
              <a:ext uri="{FF2B5EF4-FFF2-40B4-BE49-F238E27FC236}">
                <a16:creationId xmlns:a16="http://schemas.microsoft.com/office/drawing/2014/main" id="{5B4E791B-0260-4623-A21B-2D2E415B6FDE}"/>
              </a:ext>
            </a:extLst>
          </p:cNvPr>
          <p:cNvSpPr>
            <a:spLocks noGrp="1"/>
          </p:cNvSpPr>
          <p:nvPr/>
        </p:nvSpPr>
        <p:spPr>
          <a:xfrm>
            <a:off x="5591160" y="2428920"/>
            <a:ext cx="1285560" cy="904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2286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580" b="1" u="none">
                <a:solidFill>
                  <a:srgbClr val="001233"/>
                </a:solidFill>
                <a:latin typeface="Courier New"/>
                <a:ea typeface="Courier New"/>
                <a:cs typeface="Courier New"/>
              </a:rPr>
              <a:t>K4</a:t>
            </a:r>
          </a:p>
          <a:p>
            <a:pPr algn="ctr">
              <a:lnSpc>
                <a:spcPct val="100000"/>
              </a:lnSpc>
              <a:buNone/>
            </a:pPr>
            <a:r>
              <a:rPr sz="1580" b="1" u="none">
                <a:solidFill>
                  <a:srgbClr val="001233"/>
                </a:solidFill>
                <a:latin typeface="Courier New"/>
                <a:ea typeface="Courier New"/>
                <a:cs typeface="Courier New"/>
              </a:rPr>
              <a:t>2.741 ms</a:t>
            </a:r>
          </a:p>
        </p:txBody>
      </p:sp>
      <p:sp>
        <p:nvSpPr>
          <p:cNvPr id="738" name="s15-K5">
            <a:extLst>
              <a:ext uri="{FF2B5EF4-FFF2-40B4-BE49-F238E27FC236}">
                <a16:creationId xmlns:a16="http://schemas.microsoft.com/office/drawing/2014/main" id="{23DFA1BF-481B-4A9E-B655-AC73F593AB58}"/>
              </a:ext>
            </a:extLst>
          </p:cNvPr>
          <p:cNvSpPr>
            <a:spLocks noGrp="1"/>
          </p:cNvSpPr>
          <p:nvPr/>
        </p:nvSpPr>
        <p:spPr>
          <a:xfrm>
            <a:off x="7248600" y="2428920"/>
            <a:ext cx="1285560" cy="904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2286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580" b="1" u="none">
                <a:solidFill>
                  <a:srgbClr val="001233"/>
                </a:solidFill>
                <a:latin typeface="Courier New"/>
                <a:ea typeface="Courier New"/>
                <a:cs typeface="Courier New"/>
              </a:rPr>
              <a:t>K5</a:t>
            </a:r>
          </a:p>
          <a:p>
            <a:pPr algn="ctr">
              <a:lnSpc>
                <a:spcPct val="100000"/>
              </a:lnSpc>
              <a:buNone/>
            </a:pPr>
            <a:r>
              <a:rPr sz="1580" b="1" u="none">
                <a:solidFill>
                  <a:srgbClr val="001233"/>
                </a:solidFill>
                <a:latin typeface="Courier New"/>
                <a:ea typeface="Courier New"/>
                <a:cs typeface="Courier New"/>
              </a:rPr>
              <a:t>2.740 ms</a:t>
            </a:r>
          </a:p>
        </p:txBody>
      </p:sp>
      <p:sp>
        <p:nvSpPr>
          <p:cNvPr id="739" name="s15-K6">
            <a:extLst>
              <a:ext uri="{FF2B5EF4-FFF2-40B4-BE49-F238E27FC236}">
                <a16:creationId xmlns:a16="http://schemas.microsoft.com/office/drawing/2014/main" id="{6EC4B25A-488A-48FB-8ACE-4E6895D22FCF}"/>
              </a:ext>
            </a:extLst>
          </p:cNvPr>
          <p:cNvSpPr>
            <a:spLocks noGrp="1"/>
          </p:cNvSpPr>
          <p:nvPr/>
        </p:nvSpPr>
        <p:spPr>
          <a:xfrm>
            <a:off x="8906040" y="2428920"/>
            <a:ext cx="1285560" cy="904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2286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580" b="1" u="none">
                <a:solidFill>
                  <a:srgbClr val="001233"/>
                </a:solidFill>
                <a:latin typeface="Courier New"/>
                <a:ea typeface="Courier New"/>
                <a:cs typeface="Courier New"/>
              </a:rPr>
              <a:t>K6</a:t>
            </a:r>
          </a:p>
          <a:p>
            <a:pPr algn="ctr">
              <a:lnSpc>
                <a:spcPct val="100000"/>
              </a:lnSpc>
              <a:buNone/>
            </a:pPr>
            <a:r>
              <a:rPr sz="1580" b="1" u="none">
                <a:solidFill>
                  <a:srgbClr val="001233"/>
                </a:solidFill>
                <a:latin typeface="Courier New"/>
                <a:ea typeface="Courier New"/>
                <a:cs typeface="Courier New"/>
              </a:rPr>
              <a:t>2.741 ms</a:t>
            </a:r>
          </a:p>
        </p:txBody>
      </p:sp>
      <p:sp>
        <p:nvSpPr>
          <p:cNvPr id="740" name="s15-K7">
            <a:extLst>
              <a:ext uri="{FF2B5EF4-FFF2-40B4-BE49-F238E27FC236}">
                <a16:creationId xmlns:a16="http://schemas.microsoft.com/office/drawing/2014/main" id="{8370DDE8-841B-438D-A3EE-2C04E7804464}"/>
              </a:ext>
            </a:extLst>
          </p:cNvPr>
          <p:cNvSpPr>
            <a:spLocks noGrp="1"/>
          </p:cNvSpPr>
          <p:nvPr/>
        </p:nvSpPr>
        <p:spPr>
          <a:xfrm>
            <a:off x="10563120" y="2428920"/>
            <a:ext cx="1285560" cy="9046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3A45F"/>
          </a:solidFill>
          <a:ln w="28575">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580" b="1" u="none">
                <a:solidFill>
                  <a:srgbClr val="001233"/>
                </a:solidFill>
                <a:latin typeface="Courier New"/>
                <a:ea typeface="Courier New"/>
                <a:cs typeface="Courier New"/>
              </a:rPr>
              <a:t>K7</a:t>
            </a:r>
          </a:p>
          <a:p>
            <a:pPr algn="ctr">
              <a:lnSpc>
                <a:spcPct val="100000"/>
              </a:lnSpc>
              <a:buNone/>
            </a:pPr>
            <a:r>
              <a:rPr sz="1580" b="1" u="none">
                <a:solidFill>
                  <a:srgbClr val="001233"/>
                </a:solidFill>
                <a:latin typeface="Courier New"/>
                <a:ea typeface="Courier New"/>
                <a:cs typeface="Courier New"/>
              </a:rPr>
              <a:t>2.976 ms</a:t>
            </a:r>
          </a:p>
        </p:txBody>
      </p:sp>
      <p:cxnSp>
        <p:nvCxnSpPr>
          <p:cNvPr id="775" name="s15-arrow-s15-K1-s15-K2"/>
          <p:cNvCxnSpPr>
            <a:stCxn id="734" idx="3"/>
            <a:endCxn id="735" idx="1"/>
          </p:cNvCxnSpPr>
          <p:nvPr/>
        </p:nvCxnSpPr>
        <p:spPr>
          <a:xfrm>
            <a:off x="1904760" y="2881080"/>
            <a:ext cx="372240" cy="360"/>
          </a:xfrm>
          <a:prstGeom prst="straightConnector1">
            <a:avLst/>
          </a:prstGeom>
          <a:ln w="28575">
            <a:solidFill>
              <a:srgbClr val="0353A4"/>
            </a:solidFill>
            <a:round/>
            <a:tailEnd type="triangle" w="sm" len="sm"/>
          </a:ln>
        </p:spPr>
      </p:cxnSp>
      <p:sp>
        <p:nvSpPr>
          <p:cNvPr id="742" name="s15-gain-0">
            <a:extLst>
              <a:ext uri="{FF2B5EF4-FFF2-40B4-BE49-F238E27FC236}">
                <a16:creationId xmlns:a16="http://schemas.microsoft.com/office/drawing/2014/main" id="{F535D5F6-9D89-4AEE-9320-EDEFF967E6F3}"/>
              </a:ext>
            </a:extLst>
          </p:cNvPr>
          <p:cNvSpPr>
            <a:spLocks noGrp="1"/>
          </p:cNvSpPr>
          <p:nvPr/>
        </p:nvSpPr>
        <p:spPr>
          <a:xfrm>
            <a:off x="1809720" y="1952640"/>
            <a:ext cx="1047240" cy="33300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20" b="1" u="none">
                <a:solidFill>
                  <a:srgbClr val="0353A4"/>
                </a:solidFill>
                <a:latin typeface="Courier New"/>
                <a:ea typeface="Courier New"/>
                <a:cs typeface="Courier New"/>
              </a:rPr>
              <a:t>−31.10%</a:t>
            </a:r>
          </a:p>
        </p:txBody>
      </p:sp>
      <p:cxnSp>
        <p:nvCxnSpPr>
          <p:cNvPr id="777" name="s15-arrow-s15-K2-s15-K3"/>
          <p:cNvCxnSpPr>
            <a:stCxn id="735" idx="3"/>
            <a:endCxn id="736" idx="1"/>
          </p:cNvCxnSpPr>
          <p:nvPr/>
        </p:nvCxnSpPr>
        <p:spPr>
          <a:xfrm>
            <a:off x="3562200" y="2881080"/>
            <a:ext cx="371880" cy="360"/>
          </a:xfrm>
          <a:prstGeom prst="straightConnector1">
            <a:avLst/>
          </a:prstGeom>
          <a:ln w="28575">
            <a:solidFill>
              <a:srgbClr val="0353A4"/>
            </a:solidFill>
            <a:round/>
            <a:tailEnd type="triangle" w="sm" len="sm"/>
          </a:ln>
        </p:spPr>
      </p:cxnSp>
      <p:sp>
        <p:nvSpPr>
          <p:cNvPr id="744" name="s15-gain-1">
            <a:extLst>
              <a:ext uri="{FF2B5EF4-FFF2-40B4-BE49-F238E27FC236}">
                <a16:creationId xmlns:a16="http://schemas.microsoft.com/office/drawing/2014/main" id="{6473DD3B-15D1-4EE6-92FF-C06AA1E7AFDF}"/>
              </a:ext>
            </a:extLst>
          </p:cNvPr>
          <p:cNvSpPr>
            <a:spLocks noGrp="1"/>
          </p:cNvSpPr>
          <p:nvPr/>
        </p:nvSpPr>
        <p:spPr>
          <a:xfrm>
            <a:off x="3467160" y="1952640"/>
            <a:ext cx="1047240" cy="33300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20" b="1" u="none">
                <a:solidFill>
                  <a:srgbClr val="0353A4"/>
                </a:solidFill>
                <a:latin typeface="Courier New"/>
                <a:ea typeface="Courier New"/>
                <a:cs typeface="Courier New"/>
              </a:rPr>
              <a:t>−2.84%</a:t>
            </a:r>
          </a:p>
        </p:txBody>
      </p:sp>
      <p:cxnSp>
        <p:nvCxnSpPr>
          <p:cNvPr id="779" name="s15-arrow-s15-K3-s15-K4"/>
          <p:cNvCxnSpPr>
            <a:stCxn id="736" idx="3"/>
            <a:endCxn id="737" idx="1"/>
          </p:cNvCxnSpPr>
          <p:nvPr/>
        </p:nvCxnSpPr>
        <p:spPr>
          <a:xfrm>
            <a:off x="5219280" y="2881080"/>
            <a:ext cx="372240" cy="360"/>
          </a:xfrm>
          <a:prstGeom prst="straightConnector1">
            <a:avLst/>
          </a:prstGeom>
          <a:ln w="28575">
            <a:solidFill>
              <a:srgbClr val="0353A4"/>
            </a:solidFill>
            <a:round/>
            <a:tailEnd type="triangle" w="sm" len="sm"/>
          </a:ln>
        </p:spPr>
      </p:cxnSp>
      <p:sp>
        <p:nvSpPr>
          <p:cNvPr id="746" name="s15-gain-2">
            <a:extLst>
              <a:ext uri="{FF2B5EF4-FFF2-40B4-BE49-F238E27FC236}">
                <a16:creationId xmlns:a16="http://schemas.microsoft.com/office/drawing/2014/main" id="{AEDAF8C2-5B0C-40C3-B942-DFAEBF6DEFA9}"/>
              </a:ext>
            </a:extLst>
          </p:cNvPr>
          <p:cNvSpPr>
            <a:spLocks noGrp="1"/>
          </p:cNvSpPr>
          <p:nvPr/>
        </p:nvSpPr>
        <p:spPr>
          <a:xfrm>
            <a:off x="5124600" y="1952640"/>
            <a:ext cx="1047240" cy="33300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20" b="1" u="none">
                <a:solidFill>
                  <a:srgbClr val="0353A4"/>
                </a:solidFill>
                <a:latin typeface="Courier New"/>
                <a:ea typeface="Courier New"/>
                <a:cs typeface="Courier New"/>
              </a:rPr>
              <a:t>−9.04%</a:t>
            </a:r>
          </a:p>
        </p:txBody>
      </p:sp>
      <p:cxnSp>
        <p:nvCxnSpPr>
          <p:cNvPr id="781" name="s15-arrow-s15-K4-s15-K5"/>
          <p:cNvCxnSpPr>
            <a:stCxn id="737" idx="3"/>
            <a:endCxn id="738" idx="1"/>
          </p:cNvCxnSpPr>
          <p:nvPr/>
        </p:nvCxnSpPr>
        <p:spPr>
          <a:xfrm>
            <a:off x="6876720" y="2881080"/>
            <a:ext cx="372240" cy="360"/>
          </a:xfrm>
          <a:prstGeom prst="straightConnector1">
            <a:avLst/>
          </a:prstGeom>
          <a:ln w="28575">
            <a:solidFill>
              <a:srgbClr val="0353A4"/>
            </a:solidFill>
            <a:round/>
            <a:tailEnd type="triangle" w="sm" len="sm"/>
          </a:ln>
        </p:spPr>
      </p:cxnSp>
      <p:sp>
        <p:nvSpPr>
          <p:cNvPr id="748" name="s15-gain-3">
            <a:extLst>
              <a:ext uri="{FF2B5EF4-FFF2-40B4-BE49-F238E27FC236}">
                <a16:creationId xmlns:a16="http://schemas.microsoft.com/office/drawing/2014/main" id="{580797BC-57F2-4E71-BE2E-B29A3422A67C}"/>
              </a:ext>
            </a:extLst>
          </p:cNvPr>
          <p:cNvSpPr>
            <a:spLocks noGrp="1"/>
          </p:cNvSpPr>
          <p:nvPr/>
        </p:nvSpPr>
        <p:spPr>
          <a:xfrm>
            <a:off x="6781680" y="1952640"/>
            <a:ext cx="1047240" cy="33300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20" b="1" u="none">
                <a:solidFill>
                  <a:srgbClr val="FF0000"/>
                </a:solidFill>
                <a:latin typeface="Courier New"/>
                <a:ea typeface="Courier New"/>
                <a:cs typeface="Courier New"/>
              </a:rPr>
              <a:t>TIE</a:t>
            </a:r>
          </a:p>
        </p:txBody>
      </p:sp>
      <p:cxnSp>
        <p:nvCxnSpPr>
          <p:cNvPr id="783" name="s15-arrow-s15-K5-s15-K6"/>
          <p:cNvCxnSpPr>
            <a:stCxn id="738" idx="3"/>
            <a:endCxn id="739" idx="1"/>
          </p:cNvCxnSpPr>
          <p:nvPr/>
        </p:nvCxnSpPr>
        <p:spPr>
          <a:xfrm>
            <a:off x="8534160" y="2881080"/>
            <a:ext cx="372240" cy="360"/>
          </a:xfrm>
          <a:prstGeom prst="straightConnector1">
            <a:avLst/>
          </a:prstGeom>
          <a:ln w="28575">
            <a:solidFill>
              <a:srgbClr val="0353A4"/>
            </a:solidFill>
            <a:round/>
            <a:tailEnd type="triangle" w="sm" len="sm"/>
          </a:ln>
        </p:spPr>
      </p:cxnSp>
      <p:sp>
        <p:nvSpPr>
          <p:cNvPr id="750" name="s15-gain-4">
            <a:extLst>
              <a:ext uri="{FF2B5EF4-FFF2-40B4-BE49-F238E27FC236}">
                <a16:creationId xmlns:a16="http://schemas.microsoft.com/office/drawing/2014/main" id="{9EB298D1-A151-4591-B96D-F0171486F5BE}"/>
              </a:ext>
            </a:extLst>
          </p:cNvPr>
          <p:cNvSpPr>
            <a:spLocks noGrp="1"/>
          </p:cNvSpPr>
          <p:nvPr/>
        </p:nvSpPr>
        <p:spPr>
          <a:xfrm>
            <a:off x="8439120" y="1952640"/>
            <a:ext cx="1047240" cy="33300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20" b="1" u="none">
                <a:solidFill>
                  <a:srgbClr val="FF0000"/>
                </a:solidFill>
                <a:latin typeface="Courier New"/>
                <a:ea typeface="Courier New"/>
                <a:cs typeface="Courier New"/>
              </a:rPr>
              <a:t>TIE</a:t>
            </a:r>
          </a:p>
        </p:txBody>
      </p:sp>
      <p:cxnSp>
        <p:nvCxnSpPr>
          <p:cNvPr id="785" name="s15-arrow-s15-K6-s15-K7"/>
          <p:cNvCxnSpPr>
            <a:stCxn id="739" idx="3"/>
            <a:endCxn id="740" idx="1"/>
          </p:cNvCxnSpPr>
          <p:nvPr/>
        </p:nvCxnSpPr>
        <p:spPr>
          <a:xfrm>
            <a:off x="10191600" y="2881080"/>
            <a:ext cx="371880" cy="360"/>
          </a:xfrm>
          <a:prstGeom prst="straightConnector1">
            <a:avLst/>
          </a:prstGeom>
          <a:ln w="38100">
            <a:solidFill>
              <a:srgbClr val="FF0000"/>
            </a:solidFill>
            <a:round/>
            <a:tailEnd type="triangle" w="sm" len="sm"/>
          </a:ln>
        </p:spPr>
      </p:cxnSp>
      <p:sp>
        <p:nvSpPr>
          <p:cNvPr id="752" name="s15-gain-5">
            <a:extLst>
              <a:ext uri="{FF2B5EF4-FFF2-40B4-BE49-F238E27FC236}">
                <a16:creationId xmlns:a16="http://schemas.microsoft.com/office/drawing/2014/main" id="{6C2B8185-8995-48FB-88A2-22C76AEA7BA4}"/>
              </a:ext>
            </a:extLst>
          </p:cNvPr>
          <p:cNvSpPr>
            <a:spLocks noGrp="1"/>
          </p:cNvSpPr>
          <p:nvPr/>
        </p:nvSpPr>
        <p:spPr>
          <a:xfrm>
            <a:off x="10096560" y="1952640"/>
            <a:ext cx="1047240" cy="33300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20" b="1" u="none">
                <a:solidFill>
                  <a:srgbClr val="FF0000"/>
                </a:solidFill>
                <a:latin typeface="Courier New"/>
                <a:ea typeface="Courier New"/>
                <a:cs typeface="Courier New"/>
              </a:rPr>
              <a:t>+8.56%</a:t>
            </a:r>
          </a:p>
        </p:txBody>
      </p:sp>
      <p:sp>
        <p:nvSpPr>
          <p:cNvPr id="753" name="s15-bw-K1">
            <a:extLst>
              <a:ext uri="{FF2B5EF4-FFF2-40B4-BE49-F238E27FC236}">
                <a16:creationId xmlns:a16="http://schemas.microsoft.com/office/drawing/2014/main" id="{7B94EBD9-55C4-4E55-9215-83BFFCDD7F6C}"/>
              </a:ext>
            </a:extLst>
          </p:cNvPr>
          <p:cNvSpPr>
            <a:spLocks noGrp="1"/>
          </p:cNvSpPr>
          <p:nvPr/>
        </p:nvSpPr>
        <p:spPr>
          <a:xfrm>
            <a:off x="619200" y="3476520"/>
            <a:ext cx="1285560" cy="2948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40" b="1" u="none">
                <a:solidFill>
                  <a:srgbClr val="001233"/>
                </a:solidFill>
                <a:latin typeface="Courier New"/>
                <a:ea typeface="Courier New"/>
                <a:cs typeface="Courier New"/>
              </a:rPr>
              <a:t>477 GB/s</a:t>
            </a:r>
          </a:p>
        </p:txBody>
      </p:sp>
      <p:sp>
        <p:nvSpPr>
          <p:cNvPr id="754" name="s15-bw-K2">
            <a:extLst>
              <a:ext uri="{FF2B5EF4-FFF2-40B4-BE49-F238E27FC236}">
                <a16:creationId xmlns:a16="http://schemas.microsoft.com/office/drawing/2014/main" id="{82A53583-09F4-4A10-92B5-8A7992D3161D}"/>
              </a:ext>
            </a:extLst>
          </p:cNvPr>
          <p:cNvSpPr>
            <a:spLocks noGrp="1"/>
          </p:cNvSpPr>
          <p:nvPr/>
        </p:nvSpPr>
        <p:spPr>
          <a:xfrm>
            <a:off x="2276640" y="3476520"/>
            <a:ext cx="1285560" cy="2948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40" b="1" u="none">
                <a:solidFill>
                  <a:srgbClr val="001233"/>
                </a:solidFill>
                <a:latin typeface="Courier New"/>
                <a:ea typeface="Courier New"/>
                <a:cs typeface="Courier New"/>
              </a:rPr>
              <a:t>692 GB/s</a:t>
            </a:r>
          </a:p>
        </p:txBody>
      </p:sp>
      <p:sp>
        <p:nvSpPr>
          <p:cNvPr id="755" name="s15-bw-K3">
            <a:extLst>
              <a:ext uri="{FF2B5EF4-FFF2-40B4-BE49-F238E27FC236}">
                <a16:creationId xmlns:a16="http://schemas.microsoft.com/office/drawing/2014/main" id="{C153F25D-E11C-4054-B96B-23CD4A598F19}"/>
              </a:ext>
            </a:extLst>
          </p:cNvPr>
          <p:cNvSpPr>
            <a:spLocks noGrp="1"/>
          </p:cNvSpPr>
          <p:nvPr/>
        </p:nvSpPr>
        <p:spPr>
          <a:xfrm>
            <a:off x="3933720" y="3476520"/>
            <a:ext cx="1285560" cy="2948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40" b="1" u="none">
                <a:solidFill>
                  <a:srgbClr val="001233"/>
                </a:solidFill>
                <a:latin typeface="Courier New"/>
                <a:ea typeface="Courier New"/>
                <a:cs typeface="Courier New"/>
              </a:rPr>
              <a:t>713 GB/s</a:t>
            </a:r>
          </a:p>
        </p:txBody>
      </p:sp>
      <p:sp>
        <p:nvSpPr>
          <p:cNvPr id="756" name="s15-bw-K4">
            <a:extLst>
              <a:ext uri="{FF2B5EF4-FFF2-40B4-BE49-F238E27FC236}">
                <a16:creationId xmlns:a16="http://schemas.microsoft.com/office/drawing/2014/main" id="{5A323FEE-0290-46D1-A4E0-D0699A7F7004}"/>
              </a:ext>
            </a:extLst>
          </p:cNvPr>
          <p:cNvSpPr>
            <a:spLocks noGrp="1"/>
          </p:cNvSpPr>
          <p:nvPr/>
        </p:nvSpPr>
        <p:spPr>
          <a:xfrm>
            <a:off x="5591160" y="3476520"/>
            <a:ext cx="1285560" cy="2948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40" b="1" u="none">
                <a:solidFill>
                  <a:srgbClr val="001233"/>
                </a:solidFill>
                <a:latin typeface="Courier New"/>
                <a:ea typeface="Courier New"/>
                <a:cs typeface="Courier New"/>
              </a:rPr>
              <a:t>783 GB/s</a:t>
            </a:r>
          </a:p>
        </p:txBody>
      </p:sp>
      <p:sp>
        <p:nvSpPr>
          <p:cNvPr id="757" name="s15-bw-K5">
            <a:extLst>
              <a:ext uri="{FF2B5EF4-FFF2-40B4-BE49-F238E27FC236}">
                <a16:creationId xmlns:a16="http://schemas.microsoft.com/office/drawing/2014/main" id="{898CBF51-C108-461E-AA25-B600D8191A95}"/>
              </a:ext>
            </a:extLst>
          </p:cNvPr>
          <p:cNvSpPr>
            <a:spLocks noGrp="1"/>
          </p:cNvSpPr>
          <p:nvPr/>
        </p:nvSpPr>
        <p:spPr>
          <a:xfrm>
            <a:off x="7248600" y="3476520"/>
            <a:ext cx="1285560" cy="2948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40" b="1" u="none">
                <a:solidFill>
                  <a:srgbClr val="001233"/>
                </a:solidFill>
                <a:latin typeface="Courier New"/>
                <a:ea typeface="Courier New"/>
                <a:cs typeface="Courier New"/>
              </a:rPr>
              <a:t>784 GB/s</a:t>
            </a:r>
          </a:p>
        </p:txBody>
      </p:sp>
      <p:sp>
        <p:nvSpPr>
          <p:cNvPr id="758" name="s15-bw-K6">
            <a:extLst>
              <a:ext uri="{FF2B5EF4-FFF2-40B4-BE49-F238E27FC236}">
                <a16:creationId xmlns:a16="http://schemas.microsoft.com/office/drawing/2014/main" id="{18526645-F2FE-442B-812A-838E84738F8A}"/>
              </a:ext>
            </a:extLst>
          </p:cNvPr>
          <p:cNvSpPr>
            <a:spLocks noGrp="1"/>
          </p:cNvSpPr>
          <p:nvPr/>
        </p:nvSpPr>
        <p:spPr>
          <a:xfrm>
            <a:off x="8906040" y="3476520"/>
            <a:ext cx="1285560" cy="2948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40" b="1" u="none">
                <a:solidFill>
                  <a:srgbClr val="001233"/>
                </a:solidFill>
                <a:latin typeface="Courier New"/>
                <a:ea typeface="Courier New"/>
                <a:cs typeface="Courier New"/>
              </a:rPr>
              <a:t>783 GB/s</a:t>
            </a:r>
          </a:p>
        </p:txBody>
      </p:sp>
      <p:sp>
        <p:nvSpPr>
          <p:cNvPr id="759" name="s15-bw-K7">
            <a:extLst>
              <a:ext uri="{FF2B5EF4-FFF2-40B4-BE49-F238E27FC236}">
                <a16:creationId xmlns:a16="http://schemas.microsoft.com/office/drawing/2014/main" id="{5F3BB9EC-E74F-4BA7-BF1B-E1F141A5DB5A}"/>
              </a:ext>
            </a:extLst>
          </p:cNvPr>
          <p:cNvSpPr>
            <a:spLocks noGrp="1"/>
          </p:cNvSpPr>
          <p:nvPr/>
        </p:nvSpPr>
        <p:spPr>
          <a:xfrm>
            <a:off x="10563120" y="3476520"/>
            <a:ext cx="1285560" cy="2948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40" b="1" u="none">
                <a:solidFill>
                  <a:srgbClr val="FF0000"/>
                </a:solidFill>
                <a:latin typeface="Courier New"/>
                <a:ea typeface="Courier New"/>
                <a:cs typeface="Courier New"/>
              </a:rPr>
              <a:t>722 GB/s</a:t>
            </a:r>
          </a:p>
        </p:txBody>
      </p:sp>
      <p:sp>
        <p:nvSpPr>
          <p:cNvPr id="760" name="s15-plateau">
            <a:extLst>
              <a:ext uri="{FF2B5EF4-FFF2-40B4-BE49-F238E27FC236}">
                <a16:creationId xmlns:a16="http://schemas.microsoft.com/office/drawing/2014/main" id="{9B6C55A1-F0D5-45E4-B502-1595038E0359}"/>
              </a:ext>
            </a:extLst>
          </p:cNvPr>
          <p:cNvSpPr>
            <a:spLocks noGrp="1"/>
          </p:cNvSpPr>
          <p:nvPr/>
        </p:nvSpPr>
        <p:spPr>
          <a:xfrm>
            <a:off x="5477040" y="2314440"/>
            <a:ext cx="4667040" cy="11426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30480">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761" name="s15-plateau-label">
            <a:extLst>
              <a:ext uri="{FF2B5EF4-FFF2-40B4-BE49-F238E27FC236}">
                <a16:creationId xmlns:a16="http://schemas.microsoft.com/office/drawing/2014/main" id="{26EE43D5-0A06-4C80-856F-6EFB040228A1}"/>
              </a:ext>
            </a:extLst>
          </p:cNvPr>
          <p:cNvSpPr>
            <a:spLocks noGrp="1"/>
          </p:cNvSpPr>
          <p:nvPr/>
        </p:nvSpPr>
        <p:spPr>
          <a:xfrm>
            <a:off x="6667560" y="3857760"/>
            <a:ext cx="2381040" cy="3614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729" b="1" u="none">
                <a:solidFill>
                  <a:srgbClr val="FF0000"/>
                </a:solidFill>
                <a:latin typeface="Courier New"/>
                <a:ea typeface="Courier New"/>
                <a:cs typeface="Courier New"/>
              </a:rPr>
              <a:t>DRAM plateau</a:t>
            </a:r>
          </a:p>
        </p:txBody>
      </p:sp>
      <p:sp>
        <p:nvSpPr>
          <p:cNvPr id="762" name="s15-rule-line">
            <a:extLst>
              <a:ext uri="{FF2B5EF4-FFF2-40B4-BE49-F238E27FC236}">
                <a16:creationId xmlns:a16="http://schemas.microsoft.com/office/drawing/2014/main" id="{0091C212-9DBD-40A9-910A-EDD7E8DADB89}"/>
              </a:ext>
            </a:extLst>
          </p:cNvPr>
          <p:cNvSpPr>
            <a:spLocks noGrp="1"/>
          </p:cNvSpPr>
          <p:nvPr/>
        </p:nvSpPr>
        <p:spPr>
          <a:xfrm>
            <a:off x="1571760" y="4619520"/>
            <a:ext cx="9048240" cy="114120"/>
          </a:xfrm>
          <a:custGeom>
            <a:avLst/>
            <a:gdLst/>
            <a:ahLst/>
            <a:cxnLst/>
            <a:rect l="l" t="t" r="r" b="b"/>
            <a:pathLst>
              <a:path w="9048750" h="114300">
                <a:moveTo>
                  <a:pt x="0" y="62865"/>
                </a:moveTo>
                <a:lnTo>
                  <a:pt x="1447800" y="35433"/>
                </a:lnTo>
                <a:lnTo>
                  <a:pt x="3076575" y="72009"/>
                </a:lnTo>
                <a:lnTo>
                  <a:pt x="4886325" y="42291"/>
                </a:lnTo>
                <a:lnTo>
                  <a:pt x="6696075" y="74295"/>
                </a:lnTo>
                <a:lnTo>
                  <a:pt x="9048750" y="46863"/>
                </a:lnTo>
              </a:path>
              <a:path w="9048750" h="114300">
                <a:moveTo>
                  <a:pt x="0" y="51435"/>
                </a:moveTo>
                <a:lnTo>
                  <a:pt x="1447800" y="46863"/>
                </a:lnTo>
                <a:lnTo>
                  <a:pt x="3076575" y="60579"/>
                </a:lnTo>
                <a:lnTo>
                  <a:pt x="4886325" y="53721"/>
                </a:lnTo>
                <a:lnTo>
                  <a:pt x="6696075" y="62865"/>
                </a:lnTo>
                <a:lnTo>
                  <a:pt x="9048750" y="58293"/>
                </a:lnTo>
              </a:path>
            </a:pathLst>
          </a:custGeom>
          <a:noFill/>
          <a:ln w="57150">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763" name="s15-rule">
            <a:extLst>
              <a:ext uri="{FF2B5EF4-FFF2-40B4-BE49-F238E27FC236}">
                <a16:creationId xmlns:a16="http://schemas.microsoft.com/office/drawing/2014/main" id="{0AED6DE8-4416-413F-9A66-CF1290DA7367}"/>
              </a:ext>
            </a:extLst>
          </p:cNvPr>
          <p:cNvSpPr>
            <a:spLocks noGrp="1"/>
          </p:cNvSpPr>
          <p:nvPr/>
        </p:nvSpPr>
        <p:spPr>
          <a:xfrm>
            <a:off x="1190520" y="4905360"/>
            <a:ext cx="9810360" cy="590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2320" b="1" u="none">
                <a:solidFill>
                  <a:srgbClr val="FF0000"/>
                </a:solidFill>
                <a:latin typeface="Arial"/>
                <a:ea typeface="Arial"/>
                <a:cs typeface="Arial"/>
              </a:rPr>
              <a:t>REMOVE THE CURRENT BOTTLENECK — OR TIME WILL NOT MOVE</a:t>
            </a:r>
          </a:p>
        </p:txBody>
      </p:sp>
      <p:sp>
        <p:nvSpPr>
          <p:cNvPr id="764" name="s15-rule-note">
            <a:extLst>
              <a:ext uri="{FF2B5EF4-FFF2-40B4-BE49-F238E27FC236}">
                <a16:creationId xmlns:a16="http://schemas.microsoft.com/office/drawing/2014/main" id="{0302DC07-6EBE-4F79-BA98-785546565A40}"/>
              </a:ext>
            </a:extLst>
          </p:cNvPr>
          <p:cNvSpPr>
            <a:spLocks noGrp="1"/>
          </p:cNvSpPr>
          <p:nvPr/>
        </p:nvSpPr>
        <p:spPr>
          <a:xfrm>
            <a:off x="1143000" y="5572080"/>
            <a:ext cx="9905760" cy="38052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lnSpcReduction="9999"/>
          </a:bodyPr>
          <a:lstStyle/>
          <a:p>
            <a:pPr algn="ctr">
              <a:lnSpc>
                <a:spcPct val="100000"/>
              </a:lnSpc>
              <a:buNone/>
            </a:pPr>
            <a:r>
              <a:rPr sz="1320" b="1" u="none">
                <a:solidFill>
                  <a:srgbClr val="001233"/>
                </a:solidFill>
                <a:latin typeface="Arial"/>
                <a:ea typeface="Arial"/>
                <a:cs typeface="Arial"/>
              </a:rPr>
              <a:t>K1→K2 removes control waste • K2→K3 removes bank conflict • K3→K4 removes blocks • K5/K6 hide below DRAM • K7 adds DRAM service</a:t>
            </a:r>
          </a:p>
        </p:txBody>
      </p:sp>
      <p:sp>
        <p:nvSpPr>
          <p:cNvPr id="765" name="s15-source">
            <a:extLst>
              <a:ext uri="{FF2B5EF4-FFF2-40B4-BE49-F238E27FC236}">
                <a16:creationId xmlns:a16="http://schemas.microsoft.com/office/drawing/2014/main" id="{A14D11A0-B7A2-476F-A5C3-5A50D8A20960}"/>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CUDA-event times drive the ladder and derived effective GB/s; Nsight Compute first-pass counter evidence is shown explicitly on the K1–K7 detail slides.</a:t>
            </a:r>
          </a:p>
        </p:txBody>
      </p:sp>
    </p:spTree>
    <p:extLst>
      <p:ext uri="{BB962C8B-B14F-4D97-AF65-F5344CB8AC3E}">
        <p14:creationId xmlns:p14="http://schemas.microsoft.com/office/powerpoint/2010/main" val="920967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6" name="PlaceHolder 1">
            <a:extLst>
              <a:ext uri="{FF2B5EF4-FFF2-40B4-BE49-F238E27FC236}">
                <a16:creationId xmlns:a16="http://schemas.microsoft.com/office/drawing/2014/main" id="{9F0AF0DF-8EBA-4744-BB10-7D43A3CCEE6C}"/>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3000" b="1" u="none">
                <a:solidFill>
                  <a:srgbClr val="001233"/>
                </a:solidFill>
                <a:latin typeface="Arial"/>
                <a:ea typeface="Arial"/>
                <a:cs typeface="Arial"/>
              </a:rPr>
              <a:t>From Reduction to Prefix Sum</a:t>
            </a:r>
          </a:p>
        </p:txBody>
      </p:sp>
      <p:sp>
        <p:nvSpPr>
          <p:cNvPr id="767" name="s16-page-number">
            <a:extLst>
              <a:ext uri="{FF2B5EF4-FFF2-40B4-BE49-F238E27FC236}">
                <a16:creationId xmlns:a16="http://schemas.microsoft.com/office/drawing/2014/main" id="{318B76D0-BC65-4BDD-A225-32E8ABD1598D}"/>
              </a:ext>
            </a:extLst>
          </p:cNvPr>
          <p:cNvSpPr>
            <a:spLocks noGrp="1"/>
          </p:cNvSpPr>
          <p:nvPr/>
        </p:nvSpPr>
        <p:spPr>
          <a:xfrm>
            <a:off x="11487240" y="6453360"/>
            <a:ext cx="456840" cy="264600"/>
          </a:xfrm>
          <a:prstGeom prst="rect">
            <a:avLst/>
          </a:prstGeom>
          <a:noFill/>
          <a:ln w="0">
            <a:noFill/>
          </a:ln>
        </p:spPr>
        <p:style>
          <a:lnRef idx="0">
            <a:scrgbClr r="0" g="0" b="0"/>
          </a:lnRef>
          <a:fillRef idx="0">
            <a:scrgbClr r="0" g="0" b="0"/>
          </a:fillRef>
          <a:effectRef idx="0">
            <a:scrgbClr r="0" g="0" b="0"/>
          </a:effectRef>
          <a:fontRef idx="minor"/>
        </p:style>
        <p:txBody>
          <a:bodyPr lIns="45720" rIns="45720" anchor="ctr">
            <a:noAutofit/>
          </a:bodyPr>
          <a:lstStyle/>
          <a:p>
            <a:pPr algn="r">
              <a:lnSpc>
                <a:spcPct val="100000"/>
              </a:lnSpc>
              <a:buNone/>
            </a:pPr>
            <a:r>
              <a:rPr sz="900" b="0" u="none">
                <a:solidFill>
                  <a:srgbClr val="88888D"/>
                </a:solidFill>
                <a:latin typeface="Arial"/>
                <a:ea typeface="Arial"/>
                <a:cs typeface="Arial"/>
              </a:rPr>
              <a:t>16</a:t>
            </a:r>
          </a:p>
        </p:txBody>
      </p:sp>
      <p:sp>
        <p:nvSpPr>
          <p:cNvPr id="768" name="s16-contract">
            <a:extLst>
              <a:ext uri="{FF2B5EF4-FFF2-40B4-BE49-F238E27FC236}">
                <a16:creationId xmlns:a16="http://schemas.microsoft.com/office/drawing/2014/main" id="{D9FF93C4-143E-4A5D-B67B-1E3BA12F6D47}"/>
              </a:ext>
            </a:extLst>
          </p:cNvPr>
          <p:cNvSpPr>
            <a:spLocks noGrp="1"/>
          </p:cNvSpPr>
          <p:nvPr/>
        </p:nvSpPr>
        <p:spPr>
          <a:xfrm>
            <a:off x="733320" y="1047600"/>
            <a:ext cx="8096040" cy="28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350" b="1" u="none">
                <a:solidFill>
                  <a:srgbClr val="001233"/>
                </a:solidFill>
                <a:latin typeface="Arial"/>
                <a:ea typeface="Arial"/>
                <a:cs typeface="Arial"/>
              </a:rPr>
              <a:t>same associative operator (+), different output contract</a:t>
            </a:r>
          </a:p>
        </p:txBody>
      </p:sp>
      <p:sp>
        <p:nvSpPr>
          <p:cNvPr id="769" name="s16-input-0">
            <a:extLst>
              <a:ext uri="{FF2B5EF4-FFF2-40B4-BE49-F238E27FC236}">
                <a16:creationId xmlns:a16="http://schemas.microsoft.com/office/drawing/2014/main" id="{0A2A9B7B-ACF2-479F-AF53-53FFD4110CF4}"/>
              </a:ext>
            </a:extLst>
          </p:cNvPr>
          <p:cNvSpPr>
            <a:spLocks noGrp="1"/>
          </p:cNvSpPr>
          <p:nvPr/>
        </p:nvSpPr>
        <p:spPr>
          <a:xfrm>
            <a:off x="2819520" y="1523880"/>
            <a:ext cx="68544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3</a:t>
            </a:r>
          </a:p>
        </p:txBody>
      </p:sp>
      <p:sp>
        <p:nvSpPr>
          <p:cNvPr id="770" name="s16-input-1">
            <a:extLst>
              <a:ext uri="{FF2B5EF4-FFF2-40B4-BE49-F238E27FC236}">
                <a16:creationId xmlns:a16="http://schemas.microsoft.com/office/drawing/2014/main" id="{6431FA7A-480F-4877-A225-1B922512BCDF}"/>
              </a:ext>
            </a:extLst>
          </p:cNvPr>
          <p:cNvSpPr>
            <a:spLocks noGrp="1"/>
          </p:cNvSpPr>
          <p:nvPr/>
        </p:nvSpPr>
        <p:spPr>
          <a:xfrm>
            <a:off x="3657600" y="1523880"/>
            <a:ext cx="68544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1</a:t>
            </a:r>
          </a:p>
        </p:txBody>
      </p:sp>
      <p:sp>
        <p:nvSpPr>
          <p:cNvPr id="771" name="s16-input-2">
            <a:extLst>
              <a:ext uri="{FF2B5EF4-FFF2-40B4-BE49-F238E27FC236}">
                <a16:creationId xmlns:a16="http://schemas.microsoft.com/office/drawing/2014/main" id="{88F3125A-6856-4DA3-92F9-42350A3C06BE}"/>
              </a:ext>
            </a:extLst>
          </p:cNvPr>
          <p:cNvSpPr>
            <a:spLocks noGrp="1"/>
          </p:cNvSpPr>
          <p:nvPr/>
        </p:nvSpPr>
        <p:spPr>
          <a:xfrm>
            <a:off x="4495680" y="1523880"/>
            <a:ext cx="68544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7</a:t>
            </a:r>
          </a:p>
        </p:txBody>
      </p:sp>
      <p:sp>
        <p:nvSpPr>
          <p:cNvPr id="772" name="s16-input-3">
            <a:extLst>
              <a:ext uri="{FF2B5EF4-FFF2-40B4-BE49-F238E27FC236}">
                <a16:creationId xmlns:a16="http://schemas.microsoft.com/office/drawing/2014/main" id="{8266D2C7-031C-4D0B-8834-4EC2B34D7B6E}"/>
              </a:ext>
            </a:extLst>
          </p:cNvPr>
          <p:cNvSpPr>
            <a:spLocks noGrp="1"/>
          </p:cNvSpPr>
          <p:nvPr/>
        </p:nvSpPr>
        <p:spPr>
          <a:xfrm>
            <a:off x="5334120" y="1523880"/>
            <a:ext cx="68544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0</a:t>
            </a:r>
          </a:p>
        </p:txBody>
      </p:sp>
      <p:sp>
        <p:nvSpPr>
          <p:cNvPr id="773" name="s16-input-4">
            <a:extLst>
              <a:ext uri="{FF2B5EF4-FFF2-40B4-BE49-F238E27FC236}">
                <a16:creationId xmlns:a16="http://schemas.microsoft.com/office/drawing/2014/main" id="{2FD9B0C6-E9F3-40BC-8116-194ABEAA94A9}"/>
              </a:ext>
            </a:extLst>
          </p:cNvPr>
          <p:cNvSpPr>
            <a:spLocks noGrp="1"/>
          </p:cNvSpPr>
          <p:nvPr/>
        </p:nvSpPr>
        <p:spPr>
          <a:xfrm>
            <a:off x="6172200" y="1523880"/>
            <a:ext cx="68544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4</a:t>
            </a:r>
          </a:p>
        </p:txBody>
      </p:sp>
      <p:sp>
        <p:nvSpPr>
          <p:cNvPr id="774" name="s16-input-5">
            <a:extLst>
              <a:ext uri="{FF2B5EF4-FFF2-40B4-BE49-F238E27FC236}">
                <a16:creationId xmlns:a16="http://schemas.microsoft.com/office/drawing/2014/main" id="{35972B13-E2D5-4D67-852B-00879B70091B}"/>
              </a:ext>
            </a:extLst>
          </p:cNvPr>
          <p:cNvSpPr>
            <a:spLocks noGrp="1"/>
          </p:cNvSpPr>
          <p:nvPr/>
        </p:nvSpPr>
        <p:spPr>
          <a:xfrm>
            <a:off x="7010280" y="1523880"/>
            <a:ext cx="68544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1</a:t>
            </a:r>
          </a:p>
        </p:txBody>
      </p:sp>
      <p:sp>
        <p:nvSpPr>
          <p:cNvPr id="775" name="s16-input-6">
            <a:extLst>
              <a:ext uri="{FF2B5EF4-FFF2-40B4-BE49-F238E27FC236}">
                <a16:creationId xmlns:a16="http://schemas.microsoft.com/office/drawing/2014/main" id="{3084DEF5-7F85-4E13-A0C7-CC8EF4EAE7B9}"/>
              </a:ext>
            </a:extLst>
          </p:cNvPr>
          <p:cNvSpPr>
            <a:spLocks noGrp="1"/>
          </p:cNvSpPr>
          <p:nvPr/>
        </p:nvSpPr>
        <p:spPr>
          <a:xfrm>
            <a:off x="7848720" y="1523880"/>
            <a:ext cx="68544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6</a:t>
            </a:r>
          </a:p>
        </p:txBody>
      </p:sp>
      <p:sp>
        <p:nvSpPr>
          <p:cNvPr id="776" name="s16-input-7">
            <a:extLst>
              <a:ext uri="{FF2B5EF4-FFF2-40B4-BE49-F238E27FC236}">
                <a16:creationId xmlns:a16="http://schemas.microsoft.com/office/drawing/2014/main" id="{643BD46B-54AE-4C95-A9EE-078D213CA7E3}"/>
              </a:ext>
            </a:extLst>
          </p:cNvPr>
          <p:cNvSpPr>
            <a:spLocks noGrp="1"/>
          </p:cNvSpPr>
          <p:nvPr/>
        </p:nvSpPr>
        <p:spPr>
          <a:xfrm>
            <a:off x="8686800" y="1523880"/>
            <a:ext cx="68544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0" u="none">
                <a:solidFill>
                  <a:srgbClr val="001233"/>
                </a:solidFill>
                <a:latin typeface="Courier New"/>
                <a:ea typeface="Courier New"/>
                <a:cs typeface="Courier New"/>
              </a:rPr>
              <a:t>3</a:t>
            </a:r>
          </a:p>
        </p:txBody>
      </p:sp>
      <p:sp>
        <p:nvSpPr>
          <p:cNvPr id="777" name="s16-input-label">
            <a:extLst>
              <a:ext uri="{FF2B5EF4-FFF2-40B4-BE49-F238E27FC236}">
                <a16:creationId xmlns:a16="http://schemas.microsoft.com/office/drawing/2014/main" id="{E3FDBA50-59A8-4DB4-9953-394A639E2D34}"/>
              </a:ext>
            </a:extLst>
          </p:cNvPr>
          <p:cNvSpPr>
            <a:spLocks noGrp="1"/>
          </p:cNvSpPr>
          <p:nvPr/>
        </p:nvSpPr>
        <p:spPr>
          <a:xfrm>
            <a:off x="1333440" y="1523880"/>
            <a:ext cx="95220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200" b="1" u="none">
                <a:solidFill>
                  <a:srgbClr val="0353A4"/>
                </a:solidFill>
                <a:latin typeface="Arial"/>
                <a:ea typeface="Arial"/>
                <a:cs typeface="Arial"/>
              </a:rPr>
              <a:t>input</a:t>
            </a:r>
          </a:p>
        </p:txBody>
      </p:sp>
      <p:sp>
        <p:nvSpPr>
          <p:cNvPr id="778" name="s16-op">
            <a:extLst>
              <a:ext uri="{FF2B5EF4-FFF2-40B4-BE49-F238E27FC236}">
                <a16:creationId xmlns:a16="http://schemas.microsoft.com/office/drawing/2014/main" id="{2FA78158-1113-4BB0-A563-B8F182467870}"/>
              </a:ext>
            </a:extLst>
          </p:cNvPr>
          <p:cNvSpPr>
            <a:spLocks noGrp="1"/>
          </p:cNvSpPr>
          <p:nvPr/>
        </p:nvSpPr>
        <p:spPr>
          <a:xfrm>
            <a:off x="9982080" y="1486080"/>
            <a:ext cx="1333080" cy="4759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2095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40" b="1" u="none">
                <a:solidFill>
                  <a:srgbClr val="001233"/>
                </a:solidFill>
                <a:latin typeface="Courier New"/>
                <a:ea typeface="Courier New"/>
                <a:cs typeface="Courier New"/>
              </a:rPr>
              <a:t>operator +</a:t>
            </a:r>
          </a:p>
        </p:txBody>
      </p:sp>
      <p:sp>
        <p:nvSpPr>
          <p:cNvPr id="779" name="s16-reduce-result">
            <a:extLst>
              <a:ext uri="{FF2B5EF4-FFF2-40B4-BE49-F238E27FC236}">
                <a16:creationId xmlns:a16="http://schemas.microsoft.com/office/drawing/2014/main" id="{D6660BC1-056D-4B6A-B490-12CFB12D78FE}"/>
              </a:ext>
            </a:extLst>
          </p:cNvPr>
          <p:cNvSpPr>
            <a:spLocks noGrp="1"/>
          </p:cNvSpPr>
          <p:nvPr/>
        </p:nvSpPr>
        <p:spPr>
          <a:xfrm>
            <a:off x="1409760" y="3048120"/>
            <a:ext cx="1428480" cy="8758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002855"/>
          </a:solidFill>
          <a:ln w="26670">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2700" b="1" u="none">
                <a:solidFill>
                  <a:srgbClr val="FFFFFF"/>
                </a:solidFill>
                <a:latin typeface="Courier New"/>
                <a:ea typeface="Courier New"/>
                <a:cs typeface="Courier New"/>
              </a:rPr>
              <a:t>25</a:t>
            </a:r>
          </a:p>
        </p:txBody>
      </p:sp>
      <p:sp>
        <p:nvSpPr>
          <p:cNvPr id="780" name="s16-reduce-label">
            <a:extLst>
              <a:ext uri="{FF2B5EF4-FFF2-40B4-BE49-F238E27FC236}">
                <a16:creationId xmlns:a16="http://schemas.microsoft.com/office/drawing/2014/main" id="{1BF9D2F7-E995-4D84-B5E3-8938386CF593}"/>
              </a:ext>
            </a:extLst>
          </p:cNvPr>
          <p:cNvSpPr>
            <a:spLocks noGrp="1"/>
          </p:cNvSpPr>
          <p:nvPr/>
        </p:nvSpPr>
        <p:spPr>
          <a:xfrm>
            <a:off x="1066680" y="2619360"/>
            <a:ext cx="2095200" cy="3236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650" b="1" u="none">
                <a:solidFill>
                  <a:srgbClr val="0353A4"/>
                </a:solidFill>
                <a:latin typeface="Courier New"/>
                <a:ea typeface="Courier New"/>
                <a:cs typeface="Courier New"/>
              </a:rPr>
              <a:t>REDUCE</a:t>
            </a:r>
          </a:p>
        </p:txBody>
      </p:sp>
      <p:sp>
        <p:nvSpPr>
          <p:cNvPr id="781" name="s16-reduce-formula">
            <a:extLst>
              <a:ext uri="{FF2B5EF4-FFF2-40B4-BE49-F238E27FC236}">
                <a16:creationId xmlns:a16="http://schemas.microsoft.com/office/drawing/2014/main" id="{A54010A9-68A7-4A16-8D8E-3797DE2F5276}"/>
              </a:ext>
            </a:extLst>
          </p:cNvPr>
          <p:cNvSpPr>
            <a:spLocks noGrp="1"/>
          </p:cNvSpPr>
          <p:nvPr/>
        </p:nvSpPr>
        <p:spPr>
          <a:xfrm>
            <a:off x="1238400" y="4029120"/>
            <a:ext cx="1761840" cy="26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280" b="1" u="none">
                <a:solidFill>
                  <a:srgbClr val="001233"/>
                </a:solidFill>
                <a:latin typeface="Courier New"/>
                <a:ea typeface="Courier New"/>
                <a:cs typeface="Courier New"/>
              </a:rPr>
              <a:t>Σ x[i]</a:t>
            </a:r>
          </a:p>
        </p:txBody>
      </p:sp>
      <p:sp>
        <p:nvSpPr>
          <p:cNvPr id="782" name="s16-one-value">
            <a:extLst>
              <a:ext uri="{FF2B5EF4-FFF2-40B4-BE49-F238E27FC236}">
                <a16:creationId xmlns:a16="http://schemas.microsoft.com/office/drawing/2014/main" id="{8A3B942F-D864-438A-ADF6-B4800DE2104D}"/>
              </a:ext>
            </a:extLst>
          </p:cNvPr>
          <p:cNvSpPr>
            <a:spLocks noGrp="1"/>
          </p:cNvSpPr>
          <p:nvPr/>
        </p:nvSpPr>
        <p:spPr>
          <a:xfrm>
            <a:off x="1028880" y="4457880"/>
            <a:ext cx="21902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2250" b="1" u="none">
                <a:solidFill>
                  <a:srgbClr val="FF0000"/>
                </a:solidFill>
                <a:latin typeface="Arial"/>
                <a:ea typeface="Arial"/>
                <a:cs typeface="Arial"/>
              </a:rPr>
              <a:t>1 VALUE</a:t>
            </a:r>
          </a:p>
        </p:txBody>
      </p:sp>
      <p:sp>
        <p:nvSpPr>
          <p:cNvPr id="783" name="s16-scan-label">
            <a:extLst>
              <a:ext uri="{FF2B5EF4-FFF2-40B4-BE49-F238E27FC236}">
                <a16:creationId xmlns:a16="http://schemas.microsoft.com/office/drawing/2014/main" id="{8B329919-0FC4-45C7-A381-30F9B6679C25}"/>
              </a:ext>
            </a:extLst>
          </p:cNvPr>
          <p:cNvSpPr>
            <a:spLocks noGrp="1"/>
          </p:cNvSpPr>
          <p:nvPr/>
        </p:nvSpPr>
        <p:spPr>
          <a:xfrm>
            <a:off x="4762440" y="2362320"/>
            <a:ext cx="4857480" cy="3236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650" b="1" u="none">
                <a:solidFill>
                  <a:srgbClr val="0353A4"/>
                </a:solidFill>
                <a:latin typeface="Courier New"/>
                <a:ea typeface="Courier New"/>
                <a:cs typeface="Courier New"/>
              </a:rPr>
              <a:t>SCAN</a:t>
            </a:r>
          </a:p>
        </p:txBody>
      </p:sp>
      <p:sp>
        <p:nvSpPr>
          <p:cNvPr id="784" name="s16-inclusive-0">
            <a:extLst>
              <a:ext uri="{FF2B5EF4-FFF2-40B4-BE49-F238E27FC236}">
                <a16:creationId xmlns:a16="http://schemas.microsoft.com/office/drawing/2014/main" id="{06B09916-D946-4555-9387-37ED545DB452}"/>
              </a:ext>
            </a:extLst>
          </p:cNvPr>
          <p:cNvSpPr>
            <a:spLocks noGrp="1"/>
          </p:cNvSpPr>
          <p:nvPr/>
        </p:nvSpPr>
        <p:spPr>
          <a:xfrm>
            <a:off x="5129280" y="3009960"/>
            <a:ext cx="55224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3</a:t>
            </a:r>
          </a:p>
        </p:txBody>
      </p:sp>
      <p:sp>
        <p:nvSpPr>
          <p:cNvPr id="785" name="s16-inclusive-1">
            <a:extLst>
              <a:ext uri="{FF2B5EF4-FFF2-40B4-BE49-F238E27FC236}">
                <a16:creationId xmlns:a16="http://schemas.microsoft.com/office/drawing/2014/main" id="{377050A0-D21E-40BA-969F-0E1EF0711411}"/>
              </a:ext>
            </a:extLst>
          </p:cNvPr>
          <p:cNvSpPr>
            <a:spLocks noGrp="1"/>
          </p:cNvSpPr>
          <p:nvPr/>
        </p:nvSpPr>
        <p:spPr>
          <a:xfrm>
            <a:off x="5796000" y="3009960"/>
            <a:ext cx="55224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4</a:t>
            </a:r>
          </a:p>
        </p:txBody>
      </p:sp>
      <p:sp>
        <p:nvSpPr>
          <p:cNvPr id="786" name="s16-inclusive-2">
            <a:extLst>
              <a:ext uri="{FF2B5EF4-FFF2-40B4-BE49-F238E27FC236}">
                <a16:creationId xmlns:a16="http://schemas.microsoft.com/office/drawing/2014/main" id="{B859AFD5-0AB5-47C2-86BB-27B27AD704C9}"/>
              </a:ext>
            </a:extLst>
          </p:cNvPr>
          <p:cNvSpPr>
            <a:spLocks noGrp="1"/>
          </p:cNvSpPr>
          <p:nvPr/>
        </p:nvSpPr>
        <p:spPr>
          <a:xfrm>
            <a:off x="6462720" y="3009960"/>
            <a:ext cx="55224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11</a:t>
            </a:r>
          </a:p>
        </p:txBody>
      </p:sp>
      <p:sp>
        <p:nvSpPr>
          <p:cNvPr id="787" name="s16-inclusive-3">
            <a:extLst>
              <a:ext uri="{FF2B5EF4-FFF2-40B4-BE49-F238E27FC236}">
                <a16:creationId xmlns:a16="http://schemas.microsoft.com/office/drawing/2014/main" id="{987F0450-30ED-4579-983E-8B834FF10ED1}"/>
              </a:ext>
            </a:extLst>
          </p:cNvPr>
          <p:cNvSpPr>
            <a:spLocks noGrp="1"/>
          </p:cNvSpPr>
          <p:nvPr/>
        </p:nvSpPr>
        <p:spPr>
          <a:xfrm>
            <a:off x="7129440" y="3009960"/>
            <a:ext cx="55224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11</a:t>
            </a:r>
          </a:p>
        </p:txBody>
      </p:sp>
      <p:sp>
        <p:nvSpPr>
          <p:cNvPr id="788" name="s16-inclusive-4">
            <a:extLst>
              <a:ext uri="{FF2B5EF4-FFF2-40B4-BE49-F238E27FC236}">
                <a16:creationId xmlns:a16="http://schemas.microsoft.com/office/drawing/2014/main" id="{F8D443C0-A821-49EF-9F42-A540ACFB5337}"/>
              </a:ext>
            </a:extLst>
          </p:cNvPr>
          <p:cNvSpPr>
            <a:spLocks noGrp="1"/>
          </p:cNvSpPr>
          <p:nvPr/>
        </p:nvSpPr>
        <p:spPr>
          <a:xfrm>
            <a:off x="7796160" y="3009960"/>
            <a:ext cx="55224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15</a:t>
            </a:r>
          </a:p>
        </p:txBody>
      </p:sp>
      <p:sp>
        <p:nvSpPr>
          <p:cNvPr id="789" name="s16-inclusive-5">
            <a:extLst>
              <a:ext uri="{FF2B5EF4-FFF2-40B4-BE49-F238E27FC236}">
                <a16:creationId xmlns:a16="http://schemas.microsoft.com/office/drawing/2014/main" id="{10BF1F0F-2EBA-4766-B6A3-4F1F86BB903F}"/>
              </a:ext>
            </a:extLst>
          </p:cNvPr>
          <p:cNvSpPr>
            <a:spLocks noGrp="1"/>
          </p:cNvSpPr>
          <p:nvPr/>
        </p:nvSpPr>
        <p:spPr>
          <a:xfrm>
            <a:off x="8462880" y="3009960"/>
            <a:ext cx="55224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16</a:t>
            </a:r>
          </a:p>
        </p:txBody>
      </p:sp>
      <p:sp>
        <p:nvSpPr>
          <p:cNvPr id="790" name="s16-inclusive-6">
            <a:extLst>
              <a:ext uri="{FF2B5EF4-FFF2-40B4-BE49-F238E27FC236}">
                <a16:creationId xmlns:a16="http://schemas.microsoft.com/office/drawing/2014/main" id="{3CE21493-2A63-4100-961B-58431B85236A}"/>
              </a:ext>
            </a:extLst>
          </p:cNvPr>
          <p:cNvSpPr>
            <a:spLocks noGrp="1"/>
          </p:cNvSpPr>
          <p:nvPr/>
        </p:nvSpPr>
        <p:spPr>
          <a:xfrm>
            <a:off x="9129600" y="3009960"/>
            <a:ext cx="55224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22</a:t>
            </a:r>
          </a:p>
        </p:txBody>
      </p:sp>
      <p:sp>
        <p:nvSpPr>
          <p:cNvPr id="791" name="s16-inclusive-7">
            <a:extLst>
              <a:ext uri="{FF2B5EF4-FFF2-40B4-BE49-F238E27FC236}">
                <a16:creationId xmlns:a16="http://schemas.microsoft.com/office/drawing/2014/main" id="{BBD7128B-A779-4776-AA08-0D94B6E14877}"/>
              </a:ext>
            </a:extLst>
          </p:cNvPr>
          <p:cNvSpPr>
            <a:spLocks noGrp="1"/>
          </p:cNvSpPr>
          <p:nvPr/>
        </p:nvSpPr>
        <p:spPr>
          <a:xfrm>
            <a:off x="9796320" y="3009960"/>
            <a:ext cx="55224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25</a:t>
            </a:r>
          </a:p>
        </p:txBody>
      </p:sp>
      <p:sp>
        <p:nvSpPr>
          <p:cNvPr id="792" name="s16-inclusive-label">
            <a:extLst>
              <a:ext uri="{FF2B5EF4-FFF2-40B4-BE49-F238E27FC236}">
                <a16:creationId xmlns:a16="http://schemas.microsoft.com/office/drawing/2014/main" id="{E93DDF2E-9E0F-4B14-9187-EB2AA54C1B77}"/>
              </a:ext>
            </a:extLst>
          </p:cNvPr>
          <p:cNvSpPr>
            <a:spLocks noGrp="1"/>
          </p:cNvSpPr>
          <p:nvPr/>
        </p:nvSpPr>
        <p:spPr>
          <a:xfrm>
            <a:off x="3524400" y="3009960"/>
            <a:ext cx="1095120" cy="437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200" b="1" u="none">
                <a:solidFill>
                  <a:srgbClr val="0353A4"/>
                </a:solidFill>
                <a:latin typeface="Arial"/>
                <a:ea typeface="Arial"/>
                <a:cs typeface="Arial"/>
              </a:rPr>
              <a:t>inclusive</a:t>
            </a:r>
          </a:p>
        </p:txBody>
      </p:sp>
      <p:sp>
        <p:nvSpPr>
          <p:cNvPr id="793" name="s16-exclusive-0">
            <a:extLst>
              <a:ext uri="{FF2B5EF4-FFF2-40B4-BE49-F238E27FC236}">
                <a16:creationId xmlns:a16="http://schemas.microsoft.com/office/drawing/2014/main" id="{ED68F63C-3E0E-4248-B7A9-C882B3AA683D}"/>
              </a:ext>
            </a:extLst>
          </p:cNvPr>
          <p:cNvSpPr>
            <a:spLocks noGrp="1"/>
          </p:cNvSpPr>
          <p:nvPr/>
        </p:nvSpPr>
        <p:spPr>
          <a:xfrm>
            <a:off x="5129280" y="3914640"/>
            <a:ext cx="55224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FFFFFF"/>
          </a:solidFill>
          <a:ln w="23813">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0</a:t>
            </a:r>
          </a:p>
        </p:txBody>
      </p:sp>
      <p:sp>
        <p:nvSpPr>
          <p:cNvPr id="794" name="s16-exclusive-1">
            <a:extLst>
              <a:ext uri="{FF2B5EF4-FFF2-40B4-BE49-F238E27FC236}">
                <a16:creationId xmlns:a16="http://schemas.microsoft.com/office/drawing/2014/main" id="{AA10C25F-C708-42FF-8810-3D41F3413C83}"/>
              </a:ext>
            </a:extLst>
          </p:cNvPr>
          <p:cNvSpPr>
            <a:spLocks noGrp="1"/>
          </p:cNvSpPr>
          <p:nvPr/>
        </p:nvSpPr>
        <p:spPr>
          <a:xfrm>
            <a:off x="5796000" y="3914640"/>
            <a:ext cx="55224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7145">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3</a:t>
            </a:r>
          </a:p>
        </p:txBody>
      </p:sp>
      <p:sp>
        <p:nvSpPr>
          <p:cNvPr id="795" name="s16-exclusive-2">
            <a:extLst>
              <a:ext uri="{FF2B5EF4-FFF2-40B4-BE49-F238E27FC236}">
                <a16:creationId xmlns:a16="http://schemas.microsoft.com/office/drawing/2014/main" id="{0D6B41B5-B45D-4F00-94FB-77D034069D96}"/>
              </a:ext>
            </a:extLst>
          </p:cNvPr>
          <p:cNvSpPr>
            <a:spLocks noGrp="1"/>
          </p:cNvSpPr>
          <p:nvPr/>
        </p:nvSpPr>
        <p:spPr>
          <a:xfrm>
            <a:off x="6462720" y="3914640"/>
            <a:ext cx="55224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7145">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4</a:t>
            </a:r>
          </a:p>
        </p:txBody>
      </p:sp>
      <p:sp>
        <p:nvSpPr>
          <p:cNvPr id="796" name="s16-exclusive-3">
            <a:extLst>
              <a:ext uri="{FF2B5EF4-FFF2-40B4-BE49-F238E27FC236}">
                <a16:creationId xmlns:a16="http://schemas.microsoft.com/office/drawing/2014/main" id="{46464F73-F527-48D1-8C10-76F104DEB909}"/>
              </a:ext>
            </a:extLst>
          </p:cNvPr>
          <p:cNvSpPr>
            <a:spLocks noGrp="1"/>
          </p:cNvSpPr>
          <p:nvPr/>
        </p:nvSpPr>
        <p:spPr>
          <a:xfrm>
            <a:off x="7129440" y="3914640"/>
            <a:ext cx="55224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7145">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11</a:t>
            </a:r>
          </a:p>
        </p:txBody>
      </p:sp>
      <p:sp>
        <p:nvSpPr>
          <p:cNvPr id="797" name="s16-exclusive-4">
            <a:extLst>
              <a:ext uri="{FF2B5EF4-FFF2-40B4-BE49-F238E27FC236}">
                <a16:creationId xmlns:a16="http://schemas.microsoft.com/office/drawing/2014/main" id="{1C12B36D-FB3C-430E-96C6-CA151F1C6FA6}"/>
              </a:ext>
            </a:extLst>
          </p:cNvPr>
          <p:cNvSpPr>
            <a:spLocks noGrp="1"/>
          </p:cNvSpPr>
          <p:nvPr/>
        </p:nvSpPr>
        <p:spPr>
          <a:xfrm>
            <a:off x="7796160" y="3914640"/>
            <a:ext cx="55224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7145">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11</a:t>
            </a:r>
          </a:p>
        </p:txBody>
      </p:sp>
      <p:sp>
        <p:nvSpPr>
          <p:cNvPr id="798" name="s16-exclusive-5">
            <a:extLst>
              <a:ext uri="{FF2B5EF4-FFF2-40B4-BE49-F238E27FC236}">
                <a16:creationId xmlns:a16="http://schemas.microsoft.com/office/drawing/2014/main" id="{C1E3CEFE-8C2B-45DD-93BD-452E35C02AC2}"/>
              </a:ext>
            </a:extLst>
          </p:cNvPr>
          <p:cNvSpPr>
            <a:spLocks noGrp="1"/>
          </p:cNvSpPr>
          <p:nvPr/>
        </p:nvSpPr>
        <p:spPr>
          <a:xfrm>
            <a:off x="8462880" y="3914640"/>
            <a:ext cx="55224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7145">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15</a:t>
            </a:r>
          </a:p>
        </p:txBody>
      </p:sp>
      <p:sp>
        <p:nvSpPr>
          <p:cNvPr id="799" name="s16-exclusive-6">
            <a:extLst>
              <a:ext uri="{FF2B5EF4-FFF2-40B4-BE49-F238E27FC236}">
                <a16:creationId xmlns:a16="http://schemas.microsoft.com/office/drawing/2014/main" id="{8D3BDE1B-6535-4468-8A35-815CE24D9CE9}"/>
              </a:ext>
            </a:extLst>
          </p:cNvPr>
          <p:cNvSpPr>
            <a:spLocks noGrp="1"/>
          </p:cNvSpPr>
          <p:nvPr/>
        </p:nvSpPr>
        <p:spPr>
          <a:xfrm>
            <a:off x="9129600" y="3914640"/>
            <a:ext cx="55224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7145">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16</a:t>
            </a:r>
          </a:p>
        </p:txBody>
      </p:sp>
      <p:sp>
        <p:nvSpPr>
          <p:cNvPr id="800" name="s16-exclusive-7">
            <a:extLst>
              <a:ext uri="{FF2B5EF4-FFF2-40B4-BE49-F238E27FC236}">
                <a16:creationId xmlns:a16="http://schemas.microsoft.com/office/drawing/2014/main" id="{1EDEED51-7373-40AB-9745-40FBAEC6F683}"/>
              </a:ext>
            </a:extLst>
          </p:cNvPr>
          <p:cNvSpPr>
            <a:spLocks noGrp="1"/>
          </p:cNvSpPr>
          <p:nvPr/>
        </p:nvSpPr>
        <p:spPr>
          <a:xfrm>
            <a:off x="9796320" y="3914640"/>
            <a:ext cx="55224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7145">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22</a:t>
            </a:r>
          </a:p>
        </p:txBody>
      </p:sp>
      <p:sp>
        <p:nvSpPr>
          <p:cNvPr id="801" name="s16-exclusive-label">
            <a:extLst>
              <a:ext uri="{FF2B5EF4-FFF2-40B4-BE49-F238E27FC236}">
                <a16:creationId xmlns:a16="http://schemas.microsoft.com/office/drawing/2014/main" id="{152B331D-82D5-4AD1-A8EC-56D06FBFA860}"/>
              </a:ext>
            </a:extLst>
          </p:cNvPr>
          <p:cNvSpPr>
            <a:spLocks noGrp="1"/>
          </p:cNvSpPr>
          <p:nvPr/>
        </p:nvSpPr>
        <p:spPr>
          <a:xfrm>
            <a:off x="3524400" y="3914640"/>
            <a:ext cx="1095120" cy="437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200" b="1" u="none">
                <a:solidFill>
                  <a:srgbClr val="0353A4"/>
                </a:solidFill>
                <a:latin typeface="Arial"/>
                <a:ea typeface="Arial"/>
                <a:cs typeface="Arial"/>
              </a:rPr>
              <a:t>exclusive</a:t>
            </a:r>
          </a:p>
        </p:txBody>
      </p:sp>
      <p:sp>
        <p:nvSpPr>
          <p:cNvPr id="802" name="s16-reduce-collector">
            <a:extLst>
              <a:ext uri="{FF2B5EF4-FFF2-40B4-BE49-F238E27FC236}">
                <a16:creationId xmlns:a16="http://schemas.microsoft.com/office/drawing/2014/main" id="{6B9F1B3F-A6CF-45E0-9624-37A35918C59C}"/>
              </a:ext>
            </a:extLst>
          </p:cNvPr>
          <p:cNvSpPr>
            <a:spLocks noGrp="1"/>
          </p:cNvSpPr>
          <p:nvPr/>
        </p:nvSpPr>
        <p:spPr>
          <a:xfrm>
            <a:off x="2838240" y="2104920"/>
            <a:ext cx="6524640" cy="360"/>
          </a:xfrm>
          <a:prstGeom prst="line">
            <a:avLst/>
          </a:prstGeom>
          <a:ln w="30480">
            <a:solidFill>
              <a:srgbClr val="0353A4"/>
            </a:solidFill>
          </a:ln>
        </p:spPr>
        <p:style>
          <a:lnRef idx="0">
            <a:scrgbClr r="0" g="0" b="0"/>
          </a:lnRef>
          <a:fillRef idx="0">
            <a:scrgbClr r="0" g="0" b="0"/>
          </a:fillRef>
          <a:effectRef idx="0">
            <a:scrgbClr r="0" g="0" b="0"/>
          </a:effectRef>
          <a:fontRef idx="minor"/>
        </p:style>
        <p:txBody>
          <a:bodyPr lIns="90000" tIns="-44640" rIns="90000" bIns="-44640" anchor="t">
            <a:noAutofit/>
          </a:bodyPr>
          <a:lstStyle/>
          <a:p>
            <a:pPr>
              <a:buNone/>
            </a:pPr>
            <a:endParaRPr/>
          </a:p>
        </p:txBody>
      </p:sp>
      <p:sp>
        <p:nvSpPr>
          <p:cNvPr id="803" name="s16-reduce-collector-left">
            <a:extLst>
              <a:ext uri="{FF2B5EF4-FFF2-40B4-BE49-F238E27FC236}">
                <a16:creationId xmlns:a16="http://schemas.microsoft.com/office/drawing/2014/main" id="{9161CB28-B7D7-4C43-A33A-1BCEDA492A47}"/>
              </a:ext>
            </a:extLst>
          </p:cNvPr>
          <p:cNvSpPr>
            <a:spLocks noGrp="1"/>
          </p:cNvSpPr>
          <p:nvPr/>
        </p:nvSpPr>
        <p:spPr>
          <a:xfrm>
            <a:off x="2838240" y="1923840"/>
            <a:ext cx="360" cy="190440"/>
          </a:xfrm>
          <a:prstGeom prst="line">
            <a:avLst/>
          </a:prstGeom>
          <a:ln w="30480">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804" name="s16-reduce-collector-right">
            <a:extLst>
              <a:ext uri="{FF2B5EF4-FFF2-40B4-BE49-F238E27FC236}">
                <a16:creationId xmlns:a16="http://schemas.microsoft.com/office/drawing/2014/main" id="{8638C472-BE9E-4892-AE16-EED9BCFE58F7}"/>
              </a:ext>
            </a:extLst>
          </p:cNvPr>
          <p:cNvSpPr>
            <a:spLocks noGrp="1"/>
          </p:cNvSpPr>
          <p:nvPr/>
        </p:nvSpPr>
        <p:spPr>
          <a:xfrm>
            <a:off x="9362880" y="1923840"/>
            <a:ext cx="360" cy="190440"/>
          </a:xfrm>
          <a:prstGeom prst="line">
            <a:avLst/>
          </a:prstGeom>
          <a:ln w="30480">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805" name="s16-reduce-hub">
            <a:extLst>
              <a:ext uri="{FF2B5EF4-FFF2-40B4-BE49-F238E27FC236}">
                <a16:creationId xmlns:a16="http://schemas.microsoft.com/office/drawing/2014/main" id="{BBFA2E0B-CEC9-4C50-88CD-9698D2E8EB26}"/>
              </a:ext>
            </a:extLst>
          </p:cNvPr>
          <p:cNvSpPr>
            <a:spLocks noGrp="1"/>
          </p:cNvSpPr>
          <p:nvPr/>
        </p:nvSpPr>
        <p:spPr>
          <a:xfrm>
            <a:off x="4210200" y="2057400"/>
            <a:ext cx="75960" cy="75960"/>
          </a:xfrm>
          <a:prstGeom prst="rect">
            <a:avLst/>
          </a:prstGeom>
          <a:noFill/>
          <a:ln w="0">
            <a:noFill/>
          </a:ln>
        </p:spPr>
        <p:style>
          <a:lnRef idx="0">
            <a:scrgbClr r="0" g="0" b="0"/>
          </a:lnRef>
          <a:fillRef idx="0">
            <a:scrgbClr r="0" g="0" b="0"/>
          </a:fillRef>
          <a:effectRef idx="0">
            <a:scrgbClr r="0" g="0" b="0"/>
          </a:effectRef>
          <a:fontRef idx="minor"/>
        </p:style>
        <p:txBody>
          <a:bodyPr lIns="90000" tIns="31320" rIns="90000" bIns="31320" anchor="t">
            <a:noAutofit/>
          </a:bodyPr>
          <a:lstStyle/>
          <a:p>
            <a:pPr>
              <a:buNone/>
            </a:pPr>
            <a:endParaRPr/>
          </a:p>
        </p:txBody>
      </p:sp>
      <p:cxnSp>
        <p:nvCxnSpPr>
          <p:cNvPr id="853" name="s16-flow-s16-reduce-hub-s16-reduce-result"/>
          <p:cNvCxnSpPr>
            <a:stCxn id="805" idx="2"/>
            <a:endCxn id="779" idx="0"/>
          </p:cNvCxnSpPr>
          <p:nvPr/>
        </p:nvCxnSpPr>
        <p:spPr>
          <a:xfrm rot="5400000">
            <a:off x="2728440" y="1528560"/>
            <a:ext cx="915120" cy="2124720"/>
          </a:xfrm>
          <a:prstGeom prst="bentConnector3">
            <a:avLst>
              <a:gd name="adj1" fmla="val 50019"/>
            </a:avLst>
          </a:prstGeom>
          <a:ln w="33338">
            <a:solidFill>
              <a:srgbClr val="0353A4"/>
            </a:solidFill>
            <a:round/>
            <a:tailEnd type="triangle" w="sm" len="sm"/>
          </a:ln>
        </p:spPr>
      </p:cxnSp>
      <p:cxnSp>
        <p:nvCxnSpPr>
          <p:cNvPr id="854" name="s16-flow-s16-input-7-s16-inclusive-7"/>
          <p:cNvCxnSpPr>
            <a:stCxn id="776" idx="2"/>
            <a:endCxn id="791" idx="0"/>
          </p:cNvCxnSpPr>
          <p:nvPr/>
        </p:nvCxnSpPr>
        <p:spPr>
          <a:xfrm rot="16200000" flipH="1">
            <a:off x="9007560" y="1945080"/>
            <a:ext cx="1086840" cy="1043280"/>
          </a:xfrm>
          <a:prstGeom prst="bentConnector3">
            <a:avLst>
              <a:gd name="adj1" fmla="val 50000"/>
            </a:avLst>
          </a:prstGeom>
          <a:ln w="33338">
            <a:solidFill>
              <a:srgbClr val="0353A4"/>
            </a:solidFill>
            <a:round/>
            <a:tailEnd type="triangle" w="sm" len="sm"/>
          </a:ln>
        </p:spPr>
      </p:cxnSp>
      <p:sp>
        <p:nvSpPr>
          <p:cNvPr id="808" name="s16-shift-line">
            <a:extLst>
              <a:ext uri="{FF2B5EF4-FFF2-40B4-BE49-F238E27FC236}">
                <a16:creationId xmlns:a16="http://schemas.microsoft.com/office/drawing/2014/main" id="{251C4935-3F35-44DF-9CEE-352FB3BABBE9}"/>
              </a:ext>
            </a:extLst>
          </p:cNvPr>
          <p:cNvSpPr>
            <a:spLocks noGrp="1"/>
          </p:cNvSpPr>
          <p:nvPr/>
        </p:nvSpPr>
        <p:spPr>
          <a:xfrm>
            <a:off x="4848120" y="3638520"/>
            <a:ext cx="5238360" cy="114120"/>
          </a:xfrm>
          <a:custGeom>
            <a:avLst/>
            <a:gdLst/>
            <a:ahLst/>
            <a:cxnLst/>
            <a:rect l="l" t="t" r="r" b="b"/>
            <a:pathLst>
              <a:path w="5238750" h="114300">
                <a:moveTo>
                  <a:pt x="0" y="62865"/>
                </a:moveTo>
                <a:lnTo>
                  <a:pt x="838200" y="35433"/>
                </a:lnTo>
                <a:lnTo>
                  <a:pt x="1781175" y="72009"/>
                </a:lnTo>
                <a:lnTo>
                  <a:pt x="2828925" y="42291"/>
                </a:lnTo>
                <a:lnTo>
                  <a:pt x="3876675" y="74295"/>
                </a:lnTo>
                <a:lnTo>
                  <a:pt x="5238750" y="46863"/>
                </a:lnTo>
              </a:path>
              <a:path w="5238750" h="114300">
                <a:moveTo>
                  <a:pt x="0" y="51435"/>
                </a:moveTo>
                <a:lnTo>
                  <a:pt x="838200" y="46863"/>
                </a:lnTo>
                <a:lnTo>
                  <a:pt x="1781175" y="60579"/>
                </a:lnTo>
                <a:lnTo>
                  <a:pt x="2828925" y="53721"/>
                </a:lnTo>
                <a:lnTo>
                  <a:pt x="3876675" y="62865"/>
                </a:lnTo>
                <a:lnTo>
                  <a:pt x="5238750" y="58293"/>
                </a:lnTo>
              </a:path>
            </a:pathLst>
          </a:custGeom>
          <a:noFill/>
          <a:ln w="23813">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809" name="s16-shift-end">
            <a:extLst>
              <a:ext uri="{FF2B5EF4-FFF2-40B4-BE49-F238E27FC236}">
                <a16:creationId xmlns:a16="http://schemas.microsoft.com/office/drawing/2014/main" id="{AE94F273-E52C-45BB-B432-81BC22F26404}"/>
              </a:ext>
            </a:extLst>
          </p:cNvPr>
          <p:cNvSpPr>
            <a:spLocks noGrp="1"/>
          </p:cNvSpPr>
          <p:nvPr/>
        </p:nvSpPr>
        <p:spPr>
          <a:xfrm flipH="1">
            <a:off x="9915480" y="3695400"/>
            <a:ext cx="171360" cy="114480"/>
          </a:xfrm>
          <a:prstGeom prst="line">
            <a:avLst/>
          </a:prstGeom>
          <a:ln w="23813">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810" name="s16-shift">
            <a:extLst>
              <a:ext uri="{FF2B5EF4-FFF2-40B4-BE49-F238E27FC236}">
                <a16:creationId xmlns:a16="http://schemas.microsoft.com/office/drawing/2014/main" id="{BE84C626-E51D-4909-886E-3D2E0B537087}"/>
              </a:ext>
            </a:extLst>
          </p:cNvPr>
          <p:cNvSpPr>
            <a:spLocks noGrp="1"/>
          </p:cNvSpPr>
          <p:nvPr/>
        </p:nvSpPr>
        <p:spPr>
          <a:xfrm>
            <a:off x="5095800" y="4514760"/>
            <a:ext cx="5619240" cy="36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500" b="1" u="none">
                <a:solidFill>
                  <a:srgbClr val="FF0000"/>
                </a:solidFill>
                <a:latin typeface="Arial"/>
                <a:ea typeface="Arial"/>
                <a:cs typeface="Arial"/>
              </a:rPr>
              <a:t>exclusive = inclusive shifted right + identity 0</a:t>
            </a:r>
          </a:p>
        </p:txBody>
      </p:sp>
      <p:sp>
        <p:nvSpPr>
          <p:cNvPr id="811" name="s16-n-values">
            <a:extLst>
              <a:ext uri="{FF2B5EF4-FFF2-40B4-BE49-F238E27FC236}">
                <a16:creationId xmlns:a16="http://schemas.microsoft.com/office/drawing/2014/main" id="{63FE3374-8FA4-42BE-B31F-03E0FCBE0237}"/>
              </a:ext>
            </a:extLst>
          </p:cNvPr>
          <p:cNvSpPr>
            <a:spLocks noGrp="1"/>
          </p:cNvSpPr>
          <p:nvPr/>
        </p:nvSpPr>
        <p:spPr>
          <a:xfrm>
            <a:off x="5334120" y="5057640"/>
            <a:ext cx="4857480" cy="41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2170" b="1" u="none">
                <a:solidFill>
                  <a:srgbClr val="FF0000"/>
                </a:solidFill>
                <a:latin typeface="Arial"/>
                <a:ea typeface="Arial"/>
                <a:cs typeface="Arial"/>
              </a:rPr>
              <a:t>N PREFIX VALUES</a:t>
            </a:r>
          </a:p>
        </p:txBody>
      </p:sp>
      <p:sp>
        <p:nvSpPr>
          <p:cNvPr id="812" name="s16-equivalence">
            <a:extLst>
              <a:ext uri="{FF2B5EF4-FFF2-40B4-BE49-F238E27FC236}">
                <a16:creationId xmlns:a16="http://schemas.microsoft.com/office/drawing/2014/main" id="{A51B02E6-B4F8-42CE-829C-63CBC3403D8F}"/>
              </a:ext>
            </a:extLst>
          </p:cNvPr>
          <p:cNvSpPr>
            <a:spLocks noGrp="1"/>
          </p:cNvSpPr>
          <p:nvPr/>
        </p:nvSpPr>
        <p:spPr>
          <a:xfrm>
            <a:off x="2857680" y="5676840"/>
            <a:ext cx="8191080" cy="304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200" b="1" u="none">
                <a:solidFill>
                  <a:srgbClr val="001233"/>
                </a:solidFill>
                <a:latin typeface="Courier New"/>
                <a:ea typeface="Courier New"/>
                <a:cs typeface="Courier New"/>
              </a:rPr>
              <a:t>inclusive.back() = reduce(x)     |     exclusive[i+1] = inclusive[i]</a:t>
            </a:r>
          </a:p>
        </p:txBody>
      </p:sp>
    </p:spTree>
    <p:extLst>
      <p:ext uri="{BB962C8B-B14F-4D97-AF65-F5344CB8AC3E}">
        <p14:creationId xmlns:p14="http://schemas.microsoft.com/office/powerpoint/2010/main" val="1580465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 name="PlaceHolder 1">
            <a:extLst>
              <a:ext uri="{FF2B5EF4-FFF2-40B4-BE49-F238E27FC236}">
                <a16:creationId xmlns:a16="http://schemas.microsoft.com/office/drawing/2014/main" id="{A01C9E83-1C05-439E-AA6F-23E9816E7821}"/>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3000" b="1" u="none">
                <a:solidFill>
                  <a:srgbClr val="001233"/>
                </a:solidFill>
                <a:latin typeface="Arial"/>
                <a:ea typeface="Arial"/>
                <a:cs typeface="Arial"/>
              </a:rPr>
              <a:t>Kogge-Stone Scan</a:t>
            </a:r>
          </a:p>
        </p:txBody>
      </p:sp>
      <p:sp>
        <p:nvSpPr>
          <p:cNvPr id="814" name="s17-page-number">
            <a:extLst>
              <a:ext uri="{FF2B5EF4-FFF2-40B4-BE49-F238E27FC236}">
                <a16:creationId xmlns:a16="http://schemas.microsoft.com/office/drawing/2014/main" id="{BA7CE9BD-E4FD-472A-B550-91A4CC2066C0}"/>
              </a:ext>
            </a:extLst>
          </p:cNvPr>
          <p:cNvSpPr>
            <a:spLocks noGrp="1"/>
          </p:cNvSpPr>
          <p:nvPr/>
        </p:nvSpPr>
        <p:spPr>
          <a:xfrm>
            <a:off x="11487240" y="6453360"/>
            <a:ext cx="456840" cy="264600"/>
          </a:xfrm>
          <a:prstGeom prst="rect">
            <a:avLst/>
          </a:prstGeom>
          <a:noFill/>
          <a:ln w="0">
            <a:noFill/>
          </a:ln>
        </p:spPr>
        <p:style>
          <a:lnRef idx="0">
            <a:scrgbClr r="0" g="0" b="0"/>
          </a:lnRef>
          <a:fillRef idx="0">
            <a:scrgbClr r="0" g="0" b="0"/>
          </a:fillRef>
          <a:effectRef idx="0">
            <a:scrgbClr r="0" g="0" b="0"/>
          </a:effectRef>
          <a:fontRef idx="minor"/>
        </p:style>
        <p:txBody>
          <a:bodyPr lIns="45720" rIns="45720" anchor="ctr">
            <a:noAutofit/>
          </a:bodyPr>
          <a:lstStyle/>
          <a:p>
            <a:pPr algn="r">
              <a:lnSpc>
                <a:spcPct val="100000"/>
              </a:lnSpc>
              <a:buNone/>
            </a:pPr>
            <a:r>
              <a:rPr sz="900" b="0" u="none">
                <a:solidFill>
                  <a:srgbClr val="88888D"/>
                </a:solidFill>
                <a:latin typeface="Arial"/>
                <a:ea typeface="Arial"/>
                <a:cs typeface="Arial"/>
              </a:rPr>
              <a:t>17</a:t>
            </a:r>
          </a:p>
        </p:txBody>
      </p:sp>
      <p:sp>
        <p:nvSpPr>
          <p:cNvPr id="815" name="s17-subtitle">
            <a:extLst>
              <a:ext uri="{FF2B5EF4-FFF2-40B4-BE49-F238E27FC236}">
                <a16:creationId xmlns:a16="http://schemas.microsoft.com/office/drawing/2014/main" id="{D555DA3A-D9A2-4C5F-A927-B9F15E716DB3}"/>
              </a:ext>
            </a:extLst>
          </p:cNvPr>
          <p:cNvSpPr>
            <a:spLocks noGrp="1"/>
          </p:cNvSpPr>
          <p:nvPr/>
        </p:nvSpPr>
        <p:spPr>
          <a:xfrm>
            <a:off x="733320" y="1047600"/>
            <a:ext cx="6190920" cy="28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350" b="1" u="none">
                <a:solidFill>
                  <a:srgbClr val="001233"/>
                </a:solidFill>
                <a:latin typeface="Arial"/>
                <a:ea typeface="Arial"/>
                <a:cs typeface="Arial"/>
              </a:rPr>
              <a:t>Every stage doubles the dependency reach</a:t>
            </a:r>
          </a:p>
        </p:txBody>
      </p:sp>
      <p:sp>
        <p:nvSpPr>
          <p:cNvPr id="816" name="s17-row-0-0">
            <a:extLst>
              <a:ext uri="{FF2B5EF4-FFF2-40B4-BE49-F238E27FC236}">
                <a16:creationId xmlns:a16="http://schemas.microsoft.com/office/drawing/2014/main" id="{812CE54F-80E0-484F-A87A-871DB0B86EBB}"/>
              </a:ext>
            </a:extLst>
          </p:cNvPr>
          <p:cNvSpPr>
            <a:spLocks noGrp="1"/>
          </p:cNvSpPr>
          <p:nvPr/>
        </p:nvSpPr>
        <p:spPr>
          <a:xfrm>
            <a:off x="3371760" y="152388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3</a:t>
            </a:r>
          </a:p>
        </p:txBody>
      </p:sp>
      <p:sp>
        <p:nvSpPr>
          <p:cNvPr id="817" name="s17-row-0-1">
            <a:extLst>
              <a:ext uri="{FF2B5EF4-FFF2-40B4-BE49-F238E27FC236}">
                <a16:creationId xmlns:a16="http://schemas.microsoft.com/office/drawing/2014/main" id="{30F6508F-AB52-4E6D-8627-08FCC8A99BE9}"/>
              </a:ext>
            </a:extLst>
          </p:cNvPr>
          <p:cNvSpPr>
            <a:spLocks noGrp="1"/>
          </p:cNvSpPr>
          <p:nvPr/>
        </p:nvSpPr>
        <p:spPr>
          <a:xfrm>
            <a:off x="4095720" y="152388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a:t>
            </a:r>
          </a:p>
        </p:txBody>
      </p:sp>
      <p:sp>
        <p:nvSpPr>
          <p:cNvPr id="818" name="s17-row-0-2">
            <a:extLst>
              <a:ext uri="{FF2B5EF4-FFF2-40B4-BE49-F238E27FC236}">
                <a16:creationId xmlns:a16="http://schemas.microsoft.com/office/drawing/2014/main" id="{3874F9BD-3AA0-4F11-AE5A-4776A207B4EB}"/>
              </a:ext>
            </a:extLst>
          </p:cNvPr>
          <p:cNvSpPr>
            <a:spLocks noGrp="1"/>
          </p:cNvSpPr>
          <p:nvPr/>
        </p:nvSpPr>
        <p:spPr>
          <a:xfrm>
            <a:off x="4819680" y="152388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7</a:t>
            </a:r>
          </a:p>
        </p:txBody>
      </p:sp>
      <p:sp>
        <p:nvSpPr>
          <p:cNvPr id="819" name="s17-row-0-3">
            <a:extLst>
              <a:ext uri="{FF2B5EF4-FFF2-40B4-BE49-F238E27FC236}">
                <a16:creationId xmlns:a16="http://schemas.microsoft.com/office/drawing/2014/main" id="{8F1C732E-D05A-4194-B6DE-C091ADDAEAF2}"/>
              </a:ext>
            </a:extLst>
          </p:cNvPr>
          <p:cNvSpPr>
            <a:spLocks noGrp="1"/>
          </p:cNvSpPr>
          <p:nvPr/>
        </p:nvSpPr>
        <p:spPr>
          <a:xfrm>
            <a:off x="5543640" y="152388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0</a:t>
            </a:r>
          </a:p>
        </p:txBody>
      </p:sp>
      <p:sp>
        <p:nvSpPr>
          <p:cNvPr id="820" name="s17-row-0-4">
            <a:extLst>
              <a:ext uri="{FF2B5EF4-FFF2-40B4-BE49-F238E27FC236}">
                <a16:creationId xmlns:a16="http://schemas.microsoft.com/office/drawing/2014/main" id="{68CF026D-7FC8-4809-92EF-3062745585B4}"/>
              </a:ext>
            </a:extLst>
          </p:cNvPr>
          <p:cNvSpPr>
            <a:spLocks noGrp="1"/>
          </p:cNvSpPr>
          <p:nvPr/>
        </p:nvSpPr>
        <p:spPr>
          <a:xfrm>
            <a:off x="6267600" y="152388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4</a:t>
            </a:r>
          </a:p>
        </p:txBody>
      </p:sp>
      <p:sp>
        <p:nvSpPr>
          <p:cNvPr id="821" name="s17-row-0-5">
            <a:extLst>
              <a:ext uri="{FF2B5EF4-FFF2-40B4-BE49-F238E27FC236}">
                <a16:creationId xmlns:a16="http://schemas.microsoft.com/office/drawing/2014/main" id="{D6E251FE-8C36-44C5-82DA-BECFA1AE80CE}"/>
              </a:ext>
            </a:extLst>
          </p:cNvPr>
          <p:cNvSpPr>
            <a:spLocks noGrp="1"/>
          </p:cNvSpPr>
          <p:nvPr/>
        </p:nvSpPr>
        <p:spPr>
          <a:xfrm>
            <a:off x="6991200" y="152388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a:t>
            </a:r>
          </a:p>
        </p:txBody>
      </p:sp>
      <p:sp>
        <p:nvSpPr>
          <p:cNvPr id="822" name="s17-row-0-6">
            <a:extLst>
              <a:ext uri="{FF2B5EF4-FFF2-40B4-BE49-F238E27FC236}">
                <a16:creationId xmlns:a16="http://schemas.microsoft.com/office/drawing/2014/main" id="{7054F34E-3BFC-496B-931A-CC36273E2EA1}"/>
              </a:ext>
            </a:extLst>
          </p:cNvPr>
          <p:cNvSpPr>
            <a:spLocks noGrp="1"/>
          </p:cNvSpPr>
          <p:nvPr/>
        </p:nvSpPr>
        <p:spPr>
          <a:xfrm>
            <a:off x="7715160" y="152388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6</a:t>
            </a:r>
          </a:p>
        </p:txBody>
      </p:sp>
      <p:sp>
        <p:nvSpPr>
          <p:cNvPr id="823" name="s17-row-0-7">
            <a:extLst>
              <a:ext uri="{FF2B5EF4-FFF2-40B4-BE49-F238E27FC236}">
                <a16:creationId xmlns:a16="http://schemas.microsoft.com/office/drawing/2014/main" id="{C29FF5E7-AE43-4FEB-AEEE-0DDA71AA8C58}"/>
              </a:ext>
            </a:extLst>
          </p:cNvPr>
          <p:cNvSpPr>
            <a:spLocks noGrp="1"/>
          </p:cNvSpPr>
          <p:nvPr/>
        </p:nvSpPr>
        <p:spPr>
          <a:xfrm>
            <a:off x="8439120" y="152388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3</a:t>
            </a:r>
          </a:p>
        </p:txBody>
      </p:sp>
      <p:sp>
        <p:nvSpPr>
          <p:cNvPr id="824" name="s17-row-0-label">
            <a:extLst>
              <a:ext uri="{FF2B5EF4-FFF2-40B4-BE49-F238E27FC236}">
                <a16:creationId xmlns:a16="http://schemas.microsoft.com/office/drawing/2014/main" id="{37DF88FB-7E42-4E51-8C1D-080757D45FC3}"/>
              </a:ext>
            </a:extLst>
          </p:cNvPr>
          <p:cNvSpPr>
            <a:spLocks noGrp="1"/>
          </p:cNvSpPr>
          <p:nvPr/>
        </p:nvSpPr>
        <p:spPr>
          <a:xfrm>
            <a:off x="1762200" y="1523880"/>
            <a:ext cx="99972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200" b="1" u="none">
                <a:solidFill>
                  <a:srgbClr val="0353A4"/>
                </a:solidFill>
                <a:latin typeface="Arial"/>
                <a:ea typeface="Arial"/>
                <a:cs typeface="Arial"/>
              </a:rPr>
              <a:t>input</a:t>
            </a:r>
          </a:p>
        </p:txBody>
      </p:sp>
      <p:sp>
        <p:nvSpPr>
          <p:cNvPr id="825" name="s17-row-1-0">
            <a:extLst>
              <a:ext uri="{FF2B5EF4-FFF2-40B4-BE49-F238E27FC236}">
                <a16:creationId xmlns:a16="http://schemas.microsoft.com/office/drawing/2014/main" id="{6240E0DC-C9FD-4EA4-8448-605D50C1E0F1}"/>
              </a:ext>
            </a:extLst>
          </p:cNvPr>
          <p:cNvSpPr>
            <a:spLocks noGrp="1"/>
          </p:cNvSpPr>
          <p:nvPr/>
        </p:nvSpPr>
        <p:spPr>
          <a:xfrm>
            <a:off x="3371760" y="247644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3</a:t>
            </a:r>
          </a:p>
        </p:txBody>
      </p:sp>
      <p:sp>
        <p:nvSpPr>
          <p:cNvPr id="826" name="s17-row-1-1">
            <a:extLst>
              <a:ext uri="{FF2B5EF4-FFF2-40B4-BE49-F238E27FC236}">
                <a16:creationId xmlns:a16="http://schemas.microsoft.com/office/drawing/2014/main" id="{6E9E02BC-2C48-4288-8BA2-69730697620E}"/>
              </a:ext>
            </a:extLst>
          </p:cNvPr>
          <p:cNvSpPr>
            <a:spLocks noGrp="1"/>
          </p:cNvSpPr>
          <p:nvPr/>
        </p:nvSpPr>
        <p:spPr>
          <a:xfrm>
            <a:off x="4095720" y="247644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4</a:t>
            </a:r>
          </a:p>
        </p:txBody>
      </p:sp>
      <p:sp>
        <p:nvSpPr>
          <p:cNvPr id="827" name="s17-row-1-2">
            <a:extLst>
              <a:ext uri="{FF2B5EF4-FFF2-40B4-BE49-F238E27FC236}">
                <a16:creationId xmlns:a16="http://schemas.microsoft.com/office/drawing/2014/main" id="{A91F76AA-296F-4187-962C-52EE92A06B21}"/>
              </a:ext>
            </a:extLst>
          </p:cNvPr>
          <p:cNvSpPr>
            <a:spLocks noGrp="1"/>
          </p:cNvSpPr>
          <p:nvPr/>
        </p:nvSpPr>
        <p:spPr>
          <a:xfrm>
            <a:off x="4819680" y="247644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8</a:t>
            </a:r>
          </a:p>
        </p:txBody>
      </p:sp>
      <p:sp>
        <p:nvSpPr>
          <p:cNvPr id="828" name="s17-row-1-3">
            <a:extLst>
              <a:ext uri="{FF2B5EF4-FFF2-40B4-BE49-F238E27FC236}">
                <a16:creationId xmlns:a16="http://schemas.microsoft.com/office/drawing/2014/main" id="{4878F436-252A-4933-A59B-C7EAD5180135}"/>
              </a:ext>
            </a:extLst>
          </p:cNvPr>
          <p:cNvSpPr>
            <a:spLocks noGrp="1"/>
          </p:cNvSpPr>
          <p:nvPr/>
        </p:nvSpPr>
        <p:spPr>
          <a:xfrm>
            <a:off x="5543640" y="247644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7</a:t>
            </a:r>
          </a:p>
        </p:txBody>
      </p:sp>
      <p:sp>
        <p:nvSpPr>
          <p:cNvPr id="829" name="s17-row-1-4">
            <a:extLst>
              <a:ext uri="{FF2B5EF4-FFF2-40B4-BE49-F238E27FC236}">
                <a16:creationId xmlns:a16="http://schemas.microsoft.com/office/drawing/2014/main" id="{AE03DA8A-9EAA-4594-BFE7-3A085884EC17}"/>
              </a:ext>
            </a:extLst>
          </p:cNvPr>
          <p:cNvSpPr>
            <a:spLocks noGrp="1"/>
          </p:cNvSpPr>
          <p:nvPr/>
        </p:nvSpPr>
        <p:spPr>
          <a:xfrm>
            <a:off x="6267600" y="247644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4</a:t>
            </a:r>
          </a:p>
        </p:txBody>
      </p:sp>
      <p:sp>
        <p:nvSpPr>
          <p:cNvPr id="830" name="s17-row-1-5">
            <a:extLst>
              <a:ext uri="{FF2B5EF4-FFF2-40B4-BE49-F238E27FC236}">
                <a16:creationId xmlns:a16="http://schemas.microsoft.com/office/drawing/2014/main" id="{05D43C82-5549-4337-A268-3D7CAEC23AFC}"/>
              </a:ext>
            </a:extLst>
          </p:cNvPr>
          <p:cNvSpPr>
            <a:spLocks noGrp="1"/>
          </p:cNvSpPr>
          <p:nvPr/>
        </p:nvSpPr>
        <p:spPr>
          <a:xfrm>
            <a:off x="6991200" y="247644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5</a:t>
            </a:r>
          </a:p>
        </p:txBody>
      </p:sp>
      <p:sp>
        <p:nvSpPr>
          <p:cNvPr id="831" name="s17-row-1-6">
            <a:extLst>
              <a:ext uri="{FF2B5EF4-FFF2-40B4-BE49-F238E27FC236}">
                <a16:creationId xmlns:a16="http://schemas.microsoft.com/office/drawing/2014/main" id="{66CEE77D-134C-41F7-A325-2DEACD819386}"/>
              </a:ext>
            </a:extLst>
          </p:cNvPr>
          <p:cNvSpPr>
            <a:spLocks noGrp="1"/>
          </p:cNvSpPr>
          <p:nvPr/>
        </p:nvSpPr>
        <p:spPr>
          <a:xfrm>
            <a:off x="7715160" y="247644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7</a:t>
            </a:r>
          </a:p>
        </p:txBody>
      </p:sp>
      <p:sp>
        <p:nvSpPr>
          <p:cNvPr id="832" name="s17-row-1-7">
            <a:extLst>
              <a:ext uri="{FF2B5EF4-FFF2-40B4-BE49-F238E27FC236}">
                <a16:creationId xmlns:a16="http://schemas.microsoft.com/office/drawing/2014/main" id="{AC3E92E5-8FD5-495C-B47C-8F368FFDA94B}"/>
              </a:ext>
            </a:extLst>
          </p:cNvPr>
          <p:cNvSpPr>
            <a:spLocks noGrp="1"/>
          </p:cNvSpPr>
          <p:nvPr/>
        </p:nvSpPr>
        <p:spPr>
          <a:xfrm>
            <a:off x="8439120" y="247644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23813">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9</a:t>
            </a:r>
          </a:p>
        </p:txBody>
      </p:sp>
      <p:sp>
        <p:nvSpPr>
          <p:cNvPr id="833" name="s17-row-1-label">
            <a:extLst>
              <a:ext uri="{FF2B5EF4-FFF2-40B4-BE49-F238E27FC236}">
                <a16:creationId xmlns:a16="http://schemas.microsoft.com/office/drawing/2014/main" id="{758DF080-809F-4F79-BE3E-8A16FE96E741}"/>
              </a:ext>
            </a:extLst>
          </p:cNvPr>
          <p:cNvSpPr>
            <a:spLocks noGrp="1"/>
          </p:cNvSpPr>
          <p:nvPr/>
        </p:nvSpPr>
        <p:spPr>
          <a:xfrm>
            <a:off x="1762200" y="2476440"/>
            <a:ext cx="99972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200" b="1" u="none">
                <a:solidFill>
                  <a:srgbClr val="0353A4"/>
                </a:solidFill>
                <a:latin typeface="Arial"/>
                <a:ea typeface="Arial"/>
                <a:cs typeface="Arial"/>
              </a:rPr>
              <a:t>d = 1</a:t>
            </a:r>
          </a:p>
        </p:txBody>
      </p:sp>
      <p:sp>
        <p:nvSpPr>
          <p:cNvPr id="834" name="s17-row-2-0">
            <a:extLst>
              <a:ext uri="{FF2B5EF4-FFF2-40B4-BE49-F238E27FC236}">
                <a16:creationId xmlns:a16="http://schemas.microsoft.com/office/drawing/2014/main" id="{CFB4AB97-908C-4465-9206-CEEEBB66EC57}"/>
              </a:ext>
            </a:extLst>
          </p:cNvPr>
          <p:cNvSpPr>
            <a:spLocks noGrp="1"/>
          </p:cNvSpPr>
          <p:nvPr/>
        </p:nvSpPr>
        <p:spPr>
          <a:xfrm>
            <a:off x="3371760" y="342900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3</a:t>
            </a:r>
          </a:p>
        </p:txBody>
      </p:sp>
      <p:sp>
        <p:nvSpPr>
          <p:cNvPr id="835" name="s17-row-2-1">
            <a:extLst>
              <a:ext uri="{FF2B5EF4-FFF2-40B4-BE49-F238E27FC236}">
                <a16:creationId xmlns:a16="http://schemas.microsoft.com/office/drawing/2014/main" id="{BD7DF5C4-167C-4AD5-AD7F-C8212BB938B4}"/>
              </a:ext>
            </a:extLst>
          </p:cNvPr>
          <p:cNvSpPr>
            <a:spLocks noGrp="1"/>
          </p:cNvSpPr>
          <p:nvPr/>
        </p:nvSpPr>
        <p:spPr>
          <a:xfrm>
            <a:off x="4095720" y="342900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4</a:t>
            </a:r>
          </a:p>
        </p:txBody>
      </p:sp>
      <p:sp>
        <p:nvSpPr>
          <p:cNvPr id="836" name="s17-row-2-2">
            <a:extLst>
              <a:ext uri="{FF2B5EF4-FFF2-40B4-BE49-F238E27FC236}">
                <a16:creationId xmlns:a16="http://schemas.microsoft.com/office/drawing/2014/main" id="{FC17E23E-C826-4173-926D-220E7DFAB1D1}"/>
              </a:ext>
            </a:extLst>
          </p:cNvPr>
          <p:cNvSpPr>
            <a:spLocks noGrp="1"/>
          </p:cNvSpPr>
          <p:nvPr/>
        </p:nvSpPr>
        <p:spPr>
          <a:xfrm>
            <a:off x="4819680" y="342900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11</a:t>
            </a:r>
          </a:p>
        </p:txBody>
      </p:sp>
      <p:sp>
        <p:nvSpPr>
          <p:cNvPr id="837" name="s17-row-2-3">
            <a:extLst>
              <a:ext uri="{FF2B5EF4-FFF2-40B4-BE49-F238E27FC236}">
                <a16:creationId xmlns:a16="http://schemas.microsoft.com/office/drawing/2014/main" id="{C3C0CB0C-0768-45C8-BCA7-AD46A572DB7A}"/>
              </a:ext>
            </a:extLst>
          </p:cNvPr>
          <p:cNvSpPr>
            <a:spLocks noGrp="1"/>
          </p:cNvSpPr>
          <p:nvPr/>
        </p:nvSpPr>
        <p:spPr>
          <a:xfrm>
            <a:off x="5543640" y="342900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11</a:t>
            </a:r>
          </a:p>
        </p:txBody>
      </p:sp>
      <p:sp>
        <p:nvSpPr>
          <p:cNvPr id="838" name="s17-row-2-4">
            <a:extLst>
              <a:ext uri="{FF2B5EF4-FFF2-40B4-BE49-F238E27FC236}">
                <a16:creationId xmlns:a16="http://schemas.microsoft.com/office/drawing/2014/main" id="{804CEE0D-4079-4A11-8A81-023930001A03}"/>
              </a:ext>
            </a:extLst>
          </p:cNvPr>
          <p:cNvSpPr>
            <a:spLocks noGrp="1"/>
          </p:cNvSpPr>
          <p:nvPr/>
        </p:nvSpPr>
        <p:spPr>
          <a:xfrm>
            <a:off x="6267600" y="342900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12</a:t>
            </a:r>
          </a:p>
        </p:txBody>
      </p:sp>
      <p:sp>
        <p:nvSpPr>
          <p:cNvPr id="839" name="s17-row-2-5">
            <a:extLst>
              <a:ext uri="{FF2B5EF4-FFF2-40B4-BE49-F238E27FC236}">
                <a16:creationId xmlns:a16="http://schemas.microsoft.com/office/drawing/2014/main" id="{A90177C5-5FEF-4D5A-8FBD-D916EFC8F76E}"/>
              </a:ext>
            </a:extLst>
          </p:cNvPr>
          <p:cNvSpPr>
            <a:spLocks noGrp="1"/>
          </p:cNvSpPr>
          <p:nvPr/>
        </p:nvSpPr>
        <p:spPr>
          <a:xfrm>
            <a:off x="6991200" y="342900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12</a:t>
            </a:r>
          </a:p>
        </p:txBody>
      </p:sp>
      <p:sp>
        <p:nvSpPr>
          <p:cNvPr id="840" name="s17-row-2-6">
            <a:extLst>
              <a:ext uri="{FF2B5EF4-FFF2-40B4-BE49-F238E27FC236}">
                <a16:creationId xmlns:a16="http://schemas.microsoft.com/office/drawing/2014/main" id="{E3F061E9-5B57-4633-A8A1-5B6761A67F15}"/>
              </a:ext>
            </a:extLst>
          </p:cNvPr>
          <p:cNvSpPr>
            <a:spLocks noGrp="1"/>
          </p:cNvSpPr>
          <p:nvPr/>
        </p:nvSpPr>
        <p:spPr>
          <a:xfrm>
            <a:off x="7715160" y="342900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11</a:t>
            </a:r>
          </a:p>
        </p:txBody>
      </p:sp>
      <p:sp>
        <p:nvSpPr>
          <p:cNvPr id="841" name="s17-row-2-7">
            <a:extLst>
              <a:ext uri="{FF2B5EF4-FFF2-40B4-BE49-F238E27FC236}">
                <a16:creationId xmlns:a16="http://schemas.microsoft.com/office/drawing/2014/main" id="{7BFC0278-A6C0-461D-9DC0-94CC3783794D}"/>
              </a:ext>
            </a:extLst>
          </p:cNvPr>
          <p:cNvSpPr>
            <a:spLocks noGrp="1"/>
          </p:cNvSpPr>
          <p:nvPr/>
        </p:nvSpPr>
        <p:spPr>
          <a:xfrm>
            <a:off x="8439120" y="342900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23813">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14</a:t>
            </a:r>
          </a:p>
        </p:txBody>
      </p:sp>
      <p:sp>
        <p:nvSpPr>
          <p:cNvPr id="842" name="s17-row-2-label">
            <a:extLst>
              <a:ext uri="{FF2B5EF4-FFF2-40B4-BE49-F238E27FC236}">
                <a16:creationId xmlns:a16="http://schemas.microsoft.com/office/drawing/2014/main" id="{3F23254D-D6D9-4D6A-9738-096EA0853E71}"/>
              </a:ext>
            </a:extLst>
          </p:cNvPr>
          <p:cNvSpPr>
            <a:spLocks noGrp="1"/>
          </p:cNvSpPr>
          <p:nvPr/>
        </p:nvSpPr>
        <p:spPr>
          <a:xfrm>
            <a:off x="1762200" y="3429000"/>
            <a:ext cx="99972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200" b="1" u="none">
                <a:solidFill>
                  <a:srgbClr val="0353A4"/>
                </a:solidFill>
                <a:latin typeface="Arial"/>
                <a:ea typeface="Arial"/>
                <a:cs typeface="Arial"/>
              </a:rPr>
              <a:t>d = 2</a:t>
            </a:r>
          </a:p>
        </p:txBody>
      </p:sp>
      <p:sp>
        <p:nvSpPr>
          <p:cNvPr id="843" name="s17-row-3-0">
            <a:extLst>
              <a:ext uri="{FF2B5EF4-FFF2-40B4-BE49-F238E27FC236}">
                <a16:creationId xmlns:a16="http://schemas.microsoft.com/office/drawing/2014/main" id="{E2C65BB7-980B-4D51-A976-A2BFADEFC6D0}"/>
              </a:ext>
            </a:extLst>
          </p:cNvPr>
          <p:cNvSpPr>
            <a:spLocks noGrp="1"/>
          </p:cNvSpPr>
          <p:nvPr/>
        </p:nvSpPr>
        <p:spPr>
          <a:xfrm>
            <a:off x="3371760" y="438156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3</a:t>
            </a:r>
          </a:p>
        </p:txBody>
      </p:sp>
      <p:sp>
        <p:nvSpPr>
          <p:cNvPr id="844" name="s17-row-3-1">
            <a:extLst>
              <a:ext uri="{FF2B5EF4-FFF2-40B4-BE49-F238E27FC236}">
                <a16:creationId xmlns:a16="http://schemas.microsoft.com/office/drawing/2014/main" id="{17DE2D96-A444-4E61-8F85-BA9F1EB71093}"/>
              </a:ext>
            </a:extLst>
          </p:cNvPr>
          <p:cNvSpPr>
            <a:spLocks noGrp="1"/>
          </p:cNvSpPr>
          <p:nvPr/>
        </p:nvSpPr>
        <p:spPr>
          <a:xfrm>
            <a:off x="4095720" y="438156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4</a:t>
            </a:r>
          </a:p>
        </p:txBody>
      </p:sp>
      <p:sp>
        <p:nvSpPr>
          <p:cNvPr id="845" name="s17-row-3-2">
            <a:extLst>
              <a:ext uri="{FF2B5EF4-FFF2-40B4-BE49-F238E27FC236}">
                <a16:creationId xmlns:a16="http://schemas.microsoft.com/office/drawing/2014/main" id="{D0D98090-DDEA-4143-A423-54581277466F}"/>
              </a:ext>
            </a:extLst>
          </p:cNvPr>
          <p:cNvSpPr>
            <a:spLocks noGrp="1"/>
          </p:cNvSpPr>
          <p:nvPr/>
        </p:nvSpPr>
        <p:spPr>
          <a:xfrm>
            <a:off x="4819680" y="438156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11</a:t>
            </a:r>
          </a:p>
        </p:txBody>
      </p:sp>
      <p:sp>
        <p:nvSpPr>
          <p:cNvPr id="846" name="s17-row-3-3">
            <a:extLst>
              <a:ext uri="{FF2B5EF4-FFF2-40B4-BE49-F238E27FC236}">
                <a16:creationId xmlns:a16="http://schemas.microsoft.com/office/drawing/2014/main" id="{DBD6E2AF-842C-4B0A-B92E-D1DE52DEFA85}"/>
              </a:ext>
            </a:extLst>
          </p:cNvPr>
          <p:cNvSpPr>
            <a:spLocks noGrp="1"/>
          </p:cNvSpPr>
          <p:nvPr/>
        </p:nvSpPr>
        <p:spPr>
          <a:xfrm>
            <a:off x="5543640" y="438156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11</a:t>
            </a:r>
          </a:p>
        </p:txBody>
      </p:sp>
      <p:sp>
        <p:nvSpPr>
          <p:cNvPr id="847" name="s17-row-3-4">
            <a:extLst>
              <a:ext uri="{FF2B5EF4-FFF2-40B4-BE49-F238E27FC236}">
                <a16:creationId xmlns:a16="http://schemas.microsoft.com/office/drawing/2014/main" id="{7DCB873E-C8A1-497C-8E83-9A8647A7EB12}"/>
              </a:ext>
            </a:extLst>
          </p:cNvPr>
          <p:cNvSpPr>
            <a:spLocks noGrp="1"/>
          </p:cNvSpPr>
          <p:nvPr/>
        </p:nvSpPr>
        <p:spPr>
          <a:xfrm>
            <a:off x="6267600" y="438156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15</a:t>
            </a:r>
          </a:p>
        </p:txBody>
      </p:sp>
      <p:sp>
        <p:nvSpPr>
          <p:cNvPr id="848" name="s17-row-3-5">
            <a:extLst>
              <a:ext uri="{FF2B5EF4-FFF2-40B4-BE49-F238E27FC236}">
                <a16:creationId xmlns:a16="http://schemas.microsoft.com/office/drawing/2014/main" id="{CAC75293-0FD3-4F6D-8A08-DEF6E048F1D7}"/>
              </a:ext>
            </a:extLst>
          </p:cNvPr>
          <p:cNvSpPr>
            <a:spLocks noGrp="1"/>
          </p:cNvSpPr>
          <p:nvPr/>
        </p:nvSpPr>
        <p:spPr>
          <a:xfrm>
            <a:off x="6991200" y="438156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16</a:t>
            </a:r>
          </a:p>
        </p:txBody>
      </p:sp>
      <p:sp>
        <p:nvSpPr>
          <p:cNvPr id="849" name="s17-row-3-6">
            <a:extLst>
              <a:ext uri="{FF2B5EF4-FFF2-40B4-BE49-F238E27FC236}">
                <a16:creationId xmlns:a16="http://schemas.microsoft.com/office/drawing/2014/main" id="{1A138411-509A-46F8-A9D4-A5A55FE9B5D8}"/>
              </a:ext>
            </a:extLst>
          </p:cNvPr>
          <p:cNvSpPr>
            <a:spLocks noGrp="1"/>
          </p:cNvSpPr>
          <p:nvPr/>
        </p:nvSpPr>
        <p:spPr>
          <a:xfrm>
            <a:off x="7715160" y="438156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22</a:t>
            </a:r>
          </a:p>
        </p:txBody>
      </p:sp>
      <p:sp>
        <p:nvSpPr>
          <p:cNvPr id="850" name="s17-row-3-7">
            <a:extLst>
              <a:ext uri="{FF2B5EF4-FFF2-40B4-BE49-F238E27FC236}">
                <a16:creationId xmlns:a16="http://schemas.microsoft.com/office/drawing/2014/main" id="{32935AA3-02F8-4105-B088-23CB409DD9B8}"/>
              </a:ext>
            </a:extLst>
          </p:cNvPr>
          <p:cNvSpPr>
            <a:spLocks noGrp="1"/>
          </p:cNvSpPr>
          <p:nvPr/>
        </p:nvSpPr>
        <p:spPr>
          <a:xfrm>
            <a:off x="8439120" y="438156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23813">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25</a:t>
            </a:r>
          </a:p>
        </p:txBody>
      </p:sp>
      <p:sp>
        <p:nvSpPr>
          <p:cNvPr id="851" name="s17-row-3-label">
            <a:extLst>
              <a:ext uri="{FF2B5EF4-FFF2-40B4-BE49-F238E27FC236}">
                <a16:creationId xmlns:a16="http://schemas.microsoft.com/office/drawing/2014/main" id="{F9799976-69DC-40FB-B177-A3739A45CE31}"/>
              </a:ext>
            </a:extLst>
          </p:cNvPr>
          <p:cNvSpPr>
            <a:spLocks noGrp="1"/>
          </p:cNvSpPr>
          <p:nvPr/>
        </p:nvSpPr>
        <p:spPr>
          <a:xfrm>
            <a:off x="1762200" y="4381560"/>
            <a:ext cx="99972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200" b="1" u="none">
                <a:solidFill>
                  <a:srgbClr val="0353A4"/>
                </a:solidFill>
                <a:latin typeface="Arial"/>
                <a:ea typeface="Arial"/>
                <a:cs typeface="Arial"/>
              </a:rPr>
              <a:t>d = 4</a:t>
            </a:r>
          </a:p>
        </p:txBody>
      </p:sp>
      <p:cxnSp>
        <p:nvCxnSpPr>
          <p:cNvPr id="917" name="s17-flow-s17-row-0-0-s17-row-1-1"/>
          <p:cNvCxnSpPr>
            <a:stCxn id="816" idx="2"/>
            <a:endCxn id="826" idx="0"/>
          </p:cNvCxnSpPr>
          <p:nvPr/>
        </p:nvCxnSpPr>
        <p:spPr>
          <a:xfrm>
            <a:off x="3657240" y="1923480"/>
            <a:ext cx="724320" cy="553320"/>
          </a:xfrm>
          <a:prstGeom prst="straightConnector1">
            <a:avLst/>
          </a:prstGeom>
          <a:ln w="12859">
            <a:solidFill>
              <a:srgbClr val="00B0F0"/>
            </a:solidFill>
            <a:round/>
            <a:tailEnd type="triangle" w="sm" len="sm"/>
          </a:ln>
        </p:spPr>
      </p:cxnSp>
      <p:cxnSp>
        <p:nvCxnSpPr>
          <p:cNvPr id="918" name="s17-flow-s17-row-0-1-s17-row-1-2"/>
          <p:cNvCxnSpPr>
            <a:stCxn id="817" idx="2"/>
            <a:endCxn id="827" idx="0"/>
          </p:cNvCxnSpPr>
          <p:nvPr/>
        </p:nvCxnSpPr>
        <p:spPr>
          <a:xfrm>
            <a:off x="4381200" y="1923480"/>
            <a:ext cx="724320" cy="553320"/>
          </a:xfrm>
          <a:prstGeom prst="straightConnector1">
            <a:avLst/>
          </a:prstGeom>
          <a:ln w="12859">
            <a:solidFill>
              <a:srgbClr val="00B0F0"/>
            </a:solidFill>
            <a:round/>
            <a:tailEnd type="triangle" w="sm" len="sm"/>
          </a:ln>
        </p:spPr>
      </p:cxnSp>
      <p:cxnSp>
        <p:nvCxnSpPr>
          <p:cNvPr id="919" name="s17-flow-s17-row-0-2-s17-row-1-3"/>
          <p:cNvCxnSpPr>
            <a:stCxn id="818" idx="2"/>
            <a:endCxn id="828" idx="0"/>
          </p:cNvCxnSpPr>
          <p:nvPr/>
        </p:nvCxnSpPr>
        <p:spPr>
          <a:xfrm>
            <a:off x="5105160" y="1923480"/>
            <a:ext cx="724320" cy="553320"/>
          </a:xfrm>
          <a:prstGeom prst="straightConnector1">
            <a:avLst/>
          </a:prstGeom>
          <a:ln w="12859">
            <a:solidFill>
              <a:srgbClr val="00B0F0"/>
            </a:solidFill>
            <a:round/>
            <a:tailEnd type="triangle" w="sm" len="sm"/>
          </a:ln>
        </p:spPr>
      </p:cxnSp>
      <p:cxnSp>
        <p:nvCxnSpPr>
          <p:cNvPr id="920" name="s17-flow-s17-row-0-3-s17-row-1-4"/>
          <p:cNvCxnSpPr>
            <a:stCxn id="819" idx="2"/>
            <a:endCxn id="829" idx="0"/>
          </p:cNvCxnSpPr>
          <p:nvPr/>
        </p:nvCxnSpPr>
        <p:spPr>
          <a:xfrm>
            <a:off x="5829120" y="1923480"/>
            <a:ext cx="724320" cy="553320"/>
          </a:xfrm>
          <a:prstGeom prst="straightConnector1">
            <a:avLst/>
          </a:prstGeom>
          <a:ln w="12859">
            <a:solidFill>
              <a:srgbClr val="00B0F0"/>
            </a:solidFill>
            <a:round/>
            <a:tailEnd type="triangle" w="sm" len="sm"/>
          </a:ln>
        </p:spPr>
      </p:cxnSp>
      <p:cxnSp>
        <p:nvCxnSpPr>
          <p:cNvPr id="921" name="s17-flow-s17-row-0-4-s17-row-1-5"/>
          <p:cNvCxnSpPr>
            <a:stCxn id="820" idx="2"/>
            <a:endCxn id="830" idx="0"/>
          </p:cNvCxnSpPr>
          <p:nvPr/>
        </p:nvCxnSpPr>
        <p:spPr>
          <a:xfrm>
            <a:off x="6553080" y="1923480"/>
            <a:ext cx="723960" cy="553320"/>
          </a:xfrm>
          <a:prstGeom prst="straightConnector1">
            <a:avLst/>
          </a:prstGeom>
          <a:ln w="12859">
            <a:solidFill>
              <a:srgbClr val="00B0F0"/>
            </a:solidFill>
            <a:round/>
            <a:tailEnd type="triangle" w="sm" len="sm"/>
          </a:ln>
        </p:spPr>
      </p:cxnSp>
      <p:cxnSp>
        <p:nvCxnSpPr>
          <p:cNvPr id="922" name="s17-flow-s17-row-0-5-s17-row-1-6"/>
          <p:cNvCxnSpPr>
            <a:stCxn id="821" idx="2"/>
            <a:endCxn id="831" idx="0"/>
          </p:cNvCxnSpPr>
          <p:nvPr/>
        </p:nvCxnSpPr>
        <p:spPr>
          <a:xfrm>
            <a:off x="7276680" y="1923480"/>
            <a:ext cx="724320" cy="553320"/>
          </a:xfrm>
          <a:prstGeom prst="straightConnector1">
            <a:avLst/>
          </a:prstGeom>
          <a:ln w="12859">
            <a:solidFill>
              <a:srgbClr val="00B0F0"/>
            </a:solidFill>
            <a:round/>
            <a:tailEnd type="triangle" w="sm" len="sm"/>
          </a:ln>
        </p:spPr>
      </p:cxnSp>
      <p:cxnSp>
        <p:nvCxnSpPr>
          <p:cNvPr id="923" name="s17-flow-s17-row-0-6-s17-row-1-7"/>
          <p:cNvCxnSpPr>
            <a:stCxn id="822" idx="2"/>
            <a:endCxn id="832" idx="0"/>
          </p:cNvCxnSpPr>
          <p:nvPr/>
        </p:nvCxnSpPr>
        <p:spPr>
          <a:xfrm>
            <a:off x="8000640" y="1923480"/>
            <a:ext cx="724320" cy="553320"/>
          </a:xfrm>
          <a:prstGeom prst="straightConnector1">
            <a:avLst/>
          </a:prstGeom>
          <a:ln w="12859">
            <a:solidFill>
              <a:srgbClr val="00B0F0"/>
            </a:solidFill>
            <a:round/>
            <a:tailEnd type="triangle" w="sm" len="sm"/>
          </a:ln>
        </p:spPr>
      </p:cxnSp>
      <p:cxnSp>
        <p:nvCxnSpPr>
          <p:cNvPr id="924" name="s17-flow-s17-row-1-0-s17-row-2-2"/>
          <p:cNvCxnSpPr>
            <a:stCxn id="825" idx="2"/>
            <a:endCxn id="836" idx="0"/>
          </p:cNvCxnSpPr>
          <p:nvPr/>
        </p:nvCxnSpPr>
        <p:spPr>
          <a:xfrm>
            <a:off x="3657240" y="2876040"/>
            <a:ext cx="1448280" cy="553320"/>
          </a:xfrm>
          <a:prstGeom prst="straightConnector1">
            <a:avLst/>
          </a:prstGeom>
          <a:ln w="12859">
            <a:solidFill>
              <a:srgbClr val="00B0F0"/>
            </a:solidFill>
            <a:round/>
            <a:tailEnd type="triangle" w="sm" len="sm"/>
          </a:ln>
        </p:spPr>
      </p:cxnSp>
      <p:cxnSp>
        <p:nvCxnSpPr>
          <p:cNvPr id="925" name="s17-flow-s17-row-1-1-s17-row-2-3"/>
          <p:cNvCxnSpPr>
            <a:stCxn id="826" idx="2"/>
            <a:endCxn id="837" idx="0"/>
          </p:cNvCxnSpPr>
          <p:nvPr/>
        </p:nvCxnSpPr>
        <p:spPr>
          <a:xfrm>
            <a:off x="4381200" y="2876040"/>
            <a:ext cx="1448280" cy="553320"/>
          </a:xfrm>
          <a:prstGeom prst="straightConnector1">
            <a:avLst/>
          </a:prstGeom>
          <a:ln w="12859">
            <a:solidFill>
              <a:srgbClr val="00B0F0"/>
            </a:solidFill>
            <a:round/>
            <a:tailEnd type="triangle" w="sm" len="sm"/>
          </a:ln>
        </p:spPr>
      </p:cxnSp>
      <p:cxnSp>
        <p:nvCxnSpPr>
          <p:cNvPr id="926" name="s17-flow-s17-row-1-2-s17-row-2-4"/>
          <p:cNvCxnSpPr>
            <a:stCxn id="827" idx="2"/>
            <a:endCxn id="838" idx="0"/>
          </p:cNvCxnSpPr>
          <p:nvPr/>
        </p:nvCxnSpPr>
        <p:spPr>
          <a:xfrm>
            <a:off x="5105160" y="2876040"/>
            <a:ext cx="1448280" cy="553320"/>
          </a:xfrm>
          <a:prstGeom prst="straightConnector1">
            <a:avLst/>
          </a:prstGeom>
          <a:ln w="12859">
            <a:solidFill>
              <a:srgbClr val="00B0F0"/>
            </a:solidFill>
            <a:round/>
            <a:tailEnd type="triangle" w="sm" len="sm"/>
          </a:ln>
        </p:spPr>
      </p:cxnSp>
      <p:cxnSp>
        <p:nvCxnSpPr>
          <p:cNvPr id="927" name="s17-flow-s17-row-1-3-s17-row-2-5"/>
          <p:cNvCxnSpPr>
            <a:stCxn id="828" idx="2"/>
            <a:endCxn id="839" idx="0"/>
          </p:cNvCxnSpPr>
          <p:nvPr/>
        </p:nvCxnSpPr>
        <p:spPr>
          <a:xfrm>
            <a:off x="5829120" y="2876040"/>
            <a:ext cx="1447920" cy="553320"/>
          </a:xfrm>
          <a:prstGeom prst="straightConnector1">
            <a:avLst/>
          </a:prstGeom>
          <a:ln w="12859">
            <a:solidFill>
              <a:srgbClr val="00B0F0"/>
            </a:solidFill>
            <a:round/>
            <a:tailEnd type="triangle" w="sm" len="sm"/>
          </a:ln>
        </p:spPr>
      </p:cxnSp>
      <p:cxnSp>
        <p:nvCxnSpPr>
          <p:cNvPr id="928" name="s17-flow-s17-row-1-4-s17-row-2-6"/>
          <p:cNvCxnSpPr>
            <a:stCxn id="829" idx="2"/>
            <a:endCxn id="840" idx="0"/>
          </p:cNvCxnSpPr>
          <p:nvPr/>
        </p:nvCxnSpPr>
        <p:spPr>
          <a:xfrm>
            <a:off x="6553080" y="2876040"/>
            <a:ext cx="1447920" cy="553320"/>
          </a:xfrm>
          <a:prstGeom prst="straightConnector1">
            <a:avLst/>
          </a:prstGeom>
          <a:ln w="12859">
            <a:solidFill>
              <a:srgbClr val="00B0F0"/>
            </a:solidFill>
            <a:round/>
            <a:tailEnd type="triangle" w="sm" len="sm"/>
          </a:ln>
        </p:spPr>
      </p:cxnSp>
      <p:cxnSp>
        <p:nvCxnSpPr>
          <p:cNvPr id="929" name="s17-flow-s17-row-1-5-s17-row-2-7"/>
          <p:cNvCxnSpPr>
            <a:stCxn id="830" idx="2"/>
            <a:endCxn id="841" idx="0"/>
          </p:cNvCxnSpPr>
          <p:nvPr/>
        </p:nvCxnSpPr>
        <p:spPr>
          <a:xfrm>
            <a:off x="7276680" y="2876040"/>
            <a:ext cx="1448280" cy="553320"/>
          </a:xfrm>
          <a:prstGeom prst="straightConnector1">
            <a:avLst/>
          </a:prstGeom>
          <a:ln w="12859">
            <a:solidFill>
              <a:srgbClr val="00B0F0"/>
            </a:solidFill>
            <a:round/>
            <a:tailEnd type="triangle" w="sm" len="sm"/>
          </a:ln>
        </p:spPr>
      </p:cxnSp>
      <p:cxnSp>
        <p:nvCxnSpPr>
          <p:cNvPr id="930" name="s17-flow-s17-row-2-0-s17-row-3-4"/>
          <p:cNvCxnSpPr>
            <a:stCxn id="834" idx="2"/>
            <a:endCxn id="847" idx="0"/>
          </p:cNvCxnSpPr>
          <p:nvPr/>
        </p:nvCxnSpPr>
        <p:spPr>
          <a:xfrm>
            <a:off x="3657240" y="3828600"/>
            <a:ext cx="2896200" cy="553320"/>
          </a:xfrm>
          <a:prstGeom prst="straightConnector1">
            <a:avLst/>
          </a:prstGeom>
          <a:ln w="12859">
            <a:solidFill>
              <a:srgbClr val="00B0F0"/>
            </a:solidFill>
            <a:round/>
            <a:tailEnd type="triangle" w="sm" len="sm"/>
          </a:ln>
        </p:spPr>
      </p:cxnSp>
      <p:cxnSp>
        <p:nvCxnSpPr>
          <p:cNvPr id="931" name="s17-flow-s17-row-2-1-s17-row-3-5"/>
          <p:cNvCxnSpPr>
            <a:stCxn id="835" idx="2"/>
            <a:endCxn id="848" idx="0"/>
          </p:cNvCxnSpPr>
          <p:nvPr/>
        </p:nvCxnSpPr>
        <p:spPr>
          <a:xfrm>
            <a:off x="4381200" y="3828600"/>
            <a:ext cx="2895840" cy="553320"/>
          </a:xfrm>
          <a:prstGeom prst="straightConnector1">
            <a:avLst/>
          </a:prstGeom>
          <a:ln w="12859">
            <a:solidFill>
              <a:srgbClr val="00B0F0"/>
            </a:solidFill>
            <a:round/>
            <a:tailEnd type="triangle" w="sm" len="sm"/>
          </a:ln>
        </p:spPr>
      </p:cxnSp>
      <p:cxnSp>
        <p:nvCxnSpPr>
          <p:cNvPr id="932" name="s17-flow-s17-row-2-2-s17-row-3-6"/>
          <p:cNvCxnSpPr>
            <a:stCxn id="836" idx="2"/>
            <a:endCxn id="849" idx="0"/>
          </p:cNvCxnSpPr>
          <p:nvPr/>
        </p:nvCxnSpPr>
        <p:spPr>
          <a:xfrm>
            <a:off x="5105160" y="3828600"/>
            <a:ext cx="2895840" cy="553320"/>
          </a:xfrm>
          <a:prstGeom prst="straightConnector1">
            <a:avLst/>
          </a:prstGeom>
          <a:ln w="12859">
            <a:solidFill>
              <a:srgbClr val="00B0F0"/>
            </a:solidFill>
            <a:round/>
            <a:tailEnd type="triangle" w="sm" len="sm"/>
          </a:ln>
        </p:spPr>
      </p:cxnSp>
      <p:cxnSp>
        <p:nvCxnSpPr>
          <p:cNvPr id="933" name="s17-flow-s17-row-2-3-s17-row-3-7"/>
          <p:cNvCxnSpPr>
            <a:stCxn id="837" idx="2"/>
            <a:endCxn id="850" idx="0"/>
          </p:cNvCxnSpPr>
          <p:nvPr/>
        </p:nvCxnSpPr>
        <p:spPr>
          <a:xfrm>
            <a:off x="5829120" y="3828600"/>
            <a:ext cx="2895840" cy="553320"/>
          </a:xfrm>
          <a:prstGeom prst="straightConnector1">
            <a:avLst/>
          </a:prstGeom>
          <a:ln w="12859">
            <a:solidFill>
              <a:srgbClr val="00B0F0"/>
            </a:solidFill>
            <a:round/>
            <a:tailEnd type="triangle" w="sm" len="sm"/>
          </a:ln>
        </p:spPr>
      </p:cxnSp>
      <p:sp>
        <p:nvSpPr>
          <p:cNvPr id="869" name="s17-stage-brace-top">
            <a:extLst>
              <a:ext uri="{FF2B5EF4-FFF2-40B4-BE49-F238E27FC236}">
                <a16:creationId xmlns:a16="http://schemas.microsoft.com/office/drawing/2014/main" id="{05673606-B1D3-4D4F-B693-F82D1595FC7F}"/>
              </a:ext>
            </a:extLst>
          </p:cNvPr>
          <p:cNvSpPr>
            <a:spLocks noGrp="1"/>
          </p:cNvSpPr>
          <p:nvPr/>
        </p:nvSpPr>
        <p:spPr>
          <a:xfrm>
            <a:off x="1809720" y="1514160"/>
            <a:ext cx="399960" cy="360"/>
          </a:xfrm>
          <a:prstGeom prst="line">
            <a:avLst/>
          </a:prstGeom>
          <a:ln w="52388">
            <a:solidFill>
              <a:srgbClr val="0353A4"/>
            </a:solidFill>
          </a:ln>
        </p:spPr>
        <p:style>
          <a:lnRef idx="0">
            <a:scrgbClr r="0" g="0" b="0"/>
          </a:lnRef>
          <a:fillRef idx="0">
            <a:scrgbClr r="0" g="0" b="0"/>
          </a:fillRef>
          <a:effectRef idx="0">
            <a:scrgbClr r="0" g="0" b="0"/>
          </a:effectRef>
          <a:fontRef idx="minor"/>
        </p:style>
        <p:txBody>
          <a:bodyPr lIns="90000" tIns="-44640" rIns="90000" bIns="-44640" anchor="t">
            <a:noAutofit/>
          </a:bodyPr>
          <a:lstStyle/>
          <a:p>
            <a:pPr>
              <a:buNone/>
            </a:pPr>
            <a:endParaRPr/>
          </a:p>
        </p:txBody>
      </p:sp>
      <p:sp>
        <p:nvSpPr>
          <p:cNvPr id="870" name="s17-stage-brace-side">
            <a:extLst>
              <a:ext uri="{FF2B5EF4-FFF2-40B4-BE49-F238E27FC236}">
                <a16:creationId xmlns:a16="http://schemas.microsoft.com/office/drawing/2014/main" id="{7693A1EF-B5C6-4028-8550-F3E2CD514D01}"/>
              </a:ext>
            </a:extLst>
          </p:cNvPr>
          <p:cNvSpPr>
            <a:spLocks noGrp="1"/>
          </p:cNvSpPr>
          <p:nvPr/>
        </p:nvSpPr>
        <p:spPr>
          <a:xfrm>
            <a:off x="1809720" y="1514160"/>
            <a:ext cx="360" cy="3229200"/>
          </a:xfrm>
          <a:prstGeom prst="line">
            <a:avLst/>
          </a:prstGeom>
          <a:ln w="52388">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871" name="s17-stage-brace-bottom">
            <a:extLst>
              <a:ext uri="{FF2B5EF4-FFF2-40B4-BE49-F238E27FC236}">
                <a16:creationId xmlns:a16="http://schemas.microsoft.com/office/drawing/2014/main" id="{3EC8715C-0340-4E71-8D6E-1F006297095D}"/>
              </a:ext>
            </a:extLst>
          </p:cNvPr>
          <p:cNvSpPr>
            <a:spLocks noGrp="1"/>
          </p:cNvSpPr>
          <p:nvPr/>
        </p:nvSpPr>
        <p:spPr>
          <a:xfrm>
            <a:off x="1809720" y="4743360"/>
            <a:ext cx="399960" cy="360"/>
          </a:xfrm>
          <a:prstGeom prst="line">
            <a:avLst/>
          </a:prstGeom>
          <a:ln w="52388">
            <a:solidFill>
              <a:srgbClr val="0353A4"/>
            </a:solidFill>
          </a:ln>
        </p:spPr>
        <p:style>
          <a:lnRef idx="0">
            <a:scrgbClr r="0" g="0" b="0"/>
          </a:lnRef>
          <a:fillRef idx="0">
            <a:scrgbClr r="0" g="0" b="0"/>
          </a:fillRef>
          <a:effectRef idx="0">
            <a:scrgbClr r="0" g="0" b="0"/>
          </a:effectRef>
          <a:fontRef idx="minor"/>
        </p:style>
        <p:txBody>
          <a:bodyPr lIns="90000" tIns="-44640" rIns="90000" bIns="-44640" anchor="t">
            <a:noAutofit/>
          </a:bodyPr>
          <a:lstStyle/>
          <a:p>
            <a:pPr>
              <a:buNone/>
            </a:pPr>
            <a:endParaRPr/>
          </a:p>
        </p:txBody>
      </p:sp>
      <p:sp>
        <p:nvSpPr>
          <p:cNvPr id="872" name="s17-stage-count">
            <a:extLst>
              <a:ext uri="{FF2B5EF4-FFF2-40B4-BE49-F238E27FC236}">
                <a16:creationId xmlns:a16="http://schemas.microsoft.com/office/drawing/2014/main" id="{A14AC678-920E-4D1A-8B81-630347B3540D}"/>
              </a:ext>
            </a:extLst>
          </p:cNvPr>
          <p:cNvSpPr>
            <a:spLocks noGrp="1"/>
          </p:cNvSpPr>
          <p:nvPr/>
        </p:nvSpPr>
        <p:spPr>
          <a:xfrm>
            <a:off x="781200" y="2571840"/>
            <a:ext cx="1047240" cy="87588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1" u="none">
                <a:solidFill>
                  <a:srgbClr val="0353A4"/>
                </a:solidFill>
                <a:latin typeface="Arial"/>
                <a:ea typeface="Arial"/>
                <a:cs typeface="Arial"/>
              </a:rPr>
              <a:t>log₂8</a:t>
            </a:r>
          </a:p>
          <a:p>
            <a:pPr algn="ctr">
              <a:lnSpc>
                <a:spcPct val="100000"/>
              </a:lnSpc>
              <a:buNone/>
            </a:pPr>
            <a:r>
              <a:rPr sz="1350" b="1" u="none">
                <a:solidFill>
                  <a:srgbClr val="0353A4"/>
                </a:solidFill>
                <a:latin typeface="Arial"/>
                <a:ea typeface="Arial"/>
                <a:cs typeface="Arial"/>
              </a:rPr>
              <a:t>= 3 stages</a:t>
            </a:r>
          </a:p>
        </p:txBody>
      </p:sp>
      <p:sp>
        <p:nvSpPr>
          <p:cNvPr id="873" name="s17-reach-2">
            <a:extLst>
              <a:ext uri="{FF2B5EF4-FFF2-40B4-BE49-F238E27FC236}">
                <a16:creationId xmlns:a16="http://schemas.microsoft.com/office/drawing/2014/main" id="{6B7189BE-C20E-4393-81D3-0C606E272490}"/>
              </a:ext>
            </a:extLst>
          </p:cNvPr>
          <p:cNvSpPr>
            <a:spLocks noGrp="1"/>
          </p:cNvSpPr>
          <p:nvPr/>
        </p:nvSpPr>
        <p:spPr>
          <a:xfrm>
            <a:off x="9715680" y="2457360"/>
            <a:ext cx="142848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500" b="1" u="none">
                <a:solidFill>
                  <a:srgbClr val="FF0000"/>
                </a:solidFill>
                <a:latin typeface="Arial"/>
                <a:ea typeface="Arial"/>
                <a:cs typeface="Arial"/>
              </a:rPr>
              <a:t>reach 2</a:t>
            </a:r>
          </a:p>
        </p:txBody>
      </p:sp>
      <p:sp>
        <p:nvSpPr>
          <p:cNvPr id="874" name="s17-reach-4">
            <a:extLst>
              <a:ext uri="{FF2B5EF4-FFF2-40B4-BE49-F238E27FC236}">
                <a16:creationId xmlns:a16="http://schemas.microsoft.com/office/drawing/2014/main" id="{F3FA2122-3F7E-4ABF-892E-DD4ABDBDC418}"/>
              </a:ext>
            </a:extLst>
          </p:cNvPr>
          <p:cNvSpPr>
            <a:spLocks noGrp="1"/>
          </p:cNvSpPr>
          <p:nvPr/>
        </p:nvSpPr>
        <p:spPr>
          <a:xfrm>
            <a:off x="9715680" y="3409920"/>
            <a:ext cx="142848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500" b="1" u="none">
                <a:solidFill>
                  <a:srgbClr val="FF0000"/>
                </a:solidFill>
                <a:latin typeface="Arial"/>
                <a:ea typeface="Arial"/>
                <a:cs typeface="Arial"/>
              </a:rPr>
              <a:t>reach 4</a:t>
            </a:r>
          </a:p>
        </p:txBody>
      </p:sp>
      <p:sp>
        <p:nvSpPr>
          <p:cNvPr id="875" name="s17-reach-8">
            <a:extLst>
              <a:ext uri="{FF2B5EF4-FFF2-40B4-BE49-F238E27FC236}">
                <a16:creationId xmlns:a16="http://schemas.microsoft.com/office/drawing/2014/main" id="{2D7A98F4-5CBF-4094-B05D-E160088FB571}"/>
              </a:ext>
            </a:extLst>
          </p:cNvPr>
          <p:cNvSpPr>
            <a:spLocks noGrp="1"/>
          </p:cNvSpPr>
          <p:nvPr/>
        </p:nvSpPr>
        <p:spPr>
          <a:xfrm>
            <a:off x="9715680" y="4362480"/>
            <a:ext cx="142848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500" b="1" u="none">
                <a:solidFill>
                  <a:srgbClr val="FF0000"/>
                </a:solidFill>
                <a:latin typeface="Arial"/>
                <a:ea typeface="Arial"/>
                <a:cs typeface="Arial"/>
              </a:rPr>
              <a:t>reach 8</a:t>
            </a:r>
          </a:p>
        </p:txBody>
      </p:sp>
      <p:sp>
        <p:nvSpPr>
          <p:cNvPr id="876" name="s17-code">
            <a:extLst>
              <a:ext uri="{FF2B5EF4-FFF2-40B4-BE49-F238E27FC236}">
                <a16:creationId xmlns:a16="http://schemas.microsoft.com/office/drawing/2014/main" id="{784321E8-B345-4F1C-982E-793F77EE64E7}"/>
              </a:ext>
            </a:extLst>
          </p:cNvPr>
          <p:cNvSpPr>
            <a:spLocks noGrp="1"/>
          </p:cNvSpPr>
          <p:nvPr/>
        </p:nvSpPr>
        <p:spPr>
          <a:xfrm>
            <a:off x="2286000" y="4971960"/>
            <a:ext cx="7619760" cy="39960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80" b="1" u="none">
                <a:solidFill>
                  <a:srgbClr val="001233"/>
                </a:solidFill>
                <a:latin typeface="Courier New"/>
                <a:ea typeface="Courier New"/>
                <a:cs typeface="Courier New"/>
              </a:rPr>
              <a:t>next[i] = cur[i] + cur[i−d]   (when i ≥ d)</a:t>
            </a:r>
          </a:p>
        </p:txBody>
      </p:sp>
      <p:sp>
        <p:nvSpPr>
          <p:cNvPr id="877" name="s17-result">
            <a:extLst>
              <a:ext uri="{FF2B5EF4-FFF2-40B4-BE49-F238E27FC236}">
                <a16:creationId xmlns:a16="http://schemas.microsoft.com/office/drawing/2014/main" id="{3EE4D879-F460-4EC0-ABCC-87E53600B54C}"/>
              </a:ext>
            </a:extLst>
          </p:cNvPr>
          <p:cNvSpPr>
            <a:spLocks noGrp="1"/>
          </p:cNvSpPr>
          <p:nvPr/>
        </p:nvSpPr>
        <p:spPr>
          <a:xfrm>
            <a:off x="3429000" y="5477040"/>
            <a:ext cx="5333760" cy="38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800" b="1" u="none">
                <a:solidFill>
                  <a:srgbClr val="FF0000"/>
                </a:solidFill>
                <a:latin typeface="Arial"/>
                <a:ea typeface="Arial"/>
                <a:cs typeface="Arial"/>
              </a:rPr>
              <a:t>17 combines  •  minimum depth</a:t>
            </a:r>
          </a:p>
        </p:txBody>
      </p:sp>
    </p:spTree>
    <p:extLst>
      <p:ext uri="{BB962C8B-B14F-4D97-AF65-F5344CB8AC3E}">
        <p14:creationId xmlns:p14="http://schemas.microsoft.com/office/powerpoint/2010/main" val="1004041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 name="PlaceHolder 1">
            <a:extLst>
              <a:ext uri="{FF2B5EF4-FFF2-40B4-BE49-F238E27FC236}">
                <a16:creationId xmlns:a16="http://schemas.microsoft.com/office/drawing/2014/main" id="{56D4BFD0-C6CA-4C03-81D3-1F26696814CB}"/>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3000" b="1" u="none">
                <a:solidFill>
                  <a:srgbClr val="001233"/>
                </a:solidFill>
                <a:latin typeface="Arial"/>
                <a:ea typeface="Arial"/>
                <a:cs typeface="Arial"/>
              </a:rPr>
              <a:t>Brent-Kung Scan</a:t>
            </a:r>
          </a:p>
        </p:txBody>
      </p:sp>
      <p:sp>
        <p:nvSpPr>
          <p:cNvPr id="879" name="s18-page-number">
            <a:extLst>
              <a:ext uri="{FF2B5EF4-FFF2-40B4-BE49-F238E27FC236}">
                <a16:creationId xmlns:a16="http://schemas.microsoft.com/office/drawing/2014/main" id="{957C48BB-AAD9-4499-9974-D713E66E74CD}"/>
              </a:ext>
            </a:extLst>
          </p:cNvPr>
          <p:cNvSpPr>
            <a:spLocks noGrp="1"/>
          </p:cNvSpPr>
          <p:nvPr/>
        </p:nvSpPr>
        <p:spPr>
          <a:xfrm>
            <a:off x="11487240" y="6453360"/>
            <a:ext cx="456840" cy="264600"/>
          </a:xfrm>
          <a:prstGeom prst="rect">
            <a:avLst/>
          </a:prstGeom>
          <a:noFill/>
          <a:ln w="0">
            <a:noFill/>
          </a:ln>
        </p:spPr>
        <p:style>
          <a:lnRef idx="0">
            <a:scrgbClr r="0" g="0" b="0"/>
          </a:lnRef>
          <a:fillRef idx="0">
            <a:scrgbClr r="0" g="0" b="0"/>
          </a:fillRef>
          <a:effectRef idx="0">
            <a:scrgbClr r="0" g="0" b="0"/>
          </a:effectRef>
          <a:fontRef idx="minor"/>
        </p:style>
        <p:txBody>
          <a:bodyPr lIns="45720" rIns="45720" anchor="ctr">
            <a:noAutofit/>
          </a:bodyPr>
          <a:lstStyle/>
          <a:p>
            <a:pPr algn="r">
              <a:lnSpc>
                <a:spcPct val="100000"/>
              </a:lnSpc>
              <a:buNone/>
            </a:pPr>
            <a:r>
              <a:rPr sz="900" b="0" u="none">
                <a:solidFill>
                  <a:srgbClr val="88888D"/>
                </a:solidFill>
                <a:latin typeface="Arial"/>
                <a:ea typeface="Arial"/>
                <a:cs typeface="Arial"/>
              </a:rPr>
              <a:t>18</a:t>
            </a:r>
          </a:p>
        </p:txBody>
      </p:sp>
      <p:sp>
        <p:nvSpPr>
          <p:cNvPr id="880" name="s18-subtitle">
            <a:extLst>
              <a:ext uri="{FF2B5EF4-FFF2-40B4-BE49-F238E27FC236}">
                <a16:creationId xmlns:a16="http://schemas.microsoft.com/office/drawing/2014/main" id="{F5A5B919-5F3A-408A-B578-246648B52E96}"/>
              </a:ext>
            </a:extLst>
          </p:cNvPr>
          <p:cNvSpPr>
            <a:spLocks noGrp="1"/>
          </p:cNvSpPr>
          <p:nvPr/>
        </p:nvSpPr>
        <p:spPr>
          <a:xfrm>
            <a:off x="733320" y="1047600"/>
            <a:ext cx="8572320" cy="28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350" b="1" u="none">
                <a:solidFill>
                  <a:srgbClr val="001233"/>
                </a:solidFill>
                <a:latin typeface="Arial"/>
                <a:ea typeface="Arial"/>
                <a:cs typeface="Arial"/>
              </a:rPr>
              <a:t>Same lanes; sparse up-sweep and down-sweep trade work for depth</a:t>
            </a:r>
          </a:p>
        </p:txBody>
      </p:sp>
      <p:sp>
        <p:nvSpPr>
          <p:cNvPr id="881" name="s18-row-0-0">
            <a:extLst>
              <a:ext uri="{FF2B5EF4-FFF2-40B4-BE49-F238E27FC236}">
                <a16:creationId xmlns:a16="http://schemas.microsoft.com/office/drawing/2014/main" id="{EB168289-DFB8-45F6-AFCB-B881471257DE}"/>
              </a:ext>
            </a:extLst>
          </p:cNvPr>
          <p:cNvSpPr>
            <a:spLocks noGrp="1"/>
          </p:cNvSpPr>
          <p:nvPr/>
        </p:nvSpPr>
        <p:spPr>
          <a:xfrm>
            <a:off x="3371760" y="1523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3</a:t>
            </a:r>
          </a:p>
        </p:txBody>
      </p:sp>
      <p:sp>
        <p:nvSpPr>
          <p:cNvPr id="882" name="s18-row-0-1">
            <a:extLst>
              <a:ext uri="{FF2B5EF4-FFF2-40B4-BE49-F238E27FC236}">
                <a16:creationId xmlns:a16="http://schemas.microsoft.com/office/drawing/2014/main" id="{E01887C5-3811-495B-BB2D-B83159EE91EF}"/>
              </a:ext>
            </a:extLst>
          </p:cNvPr>
          <p:cNvSpPr>
            <a:spLocks noGrp="1"/>
          </p:cNvSpPr>
          <p:nvPr/>
        </p:nvSpPr>
        <p:spPr>
          <a:xfrm>
            <a:off x="4095720" y="1523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1</a:t>
            </a:r>
          </a:p>
        </p:txBody>
      </p:sp>
      <p:sp>
        <p:nvSpPr>
          <p:cNvPr id="883" name="s18-row-0-2">
            <a:extLst>
              <a:ext uri="{FF2B5EF4-FFF2-40B4-BE49-F238E27FC236}">
                <a16:creationId xmlns:a16="http://schemas.microsoft.com/office/drawing/2014/main" id="{D61E09B8-4EE0-4C10-A18B-C351B1F083CB}"/>
              </a:ext>
            </a:extLst>
          </p:cNvPr>
          <p:cNvSpPr>
            <a:spLocks noGrp="1"/>
          </p:cNvSpPr>
          <p:nvPr/>
        </p:nvSpPr>
        <p:spPr>
          <a:xfrm>
            <a:off x="4819680" y="1523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7</a:t>
            </a:r>
          </a:p>
        </p:txBody>
      </p:sp>
      <p:sp>
        <p:nvSpPr>
          <p:cNvPr id="884" name="s18-row-0-3">
            <a:extLst>
              <a:ext uri="{FF2B5EF4-FFF2-40B4-BE49-F238E27FC236}">
                <a16:creationId xmlns:a16="http://schemas.microsoft.com/office/drawing/2014/main" id="{68B8B78D-B6DD-4578-9D06-02A085B87494}"/>
              </a:ext>
            </a:extLst>
          </p:cNvPr>
          <p:cNvSpPr>
            <a:spLocks noGrp="1"/>
          </p:cNvSpPr>
          <p:nvPr/>
        </p:nvSpPr>
        <p:spPr>
          <a:xfrm>
            <a:off x="5543640" y="1523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0</a:t>
            </a:r>
          </a:p>
        </p:txBody>
      </p:sp>
      <p:sp>
        <p:nvSpPr>
          <p:cNvPr id="885" name="s18-row-0-4">
            <a:extLst>
              <a:ext uri="{FF2B5EF4-FFF2-40B4-BE49-F238E27FC236}">
                <a16:creationId xmlns:a16="http://schemas.microsoft.com/office/drawing/2014/main" id="{C484F4FE-53C8-4829-A5F1-83A032FD9959}"/>
              </a:ext>
            </a:extLst>
          </p:cNvPr>
          <p:cNvSpPr>
            <a:spLocks noGrp="1"/>
          </p:cNvSpPr>
          <p:nvPr/>
        </p:nvSpPr>
        <p:spPr>
          <a:xfrm>
            <a:off x="6267600" y="1523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4</a:t>
            </a:r>
          </a:p>
        </p:txBody>
      </p:sp>
      <p:sp>
        <p:nvSpPr>
          <p:cNvPr id="886" name="s18-row-0-5">
            <a:extLst>
              <a:ext uri="{FF2B5EF4-FFF2-40B4-BE49-F238E27FC236}">
                <a16:creationId xmlns:a16="http://schemas.microsoft.com/office/drawing/2014/main" id="{142EDA25-4A60-4E3C-AE24-6A467603952F}"/>
              </a:ext>
            </a:extLst>
          </p:cNvPr>
          <p:cNvSpPr>
            <a:spLocks noGrp="1"/>
          </p:cNvSpPr>
          <p:nvPr/>
        </p:nvSpPr>
        <p:spPr>
          <a:xfrm>
            <a:off x="6991200" y="1523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1</a:t>
            </a:r>
          </a:p>
        </p:txBody>
      </p:sp>
      <p:sp>
        <p:nvSpPr>
          <p:cNvPr id="887" name="s18-row-0-6">
            <a:extLst>
              <a:ext uri="{FF2B5EF4-FFF2-40B4-BE49-F238E27FC236}">
                <a16:creationId xmlns:a16="http://schemas.microsoft.com/office/drawing/2014/main" id="{9B006F0A-E60E-435D-B787-1A63F00F4C42}"/>
              </a:ext>
            </a:extLst>
          </p:cNvPr>
          <p:cNvSpPr>
            <a:spLocks noGrp="1"/>
          </p:cNvSpPr>
          <p:nvPr/>
        </p:nvSpPr>
        <p:spPr>
          <a:xfrm>
            <a:off x="7715160" y="1523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6</a:t>
            </a:r>
          </a:p>
        </p:txBody>
      </p:sp>
      <p:sp>
        <p:nvSpPr>
          <p:cNvPr id="888" name="s18-row-0-7">
            <a:extLst>
              <a:ext uri="{FF2B5EF4-FFF2-40B4-BE49-F238E27FC236}">
                <a16:creationId xmlns:a16="http://schemas.microsoft.com/office/drawing/2014/main" id="{41939A11-4185-4C40-8C51-6682787B0266}"/>
              </a:ext>
            </a:extLst>
          </p:cNvPr>
          <p:cNvSpPr>
            <a:spLocks noGrp="1"/>
          </p:cNvSpPr>
          <p:nvPr/>
        </p:nvSpPr>
        <p:spPr>
          <a:xfrm>
            <a:off x="8439120" y="1523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3</a:t>
            </a:r>
          </a:p>
        </p:txBody>
      </p:sp>
      <p:sp>
        <p:nvSpPr>
          <p:cNvPr id="889" name="s18-row-0-label">
            <a:extLst>
              <a:ext uri="{FF2B5EF4-FFF2-40B4-BE49-F238E27FC236}">
                <a16:creationId xmlns:a16="http://schemas.microsoft.com/office/drawing/2014/main" id="{18FA7458-524E-40EC-881B-3F14042304BB}"/>
              </a:ext>
            </a:extLst>
          </p:cNvPr>
          <p:cNvSpPr>
            <a:spLocks noGrp="1"/>
          </p:cNvSpPr>
          <p:nvPr/>
        </p:nvSpPr>
        <p:spPr>
          <a:xfrm>
            <a:off x="1762200" y="1523880"/>
            <a:ext cx="999720" cy="36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170" b="1" u="none">
                <a:solidFill>
                  <a:srgbClr val="0353A4"/>
                </a:solidFill>
                <a:latin typeface="Arial"/>
                <a:ea typeface="Arial"/>
                <a:cs typeface="Arial"/>
              </a:rPr>
              <a:t>input</a:t>
            </a:r>
          </a:p>
        </p:txBody>
      </p:sp>
      <p:sp>
        <p:nvSpPr>
          <p:cNvPr id="890" name="s18-row-1-0">
            <a:extLst>
              <a:ext uri="{FF2B5EF4-FFF2-40B4-BE49-F238E27FC236}">
                <a16:creationId xmlns:a16="http://schemas.microsoft.com/office/drawing/2014/main" id="{944FF073-51EB-4BD6-AACF-1AB6C384C703}"/>
              </a:ext>
            </a:extLst>
          </p:cNvPr>
          <p:cNvSpPr>
            <a:spLocks noGrp="1"/>
          </p:cNvSpPr>
          <p:nvPr/>
        </p:nvSpPr>
        <p:spPr>
          <a:xfrm>
            <a:off x="3371760" y="2095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3</a:t>
            </a:r>
          </a:p>
        </p:txBody>
      </p:sp>
      <p:sp>
        <p:nvSpPr>
          <p:cNvPr id="891" name="s18-row-1-1">
            <a:extLst>
              <a:ext uri="{FF2B5EF4-FFF2-40B4-BE49-F238E27FC236}">
                <a16:creationId xmlns:a16="http://schemas.microsoft.com/office/drawing/2014/main" id="{C6333C7C-9D88-4501-B867-2FE5BC9A1B5A}"/>
              </a:ext>
            </a:extLst>
          </p:cNvPr>
          <p:cNvSpPr>
            <a:spLocks noGrp="1"/>
          </p:cNvSpPr>
          <p:nvPr/>
        </p:nvSpPr>
        <p:spPr>
          <a:xfrm>
            <a:off x="4095720" y="2095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23813">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1" u="none">
                <a:solidFill>
                  <a:srgbClr val="001233"/>
                </a:solidFill>
                <a:latin typeface="Courier New"/>
                <a:ea typeface="Courier New"/>
                <a:cs typeface="Courier New"/>
              </a:rPr>
              <a:t>4</a:t>
            </a:r>
          </a:p>
        </p:txBody>
      </p:sp>
      <p:sp>
        <p:nvSpPr>
          <p:cNvPr id="892" name="s18-row-1-2">
            <a:extLst>
              <a:ext uri="{FF2B5EF4-FFF2-40B4-BE49-F238E27FC236}">
                <a16:creationId xmlns:a16="http://schemas.microsoft.com/office/drawing/2014/main" id="{EE0712C2-BE9A-437B-8F90-575CD5F2A29F}"/>
              </a:ext>
            </a:extLst>
          </p:cNvPr>
          <p:cNvSpPr>
            <a:spLocks noGrp="1"/>
          </p:cNvSpPr>
          <p:nvPr/>
        </p:nvSpPr>
        <p:spPr>
          <a:xfrm>
            <a:off x="4819680" y="2095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7</a:t>
            </a:r>
          </a:p>
        </p:txBody>
      </p:sp>
      <p:sp>
        <p:nvSpPr>
          <p:cNvPr id="893" name="s18-row-1-3">
            <a:extLst>
              <a:ext uri="{FF2B5EF4-FFF2-40B4-BE49-F238E27FC236}">
                <a16:creationId xmlns:a16="http://schemas.microsoft.com/office/drawing/2014/main" id="{64676B60-1118-4180-B1C0-BE51355DFF57}"/>
              </a:ext>
            </a:extLst>
          </p:cNvPr>
          <p:cNvSpPr>
            <a:spLocks noGrp="1"/>
          </p:cNvSpPr>
          <p:nvPr/>
        </p:nvSpPr>
        <p:spPr>
          <a:xfrm>
            <a:off x="5543640" y="2095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23813">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1" u="none">
                <a:solidFill>
                  <a:srgbClr val="001233"/>
                </a:solidFill>
                <a:latin typeface="Courier New"/>
                <a:ea typeface="Courier New"/>
                <a:cs typeface="Courier New"/>
              </a:rPr>
              <a:t>7</a:t>
            </a:r>
          </a:p>
        </p:txBody>
      </p:sp>
      <p:sp>
        <p:nvSpPr>
          <p:cNvPr id="894" name="s18-row-1-4">
            <a:extLst>
              <a:ext uri="{FF2B5EF4-FFF2-40B4-BE49-F238E27FC236}">
                <a16:creationId xmlns:a16="http://schemas.microsoft.com/office/drawing/2014/main" id="{E78B24F4-5852-4B4F-ABF0-DC4917EB2234}"/>
              </a:ext>
            </a:extLst>
          </p:cNvPr>
          <p:cNvSpPr>
            <a:spLocks noGrp="1"/>
          </p:cNvSpPr>
          <p:nvPr/>
        </p:nvSpPr>
        <p:spPr>
          <a:xfrm>
            <a:off x="6267600" y="2095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4</a:t>
            </a:r>
          </a:p>
        </p:txBody>
      </p:sp>
      <p:sp>
        <p:nvSpPr>
          <p:cNvPr id="895" name="s18-row-1-5">
            <a:extLst>
              <a:ext uri="{FF2B5EF4-FFF2-40B4-BE49-F238E27FC236}">
                <a16:creationId xmlns:a16="http://schemas.microsoft.com/office/drawing/2014/main" id="{06ACA039-5964-40BE-B726-06F6501E83D0}"/>
              </a:ext>
            </a:extLst>
          </p:cNvPr>
          <p:cNvSpPr>
            <a:spLocks noGrp="1"/>
          </p:cNvSpPr>
          <p:nvPr/>
        </p:nvSpPr>
        <p:spPr>
          <a:xfrm>
            <a:off x="6991200" y="2095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23813">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1" u="none">
                <a:solidFill>
                  <a:srgbClr val="001233"/>
                </a:solidFill>
                <a:latin typeface="Courier New"/>
                <a:ea typeface="Courier New"/>
                <a:cs typeface="Courier New"/>
              </a:rPr>
              <a:t>5</a:t>
            </a:r>
          </a:p>
        </p:txBody>
      </p:sp>
      <p:sp>
        <p:nvSpPr>
          <p:cNvPr id="896" name="s18-row-1-6">
            <a:extLst>
              <a:ext uri="{FF2B5EF4-FFF2-40B4-BE49-F238E27FC236}">
                <a16:creationId xmlns:a16="http://schemas.microsoft.com/office/drawing/2014/main" id="{E0632DE0-9CF2-47AE-94FD-9B0D1C2A6C27}"/>
              </a:ext>
            </a:extLst>
          </p:cNvPr>
          <p:cNvSpPr>
            <a:spLocks noGrp="1"/>
          </p:cNvSpPr>
          <p:nvPr/>
        </p:nvSpPr>
        <p:spPr>
          <a:xfrm>
            <a:off x="7715160" y="2095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6</a:t>
            </a:r>
          </a:p>
        </p:txBody>
      </p:sp>
      <p:sp>
        <p:nvSpPr>
          <p:cNvPr id="897" name="s18-row-1-7">
            <a:extLst>
              <a:ext uri="{FF2B5EF4-FFF2-40B4-BE49-F238E27FC236}">
                <a16:creationId xmlns:a16="http://schemas.microsoft.com/office/drawing/2014/main" id="{44CA8E47-DD8A-439B-B4A4-C877B997BCA3}"/>
              </a:ext>
            </a:extLst>
          </p:cNvPr>
          <p:cNvSpPr>
            <a:spLocks noGrp="1"/>
          </p:cNvSpPr>
          <p:nvPr/>
        </p:nvSpPr>
        <p:spPr>
          <a:xfrm>
            <a:off x="8439120" y="2095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23813">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1" u="none">
                <a:solidFill>
                  <a:srgbClr val="001233"/>
                </a:solidFill>
                <a:latin typeface="Courier New"/>
                <a:ea typeface="Courier New"/>
                <a:cs typeface="Courier New"/>
              </a:rPr>
              <a:t>9</a:t>
            </a:r>
          </a:p>
        </p:txBody>
      </p:sp>
      <p:sp>
        <p:nvSpPr>
          <p:cNvPr id="898" name="s18-row-1-label">
            <a:extLst>
              <a:ext uri="{FF2B5EF4-FFF2-40B4-BE49-F238E27FC236}">
                <a16:creationId xmlns:a16="http://schemas.microsoft.com/office/drawing/2014/main" id="{7D3392F2-1407-4830-ADD5-32D8ABA28B01}"/>
              </a:ext>
            </a:extLst>
          </p:cNvPr>
          <p:cNvSpPr>
            <a:spLocks noGrp="1"/>
          </p:cNvSpPr>
          <p:nvPr/>
        </p:nvSpPr>
        <p:spPr>
          <a:xfrm>
            <a:off x="1762200" y="2095560"/>
            <a:ext cx="999720" cy="36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170" b="1" u="none">
                <a:solidFill>
                  <a:srgbClr val="00B0F0"/>
                </a:solidFill>
                <a:latin typeface="Arial"/>
                <a:ea typeface="Arial"/>
                <a:cs typeface="Arial"/>
              </a:rPr>
              <a:t>up 1</a:t>
            </a:r>
          </a:p>
        </p:txBody>
      </p:sp>
      <p:sp>
        <p:nvSpPr>
          <p:cNvPr id="899" name="s18-row-2-0">
            <a:extLst>
              <a:ext uri="{FF2B5EF4-FFF2-40B4-BE49-F238E27FC236}">
                <a16:creationId xmlns:a16="http://schemas.microsoft.com/office/drawing/2014/main" id="{37B3D348-D4CA-48C6-9884-4DB017E75368}"/>
              </a:ext>
            </a:extLst>
          </p:cNvPr>
          <p:cNvSpPr>
            <a:spLocks noGrp="1"/>
          </p:cNvSpPr>
          <p:nvPr/>
        </p:nvSpPr>
        <p:spPr>
          <a:xfrm>
            <a:off x="3371760" y="2666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3</a:t>
            </a:r>
          </a:p>
        </p:txBody>
      </p:sp>
      <p:sp>
        <p:nvSpPr>
          <p:cNvPr id="900" name="s18-row-2-1">
            <a:extLst>
              <a:ext uri="{FF2B5EF4-FFF2-40B4-BE49-F238E27FC236}">
                <a16:creationId xmlns:a16="http://schemas.microsoft.com/office/drawing/2014/main" id="{3EE4D8CB-C98F-48D5-AC08-F761BB5B07B3}"/>
              </a:ext>
            </a:extLst>
          </p:cNvPr>
          <p:cNvSpPr>
            <a:spLocks noGrp="1"/>
          </p:cNvSpPr>
          <p:nvPr/>
        </p:nvSpPr>
        <p:spPr>
          <a:xfrm>
            <a:off x="4095720" y="2666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4</a:t>
            </a:r>
          </a:p>
        </p:txBody>
      </p:sp>
      <p:sp>
        <p:nvSpPr>
          <p:cNvPr id="901" name="s18-row-2-2">
            <a:extLst>
              <a:ext uri="{FF2B5EF4-FFF2-40B4-BE49-F238E27FC236}">
                <a16:creationId xmlns:a16="http://schemas.microsoft.com/office/drawing/2014/main" id="{02896216-2893-4E1D-882A-A83C5E36A3CC}"/>
              </a:ext>
            </a:extLst>
          </p:cNvPr>
          <p:cNvSpPr>
            <a:spLocks noGrp="1"/>
          </p:cNvSpPr>
          <p:nvPr/>
        </p:nvSpPr>
        <p:spPr>
          <a:xfrm>
            <a:off x="4819680" y="2666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7</a:t>
            </a:r>
          </a:p>
        </p:txBody>
      </p:sp>
      <p:sp>
        <p:nvSpPr>
          <p:cNvPr id="902" name="s18-row-2-3">
            <a:extLst>
              <a:ext uri="{FF2B5EF4-FFF2-40B4-BE49-F238E27FC236}">
                <a16:creationId xmlns:a16="http://schemas.microsoft.com/office/drawing/2014/main" id="{125F067C-50AE-4821-94EF-5D05C6C87534}"/>
              </a:ext>
            </a:extLst>
          </p:cNvPr>
          <p:cNvSpPr>
            <a:spLocks noGrp="1"/>
          </p:cNvSpPr>
          <p:nvPr/>
        </p:nvSpPr>
        <p:spPr>
          <a:xfrm>
            <a:off x="5543640" y="2666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23813">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1" u="none">
                <a:solidFill>
                  <a:srgbClr val="001233"/>
                </a:solidFill>
                <a:latin typeface="Courier New"/>
                <a:ea typeface="Courier New"/>
                <a:cs typeface="Courier New"/>
              </a:rPr>
              <a:t>11</a:t>
            </a:r>
          </a:p>
        </p:txBody>
      </p:sp>
      <p:sp>
        <p:nvSpPr>
          <p:cNvPr id="903" name="s18-row-2-4">
            <a:extLst>
              <a:ext uri="{FF2B5EF4-FFF2-40B4-BE49-F238E27FC236}">
                <a16:creationId xmlns:a16="http://schemas.microsoft.com/office/drawing/2014/main" id="{8239CF59-0AC5-4184-BD3B-2D3C2D97FF46}"/>
              </a:ext>
            </a:extLst>
          </p:cNvPr>
          <p:cNvSpPr>
            <a:spLocks noGrp="1"/>
          </p:cNvSpPr>
          <p:nvPr/>
        </p:nvSpPr>
        <p:spPr>
          <a:xfrm>
            <a:off x="6267600" y="2666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4</a:t>
            </a:r>
          </a:p>
        </p:txBody>
      </p:sp>
      <p:sp>
        <p:nvSpPr>
          <p:cNvPr id="904" name="s18-row-2-5">
            <a:extLst>
              <a:ext uri="{FF2B5EF4-FFF2-40B4-BE49-F238E27FC236}">
                <a16:creationId xmlns:a16="http://schemas.microsoft.com/office/drawing/2014/main" id="{64B74E1A-B684-4344-8DF7-1338398B45E7}"/>
              </a:ext>
            </a:extLst>
          </p:cNvPr>
          <p:cNvSpPr>
            <a:spLocks noGrp="1"/>
          </p:cNvSpPr>
          <p:nvPr/>
        </p:nvSpPr>
        <p:spPr>
          <a:xfrm>
            <a:off x="6991200" y="2666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5</a:t>
            </a:r>
          </a:p>
        </p:txBody>
      </p:sp>
      <p:sp>
        <p:nvSpPr>
          <p:cNvPr id="905" name="s18-row-2-6">
            <a:extLst>
              <a:ext uri="{FF2B5EF4-FFF2-40B4-BE49-F238E27FC236}">
                <a16:creationId xmlns:a16="http://schemas.microsoft.com/office/drawing/2014/main" id="{A77DDB27-797C-4971-92B2-E86F9367BB03}"/>
              </a:ext>
            </a:extLst>
          </p:cNvPr>
          <p:cNvSpPr>
            <a:spLocks noGrp="1"/>
          </p:cNvSpPr>
          <p:nvPr/>
        </p:nvSpPr>
        <p:spPr>
          <a:xfrm>
            <a:off x="7715160" y="2666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6</a:t>
            </a:r>
          </a:p>
        </p:txBody>
      </p:sp>
      <p:sp>
        <p:nvSpPr>
          <p:cNvPr id="906" name="s18-row-2-7">
            <a:extLst>
              <a:ext uri="{FF2B5EF4-FFF2-40B4-BE49-F238E27FC236}">
                <a16:creationId xmlns:a16="http://schemas.microsoft.com/office/drawing/2014/main" id="{5D7F9E29-FF26-4F38-9FBC-B96D8E78F838}"/>
              </a:ext>
            </a:extLst>
          </p:cNvPr>
          <p:cNvSpPr>
            <a:spLocks noGrp="1"/>
          </p:cNvSpPr>
          <p:nvPr/>
        </p:nvSpPr>
        <p:spPr>
          <a:xfrm>
            <a:off x="8439120" y="2666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23813">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1" u="none">
                <a:solidFill>
                  <a:srgbClr val="001233"/>
                </a:solidFill>
                <a:latin typeface="Courier New"/>
                <a:ea typeface="Courier New"/>
                <a:cs typeface="Courier New"/>
              </a:rPr>
              <a:t>14</a:t>
            </a:r>
          </a:p>
        </p:txBody>
      </p:sp>
      <p:sp>
        <p:nvSpPr>
          <p:cNvPr id="907" name="s18-row-2-label">
            <a:extLst>
              <a:ext uri="{FF2B5EF4-FFF2-40B4-BE49-F238E27FC236}">
                <a16:creationId xmlns:a16="http://schemas.microsoft.com/office/drawing/2014/main" id="{3D604C4B-45DA-495B-8A72-999D4493529A}"/>
              </a:ext>
            </a:extLst>
          </p:cNvPr>
          <p:cNvSpPr>
            <a:spLocks noGrp="1"/>
          </p:cNvSpPr>
          <p:nvPr/>
        </p:nvSpPr>
        <p:spPr>
          <a:xfrm>
            <a:off x="1762200" y="2666880"/>
            <a:ext cx="999720" cy="36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170" b="1" u="none">
                <a:solidFill>
                  <a:srgbClr val="00B0F0"/>
                </a:solidFill>
                <a:latin typeface="Arial"/>
                <a:ea typeface="Arial"/>
                <a:cs typeface="Arial"/>
              </a:rPr>
              <a:t>up 2</a:t>
            </a:r>
          </a:p>
        </p:txBody>
      </p:sp>
      <p:sp>
        <p:nvSpPr>
          <p:cNvPr id="908" name="s18-row-3-0">
            <a:extLst>
              <a:ext uri="{FF2B5EF4-FFF2-40B4-BE49-F238E27FC236}">
                <a16:creationId xmlns:a16="http://schemas.microsoft.com/office/drawing/2014/main" id="{D44947F6-9F86-42A3-9860-B0BFE3059B44}"/>
              </a:ext>
            </a:extLst>
          </p:cNvPr>
          <p:cNvSpPr>
            <a:spLocks noGrp="1"/>
          </p:cNvSpPr>
          <p:nvPr/>
        </p:nvSpPr>
        <p:spPr>
          <a:xfrm>
            <a:off x="3371760" y="3238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3</a:t>
            </a:r>
          </a:p>
        </p:txBody>
      </p:sp>
      <p:sp>
        <p:nvSpPr>
          <p:cNvPr id="909" name="s18-row-3-1">
            <a:extLst>
              <a:ext uri="{FF2B5EF4-FFF2-40B4-BE49-F238E27FC236}">
                <a16:creationId xmlns:a16="http://schemas.microsoft.com/office/drawing/2014/main" id="{0AB77947-5433-44F7-BA4E-E013D8CC82C0}"/>
              </a:ext>
            </a:extLst>
          </p:cNvPr>
          <p:cNvSpPr>
            <a:spLocks noGrp="1"/>
          </p:cNvSpPr>
          <p:nvPr/>
        </p:nvSpPr>
        <p:spPr>
          <a:xfrm>
            <a:off x="4095720" y="3238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4</a:t>
            </a:r>
          </a:p>
        </p:txBody>
      </p:sp>
      <p:sp>
        <p:nvSpPr>
          <p:cNvPr id="910" name="s18-row-3-2">
            <a:extLst>
              <a:ext uri="{FF2B5EF4-FFF2-40B4-BE49-F238E27FC236}">
                <a16:creationId xmlns:a16="http://schemas.microsoft.com/office/drawing/2014/main" id="{BA32C995-1CE3-494A-9B66-147C7E167710}"/>
              </a:ext>
            </a:extLst>
          </p:cNvPr>
          <p:cNvSpPr>
            <a:spLocks noGrp="1"/>
          </p:cNvSpPr>
          <p:nvPr/>
        </p:nvSpPr>
        <p:spPr>
          <a:xfrm>
            <a:off x="4819680" y="3238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7</a:t>
            </a:r>
          </a:p>
        </p:txBody>
      </p:sp>
      <p:sp>
        <p:nvSpPr>
          <p:cNvPr id="911" name="s18-row-3-3">
            <a:extLst>
              <a:ext uri="{FF2B5EF4-FFF2-40B4-BE49-F238E27FC236}">
                <a16:creationId xmlns:a16="http://schemas.microsoft.com/office/drawing/2014/main" id="{B8DDC182-A623-4F2B-B7F1-A9C52A5EB678}"/>
              </a:ext>
            </a:extLst>
          </p:cNvPr>
          <p:cNvSpPr>
            <a:spLocks noGrp="1"/>
          </p:cNvSpPr>
          <p:nvPr/>
        </p:nvSpPr>
        <p:spPr>
          <a:xfrm>
            <a:off x="5543640" y="3238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11</a:t>
            </a:r>
          </a:p>
        </p:txBody>
      </p:sp>
      <p:sp>
        <p:nvSpPr>
          <p:cNvPr id="912" name="s18-row-3-4">
            <a:extLst>
              <a:ext uri="{FF2B5EF4-FFF2-40B4-BE49-F238E27FC236}">
                <a16:creationId xmlns:a16="http://schemas.microsoft.com/office/drawing/2014/main" id="{2CDE1475-7CA9-4B54-AA3B-9E6706FCB24B}"/>
              </a:ext>
            </a:extLst>
          </p:cNvPr>
          <p:cNvSpPr>
            <a:spLocks noGrp="1"/>
          </p:cNvSpPr>
          <p:nvPr/>
        </p:nvSpPr>
        <p:spPr>
          <a:xfrm>
            <a:off x="6267600" y="3238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4</a:t>
            </a:r>
          </a:p>
        </p:txBody>
      </p:sp>
      <p:sp>
        <p:nvSpPr>
          <p:cNvPr id="913" name="s18-row-3-5">
            <a:extLst>
              <a:ext uri="{FF2B5EF4-FFF2-40B4-BE49-F238E27FC236}">
                <a16:creationId xmlns:a16="http://schemas.microsoft.com/office/drawing/2014/main" id="{D8B1C0EB-9C5A-43E7-A3B0-0C296EBF54DA}"/>
              </a:ext>
            </a:extLst>
          </p:cNvPr>
          <p:cNvSpPr>
            <a:spLocks noGrp="1"/>
          </p:cNvSpPr>
          <p:nvPr/>
        </p:nvSpPr>
        <p:spPr>
          <a:xfrm>
            <a:off x="6991200" y="3238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5</a:t>
            </a:r>
          </a:p>
        </p:txBody>
      </p:sp>
      <p:sp>
        <p:nvSpPr>
          <p:cNvPr id="914" name="s18-row-3-6">
            <a:extLst>
              <a:ext uri="{FF2B5EF4-FFF2-40B4-BE49-F238E27FC236}">
                <a16:creationId xmlns:a16="http://schemas.microsoft.com/office/drawing/2014/main" id="{E66E8F35-79B7-43F8-817A-815BF94839C6}"/>
              </a:ext>
            </a:extLst>
          </p:cNvPr>
          <p:cNvSpPr>
            <a:spLocks noGrp="1"/>
          </p:cNvSpPr>
          <p:nvPr/>
        </p:nvSpPr>
        <p:spPr>
          <a:xfrm>
            <a:off x="7715160" y="3238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6</a:t>
            </a:r>
          </a:p>
        </p:txBody>
      </p:sp>
      <p:sp>
        <p:nvSpPr>
          <p:cNvPr id="915" name="s18-row-3-7">
            <a:extLst>
              <a:ext uri="{FF2B5EF4-FFF2-40B4-BE49-F238E27FC236}">
                <a16:creationId xmlns:a16="http://schemas.microsoft.com/office/drawing/2014/main" id="{9568A490-B9C9-4563-B898-F8B260CF23B3}"/>
              </a:ext>
            </a:extLst>
          </p:cNvPr>
          <p:cNvSpPr>
            <a:spLocks noGrp="1"/>
          </p:cNvSpPr>
          <p:nvPr/>
        </p:nvSpPr>
        <p:spPr>
          <a:xfrm>
            <a:off x="8439120" y="3238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23813">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1" u="none">
                <a:solidFill>
                  <a:srgbClr val="001233"/>
                </a:solidFill>
                <a:latin typeface="Courier New"/>
                <a:ea typeface="Courier New"/>
                <a:cs typeface="Courier New"/>
              </a:rPr>
              <a:t>25</a:t>
            </a:r>
          </a:p>
        </p:txBody>
      </p:sp>
      <p:sp>
        <p:nvSpPr>
          <p:cNvPr id="916" name="s18-row-3-label">
            <a:extLst>
              <a:ext uri="{FF2B5EF4-FFF2-40B4-BE49-F238E27FC236}">
                <a16:creationId xmlns:a16="http://schemas.microsoft.com/office/drawing/2014/main" id="{BCBA1A88-E507-47E9-84E5-C40694B23CD7}"/>
              </a:ext>
            </a:extLst>
          </p:cNvPr>
          <p:cNvSpPr>
            <a:spLocks noGrp="1"/>
          </p:cNvSpPr>
          <p:nvPr/>
        </p:nvSpPr>
        <p:spPr>
          <a:xfrm>
            <a:off x="1762200" y="3238560"/>
            <a:ext cx="999720" cy="36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170" b="1" u="none">
                <a:solidFill>
                  <a:srgbClr val="00B0F0"/>
                </a:solidFill>
                <a:latin typeface="Arial"/>
                <a:ea typeface="Arial"/>
                <a:cs typeface="Arial"/>
              </a:rPr>
              <a:t>up 3</a:t>
            </a:r>
          </a:p>
        </p:txBody>
      </p:sp>
      <p:sp>
        <p:nvSpPr>
          <p:cNvPr id="917" name="s18-row-4-0">
            <a:extLst>
              <a:ext uri="{FF2B5EF4-FFF2-40B4-BE49-F238E27FC236}">
                <a16:creationId xmlns:a16="http://schemas.microsoft.com/office/drawing/2014/main" id="{C6D844B1-FAE1-4BC2-BC5D-571ED646E476}"/>
              </a:ext>
            </a:extLst>
          </p:cNvPr>
          <p:cNvSpPr>
            <a:spLocks noGrp="1"/>
          </p:cNvSpPr>
          <p:nvPr/>
        </p:nvSpPr>
        <p:spPr>
          <a:xfrm>
            <a:off x="3371760" y="3809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3</a:t>
            </a:r>
          </a:p>
        </p:txBody>
      </p:sp>
      <p:sp>
        <p:nvSpPr>
          <p:cNvPr id="918" name="s18-row-4-1">
            <a:extLst>
              <a:ext uri="{FF2B5EF4-FFF2-40B4-BE49-F238E27FC236}">
                <a16:creationId xmlns:a16="http://schemas.microsoft.com/office/drawing/2014/main" id="{1AE1F835-AB73-4C52-B957-3F4B50230D57}"/>
              </a:ext>
            </a:extLst>
          </p:cNvPr>
          <p:cNvSpPr>
            <a:spLocks noGrp="1"/>
          </p:cNvSpPr>
          <p:nvPr/>
        </p:nvSpPr>
        <p:spPr>
          <a:xfrm>
            <a:off x="4095720" y="3809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4</a:t>
            </a:r>
          </a:p>
        </p:txBody>
      </p:sp>
      <p:sp>
        <p:nvSpPr>
          <p:cNvPr id="919" name="s18-row-4-2">
            <a:extLst>
              <a:ext uri="{FF2B5EF4-FFF2-40B4-BE49-F238E27FC236}">
                <a16:creationId xmlns:a16="http://schemas.microsoft.com/office/drawing/2014/main" id="{A450CECF-AEE0-48A9-AE17-F85A29EFC2A0}"/>
              </a:ext>
            </a:extLst>
          </p:cNvPr>
          <p:cNvSpPr>
            <a:spLocks noGrp="1"/>
          </p:cNvSpPr>
          <p:nvPr/>
        </p:nvSpPr>
        <p:spPr>
          <a:xfrm>
            <a:off x="4819680" y="3809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7</a:t>
            </a:r>
          </a:p>
        </p:txBody>
      </p:sp>
      <p:sp>
        <p:nvSpPr>
          <p:cNvPr id="920" name="s18-row-4-3">
            <a:extLst>
              <a:ext uri="{FF2B5EF4-FFF2-40B4-BE49-F238E27FC236}">
                <a16:creationId xmlns:a16="http://schemas.microsoft.com/office/drawing/2014/main" id="{FC81735A-03F7-4AF1-BD4D-FEC18EAA23A0}"/>
              </a:ext>
            </a:extLst>
          </p:cNvPr>
          <p:cNvSpPr>
            <a:spLocks noGrp="1"/>
          </p:cNvSpPr>
          <p:nvPr/>
        </p:nvSpPr>
        <p:spPr>
          <a:xfrm>
            <a:off x="5543640" y="3809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11</a:t>
            </a:r>
          </a:p>
        </p:txBody>
      </p:sp>
      <p:sp>
        <p:nvSpPr>
          <p:cNvPr id="921" name="s18-row-4-4">
            <a:extLst>
              <a:ext uri="{FF2B5EF4-FFF2-40B4-BE49-F238E27FC236}">
                <a16:creationId xmlns:a16="http://schemas.microsoft.com/office/drawing/2014/main" id="{D383070A-90AA-40B7-ABDD-65C53EAD812D}"/>
              </a:ext>
            </a:extLst>
          </p:cNvPr>
          <p:cNvSpPr>
            <a:spLocks noGrp="1"/>
          </p:cNvSpPr>
          <p:nvPr/>
        </p:nvSpPr>
        <p:spPr>
          <a:xfrm>
            <a:off x="6267600" y="3809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4</a:t>
            </a:r>
          </a:p>
        </p:txBody>
      </p:sp>
      <p:sp>
        <p:nvSpPr>
          <p:cNvPr id="922" name="s18-row-4-5">
            <a:extLst>
              <a:ext uri="{FF2B5EF4-FFF2-40B4-BE49-F238E27FC236}">
                <a16:creationId xmlns:a16="http://schemas.microsoft.com/office/drawing/2014/main" id="{7764CAF7-12B4-432C-9F4D-C4EB84959E49}"/>
              </a:ext>
            </a:extLst>
          </p:cNvPr>
          <p:cNvSpPr>
            <a:spLocks noGrp="1"/>
          </p:cNvSpPr>
          <p:nvPr/>
        </p:nvSpPr>
        <p:spPr>
          <a:xfrm>
            <a:off x="6991200" y="3809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23813">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1" u="none">
                <a:solidFill>
                  <a:srgbClr val="001233"/>
                </a:solidFill>
                <a:latin typeface="Courier New"/>
                <a:ea typeface="Courier New"/>
                <a:cs typeface="Courier New"/>
              </a:rPr>
              <a:t>16</a:t>
            </a:r>
          </a:p>
        </p:txBody>
      </p:sp>
      <p:sp>
        <p:nvSpPr>
          <p:cNvPr id="923" name="s18-row-4-6">
            <a:extLst>
              <a:ext uri="{FF2B5EF4-FFF2-40B4-BE49-F238E27FC236}">
                <a16:creationId xmlns:a16="http://schemas.microsoft.com/office/drawing/2014/main" id="{E2EF50B5-CEAE-442B-899E-6688F2438CB6}"/>
              </a:ext>
            </a:extLst>
          </p:cNvPr>
          <p:cNvSpPr>
            <a:spLocks noGrp="1"/>
          </p:cNvSpPr>
          <p:nvPr/>
        </p:nvSpPr>
        <p:spPr>
          <a:xfrm>
            <a:off x="7715160" y="3809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6</a:t>
            </a:r>
          </a:p>
        </p:txBody>
      </p:sp>
      <p:sp>
        <p:nvSpPr>
          <p:cNvPr id="924" name="s18-row-4-7">
            <a:extLst>
              <a:ext uri="{FF2B5EF4-FFF2-40B4-BE49-F238E27FC236}">
                <a16:creationId xmlns:a16="http://schemas.microsoft.com/office/drawing/2014/main" id="{3922B4B3-E845-445B-A3DD-AB4D57E631F4}"/>
              </a:ext>
            </a:extLst>
          </p:cNvPr>
          <p:cNvSpPr>
            <a:spLocks noGrp="1"/>
          </p:cNvSpPr>
          <p:nvPr/>
        </p:nvSpPr>
        <p:spPr>
          <a:xfrm>
            <a:off x="8439120" y="380988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25</a:t>
            </a:r>
          </a:p>
        </p:txBody>
      </p:sp>
      <p:sp>
        <p:nvSpPr>
          <p:cNvPr id="925" name="s18-row-4-label">
            <a:extLst>
              <a:ext uri="{FF2B5EF4-FFF2-40B4-BE49-F238E27FC236}">
                <a16:creationId xmlns:a16="http://schemas.microsoft.com/office/drawing/2014/main" id="{D2ECD7CD-4F2C-4AB4-AE56-F4490AAB2E9B}"/>
              </a:ext>
            </a:extLst>
          </p:cNvPr>
          <p:cNvSpPr>
            <a:spLocks noGrp="1"/>
          </p:cNvSpPr>
          <p:nvPr/>
        </p:nvSpPr>
        <p:spPr>
          <a:xfrm>
            <a:off x="1762200" y="3809880"/>
            <a:ext cx="999720" cy="36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170" b="1" u="none">
                <a:solidFill>
                  <a:srgbClr val="6666FF"/>
                </a:solidFill>
                <a:latin typeface="Arial"/>
                <a:ea typeface="Arial"/>
                <a:cs typeface="Arial"/>
              </a:rPr>
              <a:t>down 1</a:t>
            </a:r>
          </a:p>
        </p:txBody>
      </p:sp>
      <p:sp>
        <p:nvSpPr>
          <p:cNvPr id="926" name="s18-row-5-0">
            <a:extLst>
              <a:ext uri="{FF2B5EF4-FFF2-40B4-BE49-F238E27FC236}">
                <a16:creationId xmlns:a16="http://schemas.microsoft.com/office/drawing/2014/main" id="{DAC30FED-F34F-4E24-B80D-106E9C18D9C6}"/>
              </a:ext>
            </a:extLst>
          </p:cNvPr>
          <p:cNvSpPr>
            <a:spLocks noGrp="1"/>
          </p:cNvSpPr>
          <p:nvPr/>
        </p:nvSpPr>
        <p:spPr>
          <a:xfrm>
            <a:off x="3371760" y="4381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3</a:t>
            </a:r>
          </a:p>
        </p:txBody>
      </p:sp>
      <p:sp>
        <p:nvSpPr>
          <p:cNvPr id="927" name="s18-row-5-1">
            <a:extLst>
              <a:ext uri="{FF2B5EF4-FFF2-40B4-BE49-F238E27FC236}">
                <a16:creationId xmlns:a16="http://schemas.microsoft.com/office/drawing/2014/main" id="{B02132B9-6EEC-42CF-ACD1-B87327302A1D}"/>
              </a:ext>
            </a:extLst>
          </p:cNvPr>
          <p:cNvSpPr>
            <a:spLocks noGrp="1"/>
          </p:cNvSpPr>
          <p:nvPr/>
        </p:nvSpPr>
        <p:spPr>
          <a:xfrm>
            <a:off x="4095720" y="4381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4</a:t>
            </a:r>
          </a:p>
        </p:txBody>
      </p:sp>
      <p:sp>
        <p:nvSpPr>
          <p:cNvPr id="928" name="s18-row-5-2">
            <a:extLst>
              <a:ext uri="{FF2B5EF4-FFF2-40B4-BE49-F238E27FC236}">
                <a16:creationId xmlns:a16="http://schemas.microsoft.com/office/drawing/2014/main" id="{1687C1E9-5D89-4B51-8365-D152F6F698DC}"/>
              </a:ext>
            </a:extLst>
          </p:cNvPr>
          <p:cNvSpPr>
            <a:spLocks noGrp="1"/>
          </p:cNvSpPr>
          <p:nvPr/>
        </p:nvSpPr>
        <p:spPr>
          <a:xfrm>
            <a:off x="4819680" y="4381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23813">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1" u="none">
                <a:solidFill>
                  <a:srgbClr val="001233"/>
                </a:solidFill>
                <a:latin typeface="Courier New"/>
                <a:ea typeface="Courier New"/>
                <a:cs typeface="Courier New"/>
              </a:rPr>
              <a:t>11</a:t>
            </a:r>
          </a:p>
        </p:txBody>
      </p:sp>
      <p:sp>
        <p:nvSpPr>
          <p:cNvPr id="929" name="s18-row-5-3">
            <a:extLst>
              <a:ext uri="{FF2B5EF4-FFF2-40B4-BE49-F238E27FC236}">
                <a16:creationId xmlns:a16="http://schemas.microsoft.com/office/drawing/2014/main" id="{14138AAE-B3AB-46CC-87C1-5C1A5B8EC89B}"/>
              </a:ext>
            </a:extLst>
          </p:cNvPr>
          <p:cNvSpPr>
            <a:spLocks noGrp="1"/>
          </p:cNvSpPr>
          <p:nvPr/>
        </p:nvSpPr>
        <p:spPr>
          <a:xfrm>
            <a:off x="5543640" y="4381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11</a:t>
            </a:r>
          </a:p>
        </p:txBody>
      </p:sp>
      <p:sp>
        <p:nvSpPr>
          <p:cNvPr id="930" name="s18-row-5-4">
            <a:extLst>
              <a:ext uri="{FF2B5EF4-FFF2-40B4-BE49-F238E27FC236}">
                <a16:creationId xmlns:a16="http://schemas.microsoft.com/office/drawing/2014/main" id="{11B525AF-1D05-4386-A745-784D1788ABEA}"/>
              </a:ext>
            </a:extLst>
          </p:cNvPr>
          <p:cNvSpPr>
            <a:spLocks noGrp="1"/>
          </p:cNvSpPr>
          <p:nvPr/>
        </p:nvSpPr>
        <p:spPr>
          <a:xfrm>
            <a:off x="6267600" y="4381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23813">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1" u="none">
                <a:solidFill>
                  <a:srgbClr val="001233"/>
                </a:solidFill>
                <a:latin typeface="Courier New"/>
                <a:ea typeface="Courier New"/>
                <a:cs typeface="Courier New"/>
              </a:rPr>
              <a:t>15</a:t>
            </a:r>
          </a:p>
        </p:txBody>
      </p:sp>
      <p:sp>
        <p:nvSpPr>
          <p:cNvPr id="931" name="s18-row-5-5">
            <a:extLst>
              <a:ext uri="{FF2B5EF4-FFF2-40B4-BE49-F238E27FC236}">
                <a16:creationId xmlns:a16="http://schemas.microsoft.com/office/drawing/2014/main" id="{46D85415-DF7A-4446-B0F1-30C6E0636617}"/>
              </a:ext>
            </a:extLst>
          </p:cNvPr>
          <p:cNvSpPr>
            <a:spLocks noGrp="1"/>
          </p:cNvSpPr>
          <p:nvPr/>
        </p:nvSpPr>
        <p:spPr>
          <a:xfrm>
            <a:off x="6991200" y="4381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16</a:t>
            </a:r>
          </a:p>
        </p:txBody>
      </p:sp>
      <p:sp>
        <p:nvSpPr>
          <p:cNvPr id="932" name="s18-row-5-6">
            <a:extLst>
              <a:ext uri="{FF2B5EF4-FFF2-40B4-BE49-F238E27FC236}">
                <a16:creationId xmlns:a16="http://schemas.microsoft.com/office/drawing/2014/main" id="{F2C84297-94BB-4316-8BF1-1455F8F88CCB}"/>
              </a:ext>
            </a:extLst>
          </p:cNvPr>
          <p:cNvSpPr>
            <a:spLocks noGrp="1"/>
          </p:cNvSpPr>
          <p:nvPr/>
        </p:nvSpPr>
        <p:spPr>
          <a:xfrm>
            <a:off x="7715160" y="4381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23813">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1" u="none">
                <a:solidFill>
                  <a:srgbClr val="001233"/>
                </a:solidFill>
                <a:latin typeface="Courier New"/>
                <a:ea typeface="Courier New"/>
                <a:cs typeface="Courier New"/>
              </a:rPr>
              <a:t>22</a:t>
            </a:r>
          </a:p>
        </p:txBody>
      </p:sp>
      <p:sp>
        <p:nvSpPr>
          <p:cNvPr id="933" name="s18-row-5-7">
            <a:extLst>
              <a:ext uri="{FF2B5EF4-FFF2-40B4-BE49-F238E27FC236}">
                <a16:creationId xmlns:a16="http://schemas.microsoft.com/office/drawing/2014/main" id="{37CA640B-2478-4987-B5FE-E29E9156BE98}"/>
              </a:ext>
            </a:extLst>
          </p:cNvPr>
          <p:cNvSpPr>
            <a:spLocks noGrp="1"/>
          </p:cNvSpPr>
          <p:nvPr/>
        </p:nvSpPr>
        <p:spPr>
          <a:xfrm>
            <a:off x="8439120" y="4381560"/>
            <a:ext cx="57132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7145">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0" u="none">
                <a:solidFill>
                  <a:srgbClr val="001233"/>
                </a:solidFill>
                <a:latin typeface="Courier New"/>
                <a:ea typeface="Courier New"/>
                <a:cs typeface="Courier New"/>
              </a:rPr>
              <a:t>25</a:t>
            </a:r>
          </a:p>
        </p:txBody>
      </p:sp>
      <p:sp>
        <p:nvSpPr>
          <p:cNvPr id="934" name="s18-row-5-label">
            <a:extLst>
              <a:ext uri="{FF2B5EF4-FFF2-40B4-BE49-F238E27FC236}">
                <a16:creationId xmlns:a16="http://schemas.microsoft.com/office/drawing/2014/main" id="{E4AED360-46F1-4D4D-B664-BCA9F4657498}"/>
              </a:ext>
            </a:extLst>
          </p:cNvPr>
          <p:cNvSpPr>
            <a:spLocks noGrp="1"/>
          </p:cNvSpPr>
          <p:nvPr/>
        </p:nvSpPr>
        <p:spPr>
          <a:xfrm>
            <a:off x="1762200" y="4381560"/>
            <a:ext cx="999720" cy="36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170" b="1" u="none">
                <a:solidFill>
                  <a:srgbClr val="6666FF"/>
                </a:solidFill>
                <a:latin typeface="Arial"/>
                <a:ea typeface="Arial"/>
                <a:cs typeface="Arial"/>
              </a:rPr>
              <a:t>down 2</a:t>
            </a:r>
          </a:p>
        </p:txBody>
      </p:sp>
      <p:cxnSp>
        <p:nvCxnSpPr>
          <p:cNvPr id="1011" name="s18-flow-s18-row-0-0-s18-row-1-1"/>
          <p:cNvCxnSpPr>
            <a:stCxn id="881" idx="2"/>
            <a:endCxn id="891" idx="0"/>
          </p:cNvCxnSpPr>
          <p:nvPr/>
        </p:nvCxnSpPr>
        <p:spPr>
          <a:xfrm>
            <a:off x="3657240" y="1885320"/>
            <a:ext cx="724320" cy="210600"/>
          </a:xfrm>
          <a:prstGeom prst="straightConnector1">
            <a:avLst/>
          </a:prstGeom>
          <a:ln w="14764">
            <a:solidFill>
              <a:srgbClr val="00B0F0"/>
            </a:solidFill>
            <a:round/>
            <a:tailEnd type="triangle" w="sm" len="sm"/>
          </a:ln>
        </p:spPr>
      </p:cxnSp>
      <p:cxnSp>
        <p:nvCxnSpPr>
          <p:cNvPr id="1012" name="s18-flow-s18-row-0-2-s18-row-1-3"/>
          <p:cNvCxnSpPr>
            <a:stCxn id="883" idx="2"/>
            <a:endCxn id="893" idx="0"/>
          </p:cNvCxnSpPr>
          <p:nvPr/>
        </p:nvCxnSpPr>
        <p:spPr>
          <a:xfrm>
            <a:off x="5105160" y="1885320"/>
            <a:ext cx="724320" cy="210600"/>
          </a:xfrm>
          <a:prstGeom prst="straightConnector1">
            <a:avLst/>
          </a:prstGeom>
          <a:ln w="14764">
            <a:solidFill>
              <a:srgbClr val="00B0F0"/>
            </a:solidFill>
            <a:round/>
            <a:tailEnd type="triangle" w="sm" len="sm"/>
          </a:ln>
        </p:spPr>
      </p:cxnSp>
      <p:cxnSp>
        <p:nvCxnSpPr>
          <p:cNvPr id="1013" name="s18-flow-s18-row-0-4-s18-row-1-5"/>
          <p:cNvCxnSpPr>
            <a:stCxn id="885" idx="2"/>
            <a:endCxn id="895" idx="0"/>
          </p:cNvCxnSpPr>
          <p:nvPr/>
        </p:nvCxnSpPr>
        <p:spPr>
          <a:xfrm>
            <a:off x="6553080" y="1885320"/>
            <a:ext cx="723960" cy="210600"/>
          </a:xfrm>
          <a:prstGeom prst="straightConnector1">
            <a:avLst/>
          </a:prstGeom>
          <a:ln w="14764">
            <a:solidFill>
              <a:srgbClr val="00B0F0"/>
            </a:solidFill>
            <a:round/>
            <a:tailEnd type="triangle" w="sm" len="sm"/>
          </a:ln>
        </p:spPr>
      </p:cxnSp>
      <p:cxnSp>
        <p:nvCxnSpPr>
          <p:cNvPr id="1014" name="s18-flow-s18-row-0-6-s18-row-1-7"/>
          <p:cNvCxnSpPr>
            <a:stCxn id="887" idx="2"/>
            <a:endCxn id="897" idx="0"/>
          </p:cNvCxnSpPr>
          <p:nvPr/>
        </p:nvCxnSpPr>
        <p:spPr>
          <a:xfrm>
            <a:off x="8000640" y="1885320"/>
            <a:ext cx="724320" cy="210600"/>
          </a:xfrm>
          <a:prstGeom prst="straightConnector1">
            <a:avLst/>
          </a:prstGeom>
          <a:ln w="14764">
            <a:solidFill>
              <a:srgbClr val="00B0F0"/>
            </a:solidFill>
            <a:round/>
            <a:tailEnd type="triangle" w="sm" len="sm"/>
          </a:ln>
        </p:spPr>
      </p:cxnSp>
      <p:cxnSp>
        <p:nvCxnSpPr>
          <p:cNvPr id="1015" name="s18-flow-s18-row-1-1-s18-row-2-3"/>
          <p:cNvCxnSpPr>
            <a:stCxn id="891" idx="2"/>
            <a:endCxn id="902" idx="0"/>
          </p:cNvCxnSpPr>
          <p:nvPr/>
        </p:nvCxnSpPr>
        <p:spPr>
          <a:xfrm>
            <a:off x="4381200" y="2457000"/>
            <a:ext cx="1448280" cy="210240"/>
          </a:xfrm>
          <a:prstGeom prst="straightConnector1">
            <a:avLst/>
          </a:prstGeom>
          <a:ln w="14764">
            <a:solidFill>
              <a:srgbClr val="00B0F0"/>
            </a:solidFill>
            <a:round/>
            <a:tailEnd type="triangle" w="sm" len="sm"/>
          </a:ln>
        </p:spPr>
      </p:cxnSp>
      <p:cxnSp>
        <p:nvCxnSpPr>
          <p:cNvPr id="1016" name="s18-flow-s18-row-1-5-s18-row-2-7"/>
          <p:cNvCxnSpPr>
            <a:stCxn id="895" idx="2"/>
            <a:endCxn id="906" idx="0"/>
          </p:cNvCxnSpPr>
          <p:nvPr/>
        </p:nvCxnSpPr>
        <p:spPr>
          <a:xfrm>
            <a:off x="7276680" y="2457000"/>
            <a:ext cx="1448280" cy="210240"/>
          </a:xfrm>
          <a:prstGeom prst="straightConnector1">
            <a:avLst/>
          </a:prstGeom>
          <a:ln w="14764">
            <a:solidFill>
              <a:srgbClr val="00B0F0"/>
            </a:solidFill>
            <a:round/>
            <a:tailEnd type="triangle" w="sm" len="sm"/>
          </a:ln>
        </p:spPr>
      </p:cxnSp>
      <p:cxnSp>
        <p:nvCxnSpPr>
          <p:cNvPr id="1017" name="s18-flow-s18-row-2-3-s18-row-3-7"/>
          <p:cNvCxnSpPr>
            <a:stCxn id="902" idx="2"/>
            <a:endCxn id="915" idx="0"/>
          </p:cNvCxnSpPr>
          <p:nvPr/>
        </p:nvCxnSpPr>
        <p:spPr>
          <a:xfrm>
            <a:off x="5829120" y="3028320"/>
            <a:ext cx="2895840" cy="210600"/>
          </a:xfrm>
          <a:prstGeom prst="straightConnector1">
            <a:avLst/>
          </a:prstGeom>
          <a:ln w="14764">
            <a:solidFill>
              <a:srgbClr val="00B0F0"/>
            </a:solidFill>
            <a:round/>
            <a:tailEnd type="triangle" w="sm" len="sm"/>
          </a:ln>
        </p:spPr>
      </p:cxnSp>
      <p:cxnSp>
        <p:nvCxnSpPr>
          <p:cNvPr id="1018" name="s18-flow-s18-row-3-3-s18-row-4-5"/>
          <p:cNvCxnSpPr>
            <a:stCxn id="911" idx="2"/>
            <a:endCxn id="922" idx="0"/>
          </p:cNvCxnSpPr>
          <p:nvPr/>
        </p:nvCxnSpPr>
        <p:spPr>
          <a:xfrm>
            <a:off x="5829120" y="3600000"/>
            <a:ext cx="1447920" cy="210240"/>
          </a:xfrm>
          <a:prstGeom prst="straightConnector1">
            <a:avLst/>
          </a:prstGeom>
          <a:ln w="14764">
            <a:solidFill>
              <a:srgbClr val="6666FF"/>
            </a:solidFill>
            <a:round/>
            <a:tailEnd type="triangle" w="sm" len="sm"/>
          </a:ln>
        </p:spPr>
      </p:cxnSp>
      <p:cxnSp>
        <p:nvCxnSpPr>
          <p:cNvPr id="1019" name="s18-flow-s18-row-4-1-s18-row-5-2"/>
          <p:cNvCxnSpPr>
            <a:stCxn id="918" idx="2"/>
            <a:endCxn id="928" idx="0"/>
          </p:cNvCxnSpPr>
          <p:nvPr/>
        </p:nvCxnSpPr>
        <p:spPr>
          <a:xfrm>
            <a:off x="4381200" y="4171320"/>
            <a:ext cx="724320" cy="210600"/>
          </a:xfrm>
          <a:prstGeom prst="straightConnector1">
            <a:avLst/>
          </a:prstGeom>
          <a:ln w="14764">
            <a:solidFill>
              <a:srgbClr val="6666FF"/>
            </a:solidFill>
            <a:round/>
            <a:tailEnd type="triangle" w="sm" len="sm"/>
          </a:ln>
        </p:spPr>
      </p:cxnSp>
      <p:cxnSp>
        <p:nvCxnSpPr>
          <p:cNvPr id="1020" name="s18-flow-s18-row-4-3-s18-row-5-4"/>
          <p:cNvCxnSpPr>
            <a:stCxn id="920" idx="2"/>
            <a:endCxn id="930" idx="0"/>
          </p:cNvCxnSpPr>
          <p:nvPr/>
        </p:nvCxnSpPr>
        <p:spPr>
          <a:xfrm>
            <a:off x="5829120" y="4171320"/>
            <a:ext cx="724320" cy="210600"/>
          </a:xfrm>
          <a:prstGeom prst="straightConnector1">
            <a:avLst/>
          </a:prstGeom>
          <a:ln w="14764">
            <a:solidFill>
              <a:srgbClr val="6666FF"/>
            </a:solidFill>
            <a:round/>
            <a:tailEnd type="triangle" w="sm" len="sm"/>
          </a:ln>
        </p:spPr>
      </p:cxnSp>
      <p:cxnSp>
        <p:nvCxnSpPr>
          <p:cNvPr id="1021" name="s18-flow-s18-row-4-5-s18-row-5-6"/>
          <p:cNvCxnSpPr>
            <a:stCxn id="922" idx="2"/>
            <a:endCxn id="932" idx="0"/>
          </p:cNvCxnSpPr>
          <p:nvPr/>
        </p:nvCxnSpPr>
        <p:spPr>
          <a:xfrm>
            <a:off x="7276680" y="4171320"/>
            <a:ext cx="724320" cy="210600"/>
          </a:xfrm>
          <a:prstGeom prst="straightConnector1">
            <a:avLst/>
          </a:prstGeom>
          <a:ln w="14764">
            <a:solidFill>
              <a:srgbClr val="6666FF"/>
            </a:solidFill>
            <a:round/>
            <a:tailEnd type="triangle" w="sm" len="sm"/>
          </a:ln>
        </p:spPr>
      </p:cxnSp>
      <p:sp>
        <p:nvSpPr>
          <p:cNvPr id="946" name="s18-stage-brace-top">
            <a:extLst>
              <a:ext uri="{FF2B5EF4-FFF2-40B4-BE49-F238E27FC236}">
                <a16:creationId xmlns:a16="http://schemas.microsoft.com/office/drawing/2014/main" id="{E1155093-F6E6-46A9-AA8F-7AF7BA8512C1}"/>
              </a:ext>
            </a:extLst>
          </p:cNvPr>
          <p:cNvSpPr>
            <a:spLocks noGrp="1"/>
          </p:cNvSpPr>
          <p:nvPr/>
        </p:nvSpPr>
        <p:spPr>
          <a:xfrm>
            <a:off x="1809720" y="1514160"/>
            <a:ext cx="399960" cy="360"/>
          </a:xfrm>
          <a:prstGeom prst="line">
            <a:avLst/>
          </a:prstGeom>
          <a:ln w="52388">
            <a:solidFill>
              <a:srgbClr val="0353A4"/>
            </a:solidFill>
          </a:ln>
        </p:spPr>
        <p:style>
          <a:lnRef idx="0">
            <a:scrgbClr r="0" g="0" b="0"/>
          </a:lnRef>
          <a:fillRef idx="0">
            <a:scrgbClr r="0" g="0" b="0"/>
          </a:fillRef>
          <a:effectRef idx="0">
            <a:scrgbClr r="0" g="0" b="0"/>
          </a:effectRef>
          <a:fontRef idx="minor"/>
        </p:style>
        <p:txBody>
          <a:bodyPr lIns="90000" tIns="-44640" rIns="90000" bIns="-44640" anchor="t">
            <a:noAutofit/>
          </a:bodyPr>
          <a:lstStyle/>
          <a:p>
            <a:pPr>
              <a:buNone/>
            </a:pPr>
            <a:endParaRPr/>
          </a:p>
        </p:txBody>
      </p:sp>
      <p:sp>
        <p:nvSpPr>
          <p:cNvPr id="947" name="s18-stage-brace-side">
            <a:extLst>
              <a:ext uri="{FF2B5EF4-FFF2-40B4-BE49-F238E27FC236}">
                <a16:creationId xmlns:a16="http://schemas.microsoft.com/office/drawing/2014/main" id="{ADD95711-AC92-4239-9FBA-516D8A069851}"/>
              </a:ext>
            </a:extLst>
          </p:cNvPr>
          <p:cNvSpPr>
            <a:spLocks noGrp="1"/>
          </p:cNvSpPr>
          <p:nvPr/>
        </p:nvSpPr>
        <p:spPr>
          <a:xfrm>
            <a:off x="1809720" y="1514160"/>
            <a:ext cx="360" cy="3191040"/>
          </a:xfrm>
          <a:prstGeom prst="line">
            <a:avLst/>
          </a:prstGeom>
          <a:ln w="52388">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48" name="s18-stage-brace-bottom">
            <a:extLst>
              <a:ext uri="{FF2B5EF4-FFF2-40B4-BE49-F238E27FC236}">
                <a16:creationId xmlns:a16="http://schemas.microsoft.com/office/drawing/2014/main" id="{498AC3F8-4E4D-4A73-9C73-2CCC617B95AB}"/>
              </a:ext>
            </a:extLst>
          </p:cNvPr>
          <p:cNvSpPr>
            <a:spLocks noGrp="1"/>
          </p:cNvSpPr>
          <p:nvPr/>
        </p:nvSpPr>
        <p:spPr>
          <a:xfrm>
            <a:off x="1809720" y="4705200"/>
            <a:ext cx="399960" cy="360"/>
          </a:xfrm>
          <a:prstGeom prst="line">
            <a:avLst/>
          </a:prstGeom>
          <a:ln w="52388">
            <a:solidFill>
              <a:srgbClr val="0353A4"/>
            </a:solidFill>
          </a:ln>
        </p:spPr>
        <p:style>
          <a:lnRef idx="0">
            <a:scrgbClr r="0" g="0" b="0"/>
          </a:lnRef>
          <a:fillRef idx="0">
            <a:scrgbClr r="0" g="0" b="0"/>
          </a:fillRef>
          <a:effectRef idx="0">
            <a:scrgbClr r="0" g="0" b="0"/>
          </a:effectRef>
          <a:fontRef idx="minor"/>
        </p:style>
        <p:txBody>
          <a:bodyPr lIns="90000" tIns="-44640" rIns="90000" bIns="-44640" anchor="t">
            <a:noAutofit/>
          </a:bodyPr>
          <a:lstStyle/>
          <a:p>
            <a:pPr>
              <a:buNone/>
            </a:pPr>
            <a:endParaRPr/>
          </a:p>
        </p:txBody>
      </p:sp>
      <p:sp>
        <p:nvSpPr>
          <p:cNvPr id="949" name="s18-stage-count">
            <a:extLst>
              <a:ext uri="{FF2B5EF4-FFF2-40B4-BE49-F238E27FC236}">
                <a16:creationId xmlns:a16="http://schemas.microsoft.com/office/drawing/2014/main" id="{82D0F4CA-D4CF-4F3F-90F3-C41C5FE62A09}"/>
              </a:ext>
            </a:extLst>
          </p:cNvPr>
          <p:cNvSpPr>
            <a:spLocks noGrp="1"/>
          </p:cNvSpPr>
          <p:nvPr/>
        </p:nvSpPr>
        <p:spPr>
          <a:xfrm>
            <a:off x="666720" y="2552760"/>
            <a:ext cx="1142640" cy="87588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350" b="1" u="none">
                <a:solidFill>
                  <a:srgbClr val="0353A4"/>
                </a:solidFill>
                <a:latin typeface="Arial"/>
                <a:ea typeface="Arial"/>
                <a:cs typeface="Arial"/>
              </a:rPr>
              <a:t>2log₂8−1</a:t>
            </a:r>
          </a:p>
          <a:p>
            <a:pPr algn="ctr">
              <a:lnSpc>
                <a:spcPct val="100000"/>
              </a:lnSpc>
              <a:buNone/>
            </a:pPr>
            <a:r>
              <a:rPr sz="1350" b="1" u="none">
                <a:solidFill>
                  <a:srgbClr val="0353A4"/>
                </a:solidFill>
                <a:latin typeface="Arial"/>
                <a:ea typeface="Arial"/>
                <a:cs typeface="Arial"/>
              </a:rPr>
              <a:t>= 5 stages</a:t>
            </a:r>
          </a:p>
        </p:txBody>
      </p:sp>
      <p:sp>
        <p:nvSpPr>
          <p:cNvPr id="950" name="s18-up">
            <a:extLst>
              <a:ext uri="{FF2B5EF4-FFF2-40B4-BE49-F238E27FC236}">
                <a16:creationId xmlns:a16="http://schemas.microsoft.com/office/drawing/2014/main" id="{6120B2F0-A479-47F4-933A-71340F886863}"/>
              </a:ext>
            </a:extLst>
          </p:cNvPr>
          <p:cNvSpPr>
            <a:spLocks noGrp="1"/>
          </p:cNvSpPr>
          <p:nvPr/>
        </p:nvSpPr>
        <p:spPr>
          <a:xfrm>
            <a:off x="9620280" y="2209680"/>
            <a:ext cx="16664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430" b="1" u="none">
                <a:solidFill>
                  <a:srgbClr val="00B0F0"/>
                </a:solidFill>
                <a:latin typeface="Arial"/>
                <a:ea typeface="Arial"/>
                <a:cs typeface="Arial"/>
              </a:rPr>
              <a:t>UP-SWEEP</a:t>
            </a:r>
          </a:p>
        </p:txBody>
      </p:sp>
      <p:sp>
        <p:nvSpPr>
          <p:cNvPr id="951" name="s18-down">
            <a:extLst>
              <a:ext uri="{FF2B5EF4-FFF2-40B4-BE49-F238E27FC236}">
                <a16:creationId xmlns:a16="http://schemas.microsoft.com/office/drawing/2014/main" id="{D0564E19-0021-4480-835B-6F19EBC49676}"/>
              </a:ext>
            </a:extLst>
          </p:cNvPr>
          <p:cNvSpPr>
            <a:spLocks noGrp="1"/>
          </p:cNvSpPr>
          <p:nvPr/>
        </p:nvSpPr>
        <p:spPr>
          <a:xfrm>
            <a:off x="9572760" y="3857760"/>
            <a:ext cx="17618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430" b="1" u="none">
                <a:solidFill>
                  <a:srgbClr val="6666FF"/>
                </a:solidFill>
                <a:latin typeface="Arial"/>
                <a:ea typeface="Arial"/>
                <a:cs typeface="Arial"/>
              </a:rPr>
              <a:t>DOWN-SWEEP</a:t>
            </a:r>
          </a:p>
        </p:txBody>
      </p:sp>
      <p:sp>
        <p:nvSpPr>
          <p:cNvPr id="952" name="s18-result">
            <a:extLst>
              <a:ext uri="{FF2B5EF4-FFF2-40B4-BE49-F238E27FC236}">
                <a16:creationId xmlns:a16="http://schemas.microsoft.com/office/drawing/2014/main" id="{2042AF71-992F-46EA-B6D4-E56F884D8901}"/>
              </a:ext>
            </a:extLst>
          </p:cNvPr>
          <p:cNvSpPr>
            <a:spLocks noGrp="1"/>
          </p:cNvSpPr>
          <p:nvPr/>
        </p:nvSpPr>
        <p:spPr>
          <a:xfrm>
            <a:off x="2952720" y="5219640"/>
            <a:ext cx="6381360" cy="41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729" b="1" u="none">
                <a:solidFill>
                  <a:srgbClr val="FF0000"/>
                </a:solidFill>
                <a:latin typeface="Arial"/>
                <a:ea typeface="Arial"/>
                <a:cs typeface="Arial"/>
              </a:rPr>
              <a:t>11 combines  •  6 fewer than Kogge-Stone</a:t>
            </a:r>
          </a:p>
        </p:txBody>
      </p:sp>
      <p:sp>
        <p:nvSpPr>
          <p:cNvPr id="953" name="s18-source">
            <a:extLst>
              <a:ext uri="{FF2B5EF4-FFF2-40B4-BE49-F238E27FC236}">
                <a16:creationId xmlns:a16="http://schemas.microsoft.com/office/drawing/2014/main" id="{5548D977-CF4D-4C8F-95BB-F58679118727}"/>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Canonical inclusive Brent-Kung shown. The lecture PDF's 6-round / 14-add up-down tree is Blelloch-style exclusive scan.</a:t>
            </a:r>
          </a:p>
        </p:txBody>
      </p:sp>
    </p:spTree>
    <p:extLst>
      <p:ext uri="{BB962C8B-B14F-4D97-AF65-F5344CB8AC3E}">
        <p14:creationId xmlns:p14="http://schemas.microsoft.com/office/powerpoint/2010/main" val="1713937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4" name="PlaceHolder 1">
            <a:extLst>
              <a:ext uri="{FF2B5EF4-FFF2-40B4-BE49-F238E27FC236}">
                <a16:creationId xmlns:a16="http://schemas.microsoft.com/office/drawing/2014/main" id="{823D6C3A-8303-4E07-8A5F-9E693CCF2DFA}"/>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2850" b="1" u="none">
                <a:solidFill>
                  <a:srgbClr val="001233"/>
                </a:solidFill>
                <a:latin typeface="Arial"/>
                <a:ea typeface="Arial"/>
                <a:cs typeface="Arial"/>
              </a:rPr>
              <a:t>Barrier Hiding on L40S</a:t>
            </a:r>
          </a:p>
        </p:txBody>
      </p:sp>
      <p:sp>
        <p:nvSpPr>
          <p:cNvPr id="955" name="s19-page-number">
            <a:extLst>
              <a:ext uri="{FF2B5EF4-FFF2-40B4-BE49-F238E27FC236}">
                <a16:creationId xmlns:a16="http://schemas.microsoft.com/office/drawing/2014/main" id="{FDFDF3E2-B3CF-459A-BED4-5D6459AB9A22}"/>
              </a:ext>
            </a:extLst>
          </p:cNvPr>
          <p:cNvSpPr>
            <a:spLocks noGrp="1"/>
          </p:cNvSpPr>
          <p:nvPr/>
        </p:nvSpPr>
        <p:spPr>
          <a:xfrm>
            <a:off x="11487240" y="6453360"/>
            <a:ext cx="456840" cy="264600"/>
          </a:xfrm>
          <a:prstGeom prst="rect">
            <a:avLst/>
          </a:prstGeom>
          <a:noFill/>
          <a:ln w="0">
            <a:noFill/>
          </a:ln>
        </p:spPr>
        <p:style>
          <a:lnRef idx="0">
            <a:scrgbClr r="0" g="0" b="0"/>
          </a:lnRef>
          <a:fillRef idx="0">
            <a:scrgbClr r="0" g="0" b="0"/>
          </a:fillRef>
          <a:effectRef idx="0">
            <a:scrgbClr r="0" g="0" b="0"/>
          </a:effectRef>
          <a:fontRef idx="minor"/>
        </p:style>
        <p:txBody>
          <a:bodyPr lIns="45720" rIns="45720" anchor="ctr">
            <a:noAutofit/>
          </a:bodyPr>
          <a:lstStyle/>
          <a:p>
            <a:pPr algn="r">
              <a:lnSpc>
                <a:spcPct val="100000"/>
              </a:lnSpc>
              <a:buNone/>
            </a:pPr>
            <a:r>
              <a:rPr sz="900" b="0" u="none">
                <a:solidFill>
                  <a:srgbClr val="88888D"/>
                </a:solidFill>
                <a:latin typeface="Arial"/>
                <a:ea typeface="Arial"/>
                <a:cs typeface="Arial"/>
              </a:rPr>
              <a:t>19</a:t>
            </a:r>
          </a:p>
        </p:txBody>
      </p:sp>
      <p:sp>
        <p:nvSpPr>
          <p:cNvPr id="956" name="s19-subtitle">
            <a:extLst>
              <a:ext uri="{FF2B5EF4-FFF2-40B4-BE49-F238E27FC236}">
                <a16:creationId xmlns:a16="http://schemas.microsoft.com/office/drawing/2014/main" id="{C507FBF6-1753-4F14-B0E4-19D8523A381B}"/>
              </a:ext>
            </a:extLst>
          </p:cNvPr>
          <p:cNvSpPr>
            <a:spLocks noGrp="1"/>
          </p:cNvSpPr>
          <p:nvPr/>
        </p:nvSpPr>
        <p:spPr>
          <a:xfrm>
            <a:off x="733320" y="1047600"/>
            <a:ext cx="10000800" cy="28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350" b="1" u="none">
                <a:solidFill>
                  <a:srgbClr val="001233"/>
                </a:solidFill>
                <a:latin typeface="Arial"/>
                <a:ea typeface="Arial"/>
                <a:cs typeface="Arial"/>
              </a:rPr>
              <a:t>One SM has 48 resident warp slots; block size decides whether another block can run</a:t>
            </a:r>
          </a:p>
        </p:txBody>
      </p:sp>
      <p:sp>
        <p:nvSpPr>
          <p:cNvPr id="957" name="s19-left-title">
            <a:extLst>
              <a:ext uri="{FF2B5EF4-FFF2-40B4-BE49-F238E27FC236}">
                <a16:creationId xmlns:a16="http://schemas.microsoft.com/office/drawing/2014/main" id="{F988A910-B928-418F-B814-A510C94E1555}"/>
              </a:ext>
            </a:extLst>
          </p:cNvPr>
          <p:cNvSpPr>
            <a:spLocks noGrp="1"/>
          </p:cNvSpPr>
          <p:nvPr/>
        </p:nvSpPr>
        <p:spPr>
          <a:xfrm>
            <a:off x="781200" y="1428840"/>
            <a:ext cx="4762080" cy="3236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500" b="1" u="none">
                <a:solidFill>
                  <a:srgbClr val="0353A4"/>
                </a:solidFill>
                <a:latin typeface="Courier New"/>
                <a:ea typeface="Courier New"/>
                <a:cs typeface="Courier New"/>
              </a:rPr>
              <a:t>B = 256  |  6 blocks × 8 warps</a:t>
            </a:r>
          </a:p>
        </p:txBody>
      </p:sp>
      <p:sp>
        <p:nvSpPr>
          <p:cNvPr id="958" name="s19-left-sm">
            <a:extLst>
              <a:ext uri="{FF2B5EF4-FFF2-40B4-BE49-F238E27FC236}">
                <a16:creationId xmlns:a16="http://schemas.microsoft.com/office/drawing/2014/main" id="{304A1B24-04AD-49EB-A68D-85461787A907}"/>
              </a:ext>
            </a:extLst>
          </p:cNvPr>
          <p:cNvSpPr>
            <a:spLocks noGrp="1"/>
          </p:cNvSpPr>
          <p:nvPr/>
        </p:nvSpPr>
        <p:spPr>
          <a:xfrm>
            <a:off x="781200" y="1857240"/>
            <a:ext cx="4762080" cy="28760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23813">
            <a:solidFill>
              <a:srgbClr val="012345"/>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59" name="s19-left-sched-0">
            <a:extLst>
              <a:ext uri="{FF2B5EF4-FFF2-40B4-BE49-F238E27FC236}">
                <a16:creationId xmlns:a16="http://schemas.microsoft.com/office/drawing/2014/main" id="{3C5B2618-EFAE-4B4D-821B-E9590916DFE8}"/>
              </a:ext>
            </a:extLst>
          </p:cNvPr>
          <p:cNvSpPr>
            <a:spLocks noGrp="1"/>
          </p:cNvSpPr>
          <p:nvPr/>
        </p:nvSpPr>
        <p:spPr>
          <a:xfrm>
            <a:off x="1009800" y="2000160"/>
            <a:ext cx="952200" cy="2664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C2C2FF"/>
          </a:solidFill>
          <a:ln w="14288">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fontScale="85000" lnSpcReduction="19999"/>
          </a:bodyPr>
          <a:lstStyle/>
          <a:p>
            <a:pPr>
              <a:buNone/>
            </a:pPr>
            <a:endParaRPr/>
          </a:p>
        </p:txBody>
      </p:sp>
      <p:sp>
        <p:nvSpPr>
          <p:cNvPr id="960" name="s19-left-sched-1">
            <a:extLst>
              <a:ext uri="{FF2B5EF4-FFF2-40B4-BE49-F238E27FC236}">
                <a16:creationId xmlns:a16="http://schemas.microsoft.com/office/drawing/2014/main" id="{610AC306-1DC5-4754-B482-5483929F1934}"/>
              </a:ext>
            </a:extLst>
          </p:cNvPr>
          <p:cNvSpPr>
            <a:spLocks noGrp="1"/>
          </p:cNvSpPr>
          <p:nvPr/>
        </p:nvSpPr>
        <p:spPr>
          <a:xfrm>
            <a:off x="2114640" y="2000160"/>
            <a:ext cx="952200" cy="2664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C2C2FF"/>
          </a:solidFill>
          <a:ln w="14288">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fontScale="85000" lnSpcReduction="19999"/>
          </a:bodyPr>
          <a:lstStyle/>
          <a:p>
            <a:pPr>
              <a:buNone/>
            </a:pPr>
            <a:endParaRPr/>
          </a:p>
        </p:txBody>
      </p:sp>
      <p:sp>
        <p:nvSpPr>
          <p:cNvPr id="961" name="s19-left-sched-2">
            <a:extLst>
              <a:ext uri="{FF2B5EF4-FFF2-40B4-BE49-F238E27FC236}">
                <a16:creationId xmlns:a16="http://schemas.microsoft.com/office/drawing/2014/main" id="{5C77DBA7-E7F9-42FB-90BC-36C8FE142F6F}"/>
              </a:ext>
            </a:extLst>
          </p:cNvPr>
          <p:cNvSpPr>
            <a:spLocks noGrp="1"/>
          </p:cNvSpPr>
          <p:nvPr/>
        </p:nvSpPr>
        <p:spPr>
          <a:xfrm>
            <a:off x="3219480" y="2000160"/>
            <a:ext cx="952200" cy="2664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C2C2FF"/>
          </a:solidFill>
          <a:ln w="14288">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fontScale="85000" lnSpcReduction="19999"/>
          </a:bodyPr>
          <a:lstStyle/>
          <a:p>
            <a:pPr>
              <a:buNone/>
            </a:pPr>
            <a:endParaRPr/>
          </a:p>
        </p:txBody>
      </p:sp>
      <p:sp>
        <p:nvSpPr>
          <p:cNvPr id="962" name="s19-left-sched-3">
            <a:extLst>
              <a:ext uri="{FF2B5EF4-FFF2-40B4-BE49-F238E27FC236}">
                <a16:creationId xmlns:a16="http://schemas.microsoft.com/office/drawing/2014/main" id="{FCFF8FE7-AFFD-469E-A5CA-30CFED07F797}"/>
              </a:ext>
            </a:extLst>
          </p:cNvPr>
          <p:cNvSpPr>
            <a:spLocks noGrp="1"/>
          </p:cNvSpPr>
          <p:nvPr/>
        </p:nvSpPr>
        <p:spPr>
          <a:xfrm>
            <a:off x="4324320" y="2000160"/>
            <a:ext cx="952200" cy="2664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C2C2FF"/>
          </a:solidFill>
          <a:ln w="14288">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fontScale="85000" lnSpcReduction="19999"/>
          </a:bodyPr>
          <a:lstStyle/>
          <a:p>
            <a:pPr>
              <a:buNone/>
            </a:pPr>
            <a:endParaRPr/>
          </a:p>
        </p:txBody>
      </p:sp>
      <p:sp>
        <p:nvSpPr>
          <p:cNvPr id="963" name="s19-left-sched-label">
            <a:extLst>
              <a:ext uri="{FF2B5EF4-FFF2-40B4-BE49-F238E27FC236}">
                <a16:creationId xmlns:a16="http://schemas.microsoft.com/office/drawing/2014/main" id="{FB77E679-7419-4B62-AB00-D80F93D7A5DA}"/>
              </a:ext>
            </a:extLst>
          </p:cNvPr>
          <p:cNvSpPr>
            <a:spLocks noGrp="1"/>
          </p:cNvSpPr>
          <p:nvPr/>
        </p:nvSpPr>
        <p:spPr>
          <a:xfrm>
            <a:off x="1009800" y="2009880"/>
            <a:ext cx="4266720" cy="24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170" b="1" u="none">
                <a:solidFill>
                  <a:srgbClr val="001233"/>
                </a:solidFill>
                <a:latin typeface="Courier New"/>
                <a:ea typeface="Courier New"/>
                <a:cs typeface="Courier New"/>
              </a:rPr>
              <a:t>4 WARP SCHEDULERS</a:t>
            </a:r>
          </a:p>
        </p:txBody>
      </p:sp>
      <p:sp>
        <p:nvSpPr>
          <p:cNvPr id="964" name="s19-left-slot-0-0">
            <a:extLst>
              <a:ext uri="{FF2B5EF4-FFF2-40B4-BE49-F238E27FC236}">
                <a16:creationId xmlns:a16="http://schemas.microsoft.com/office/drawing/2014/main" id="{959B6F8D-5D1B-47F1-BBEC-30A9ADC50796}"/>
              </a:ext>
            </a:extLst>
          </p:cNvPr>
          <p:cNvSpPr>
            <a:spLocks noGrp="1"/>
          </p:cNvSpPr>
          <p:nvPr/>
        </p:nvSpPr>
        <p:spPr>
          <a:xfrm>
            <a:off x="1467000" y="247644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65" name="s19-left-slot-0-1">
            <a:extLst>
              <a:ext uri="{FF2B5EF4-FFF2-40B4-BE49-F238E27FC236}">
                <a16:creationId xmlns:a16="http://schemas.microsoft.com/office/drawing/2014/main" id="{8495B2A2-CAA2-482C-B684-D57A17B9F9C6}"/>
              </a:ext>
            </a:extLst>
          </p:cNvPr>
          <p:cNvSpPr>
            <a:spLocks noGrp="1"/>
          </p:cNvSpPr>
          <p:nvPr/>
        </p:nvSpPr>
        <p:spPr>
          <a:xfrm>
            <a:off x="1895400" y="247644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66" name="s19-left-slot-0-2">
            <a:extLst>
              <a:ext uri="{FF2B5EF4-FFF2-40B4-BE49-F238E27FC236}">
                <a16:creationId xmlns:a16="http://schemas.microsoft.com/office/drawing/2014/main" id="{641230B1-BF51-4E3C-9A31-7B2AFEA5AC26}"/>
              </a:ext>
            </a:extLst>
          </p:cNvPr>
          <p:cNvSpPr>
            <a:spLocks noGrp="1"/>
          </p:cNvSpPr>
          <p:nvPr/>
        </p:nvSpPr>
        <p:spPr>
          <a:xfrm>
            <a:off x="2324160" y="247644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67" name="s19-left-slot-0-3">
            <a:extLst>
              <a:ext uri="{FF2B5EF4-FFF2-40B4-BE49-F238E27FC236}">
                <a16:creationId xmlns:a16="http://schemas.microsoft.com/office/drawing/2014/main" id="{87926061-B946-4B8B-8CEB-4CA5512DCFDE}"/>
              </a:ext>
            </a:extLst>
          </p:cNvPr>
          <p:cNvSpPr>
            <a:spLocks noGrp="1"/>
          </p:cNvSpPr>
          <p:nvPr/>
        </p:nvSpPr>
        <p:spPr>
          <a:xfrm>
            <a:off x="2752560" y="247644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68" name="s19-left-slot-0-4">
            <a:extLst>
              <a:ext uri="{FF2B5EF4-FFF2-40B4-BE49-F238E27FC236}">
                <a16:creationId xmlns:a16="http://schemas.microsoft.com/office/drawing/2014/main" id="{D68D6313-7FB5-42C0-BD27-4D18438F2A4A}"/>
              </a:ext>
            </a:extLst>
          </p:cNvPr>
          <p:cNvSpPr>
            <a:spLocks noGrp="1"/>
          </p:cNvSpPr>
          <p:nvPr/>
        </p:nvSpPr>
        <p:spPr>
          <a:xfrm>
            <a:off x="3181320" y="247644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69" name="s19-left-slot-0-5">
            <a:extLst>
              <a:ext uri="{FF2B5EF4-FFF2-40B4-BE49-F238E27FC236}">
                <a16:creationId xmlns:a16="http://schemas.microsoft.com/office/drawing/2014/main" id="{10D2D8C2-05B3-4A51-90BC-EEE0C0A0827D}"/>
              </a:ext>
            </a:extLst>
          </p:cNvPr>
          <p:cNvSpPr>
            <a:spLocks noGrp="1"/>
          </p:cNvSpPr>
          <p:nvPr/>
        </p:nvSpPr>
        <p:spPr>
          <a:xfrm>
            <a:off x="3610080" y="247644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70" name="s19-left-slot-0-6">
            <a:extLst>
              <a:ext uri="{FF2B5EF4-FFF2-40B4-BE49-F238E27FC236}">
                <a16:creationId xmlns:a16="http://schemas.microsoft.com/office/drawing/2014/main" id="{2358E221-E6C5-41FE-A361-BFC862A6AE69}"/>
              </a:ext>
            </a:extLst>
          </p:cNvPr>
          <p:cNvSpPr>
            <a:spLocks noGrp="1"/>
          </p:cNvSpPr>
          <p:nvPr/>
        </p:nvSpPr>
        <p:spPr>
          <a:xfrm>
            <a:off x="4038480" y="247644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71" name="s19-left-slot-0-7">
            <a:extLst>
              <a:ext uri="{FF2B5EF4-FFF2-40B4-BE49-F238E27FC236}">
                <a16:creationId xmlns:a16="http://schemas.microsoft.com/office/drawing/2014/main" id="{80ABEF61-6086-4DB4-BC89-053E105C481B}"/>
              </a:ext>
            </a:extLst>
          </p:cNvPr>
          <p:cNvSpPr>
            <a:spLocks noGrp="1"/>
          </p:cNvSpPr>
          <p:nvPr/>
        </p:nvSpPr>
        <p:spPr>
          <a:xfrm>
            <a:off x="4467240" y="247644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72" name="s19-left-slot-1-0">
            <a:extLst>
              <a:ext uri="{FF2B5EF4-FFF2-40B4-BE49-F238E27FC236}">
                <a16:creationId xmlns:a16="http://schemas.microsoft.com/office/drawing/2014/main" id="{F85A00CA-A33E-4348-A562-C440C02CCFC0}"/>
              </a:ext>
            </a:extLst>
          </p:cNvPr>
          <p:cNvSpPr>
            <a:spLocks noGrp="1"/>
          </p:cNvSpPr>
          <p:nvPr/>
        </p:nvSpPr>
        <p:spPr>
          <a:xfrm>
            <a:off x="1467000" y="271620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73" name="s19-left-slot-1-1">
            <a:extLst>
              <a:ext uri="{FF2B5EF4-FFF2-40B4-BE49-F238E27FC236}">
                <a16:creationId xmlns:a16="http://schemas.microsoft.com/office/drawing/2014/main" id="{D909FF84-A4D4-4483-A210-95555F0B86B2}"/>
              </a:ext>
            </a:extLst>
          </p:cNvPr>
          <p:cNvSpPr>
            <a:spLocks noGrp="1"/>
          </p:cNvSpPr>
          <p:nvPr/>
        </p:nvSpPr>
        <p:spPr>
          <a:xfrm>
            <a:off x="1895400" y="271620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74" name="s19-left-slot-1-2">
            <a:extLst>
              <a:ext uri="{FF2B5EF4-FFF2-40B4-BE49-F238E27FC236}">
                <a16:creationId xmlns:a16="http://schemas.microsoft.com/office/drawing/2014/main" id="{ACF48CDE-BD57-48B7-A86B-99B51B1EC4ED}"/>
              </a:ext>
            </a:extLst>
          </p:cNvPr>
          <p:cNvSpPr>
            <a:spLocks noGrp="1"/>
          </p:cNvSpPr>
          <p:nvPr/>
        </p:nvSpPr>
        <p:spPr>
          <a:xfrm>
            <a:off x="2324160" y="271620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75" name="s19-left-slot-1-3">
            <a:extLst>
              <a:ext uri="{FF2B5EF4-FFF2-40B4-BE49-F238E27FC236}">
                <a16:creationId xmlns:a16="http://schemas.microsoft.com/office/drawing/2014/main" id="{3C884AB6-B54D-4D60-B288-2C8B062254E9}"/>
              </a:ext>
            </a:extLst>
          </p:cNvPr>
          <p:cNvSpPr>
            <a:spLocks noGrp="1"/>
          </p:cNvSpPr>
          <p:nvPr/>
        </p:nvSpPr>
        <p:spPr>
          <a:xfrm>
            <a:off x="2752560" y="271620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76" name="s19-left-slot-1-4">
            <a:extLst>
              <a:ext uri="{FF2B5EF4-FFF2-40B4-BE49-F238E27FC236}">
                <a16:creationId xmlns:a16="http://schemas.microsoft.com/office/drawing/2014/main" id="{0B0F0FBD-9EAE-4138-9EF5-CE8DD791F561}"/>
              </a:ext>
            </a:extLst>
          </p:cNvPr>
          <p:cNvSpPr>
            <a:spLocks noGrp="1"/>
          </p:cNvSpPr>
          <p:nvPr/>
        </p:nvSpPr>
        <p:spPr>
          <a:xfrm>
            <a:off x="3181320" y="271620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77" name="s19-left-slot-1-5">
            <a:extLst>
              <a:ext uri="{FF2B5EF4-FFF2-40B4-BE49-F238E27FC236}">
                <a16:creationId xmlns:a16="http://schemas.microsoft.com/office/drawing/2014/main" id="{1EE2E507-BF42-44C1-A71E-CF93293034CC}"/>
              </a:ext>
            </a:extLst>
          </p:cNvPr>
          <p:cNvSpPr>
            <a:spLocks noGrp="1"/>
          </p:cNvSpPr>
          <p:nvPr/>
        </p:nvSpPr>
        <p:spPr>
          <a:xfrm>
            <a:off x="3610080" y="271620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78" name="s19-left-slot-1-6">
            <a:extLst>
              <a:ext uri="{FF2B5EF4-FFF2-40B4-BE49-F238E27FC236}">
                <a16:creationId xmlns:a16="http://schemas.microsoft.com/office/drawing/2014/main" id="{3B51B2EE-F219-46BE-A619-A2450FB44C21}"/>
              </a:ext>
            </a:extLst>
          </p:cNvPr>
          <p:cNvSpPr>
            <a:spLocks noGrp="1"/>
          </p:cNvSpPr>
          <p:nvPr/>
        </p:nvSpPr>
        <p:spPr>
          <a:xfrm>
            <a:off x="4038480" y="271620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79" name="s19-left-slot-1-7">
            <a:extLst>
              <a:ext uri="{FF2B5EF4-FFF2-40B4-BE49-F238E27FC236}">
                <a16:creationId xmlns:a16="http://schemas.microsoft.com/office/drawing/2014/main" id="{51009022-C347-47E0-8E25-527774D6EE18}"/>
              </a:ext>
            </a:extLst>
          </p:cNvPr>
          <p:cNvSpPr>
            <a:spLocks noGrp="1"/>
          </p:cNvSpPr>
          <p:nvPr/>
        </p:nvSpPr>
        <p:spPr>
          <a:xfrm>
            <a:off x="4467240" y="271620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80" name="s19-left-slot-2-0">
            <a:extLst>
              <a:ext uri="{FF2B5EF4-FFF2-40B4-BE49-F238E27FC236}">
                <a16:creationId xmlns:a16="http://schemas.microsoft.com/office/drawing/2014/main" id="{E9239F5A-C861-4600-987B-7652C701125F}"/>
              </a:ext>
            </a:extLst>
          </p:cNvPr>
          <p:cNvSpPr>
            <a:spLocks noGrp="1"/>
          </p:cNvSpPr>
          <p:nvPr/>
        </p:nvSpPr>
        <p:spPr>
          <a:xfrm>
            <a:off x="1467000" y="295596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81" name="s19-left-slot-2-1">
            <a:extLst>
              <a:ext uri="{FF2B5EF4-FFF2-40B4-BE49-F238E27FC236}">
                <a16:creationId xmlns:a16="http://schemas.microsoft.com/office/drawing/2014/main" id="{A318E693-A6BC-40A2-93FB-F78FA5FE16E5}"/>
              </a:ext>
            </a:extLst>
          </p:cNvPr>
          <p:cNvSpPr>
            <a:spLocks noGrp="1"/>
          </p:cNvSpPr>
          <p:nvPr/>
        </p:nvSpPr>
        <p:spPr>
          <a:xfrm>
            <a:off x="1895400" y="295596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82" name="s19-left-slot-2-2">
            <a:extLst>
              <a:ext uri="{FF2B5EF4-FFF2-40B4-BE49-F238E27FC236}">
                <a16:creationId xmlns:a16="http://schemas.microsoft.com/office/drawing/2014/main" id="{AE5DC8CF-1BC8-4F0B-852E-71F7BD7475EA}"/>
              </a:ext>
            </a:extLst>
          </p:cNvPr>
          <p:cNvSpPr>
            <a:spLocks noGrp="1"/>
          </p:cNvSpPr>
          <p:nvPr/>
        </p:nvSpPr>
        <p:spPr>
          <a:xfrm>
            <a:off x="2324160" y="295596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83" name="s19-left-slot-2-3">
            <a:extLst>
              <a:ext uri="{FF2B5EF4-FFF2-40B4-BE49-F238E27FC236}">
                <a16:creationId xmlns:a16="http://schemas.microsoft.com/office/drawing/2014/main" id="{083593A0-2F26-43E6-A0EF-1A70EAE59D3A}"/>
              </a:ext>
            </a:extLst>
          </p:cNvPr>
          <p:cNvSpPr>
            <a:spLocks noGrp="1"/>
          </p:cNvSpPr>
          <p:nvPr/>
        </p:nvSpPr>
        <p:spPr>
          <a:xfrm>
            <a:off x="2752560" y="295596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84" name="s19-left-slot-2-4">
            <a:extLst>
              <a:ext uri="{FF2B5EF4-FFF2-40B4-BE49-F238E27FC236}">
                <a16:creationId xmlns:a16="http://schemas.microsoft.com/office/drawing/2014/main" id="{0C079B98-0640-4ABD-A280-591BED3C3632}"/>
              </a:ext>
            </a:extLst>
          </p:cNvPr>
          <p:cNvSpPr>
            <a:spLocks noGrp="1"/>
          </p:cNvSpPr>
          <p:nvPr/>
        </p:nvSpPr>
        <p:spPr>
          <a:xfrm>
            <a:off x="3181320" y="295596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85" name="s19-left-slot-2-5">
            <a:extLst>
              <a:ext uri="{FF2B5EF4-FFF2-40B4-BE49-F238E27FC236}">
                <a16:creationId xmlns:a16="http://schemas.microsoft.com/office/drawing/2014/main" id="{789A6FD6-F49D-455D-82EE-D5374A785F40}"/>
              </a:ext>
            </a:extLst>
          </p:cNvPr>
          <p:cNvSpPr>
            <a:spLocks noGrp="1"/>
          </p:cNvSpPr>
          <p:nvPr/>
        </p:nvSpPr>
        <p:spPr>
          <a:xfrm>
            <a:off x="3610080" y="295596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86" name="s19-left-slot-2-6">
            <a:extLst>
              <a:ext uri="{FF2B5EF4-FFF2-40B4-BE49-F238E27FC236}">
                <a16:creationId xmlns:a16="http://schemas.microsoft.com/office/drawing/2014/main" id="{28CE9834-F3C0-48EE-BE5E-EC8B9C893092}"/>
              </a:ext>
            </a:extLst>
          </p:cNvPr>
          <p:cNvSpPr>
            <a:spLocks noGrp="1"/>
          </p:cNvSpPr>
          <p:nvPr/>
        </p:nvSpPr>
        <p:spPr>
          <a:xfrm>
            <a:off x="4038480" y="295596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87" name="s19-left-slot-2-7">
            <a:extLst>
              <a:ext uri="{FF2B5EF4-FFF2-40B4-BE49-F238E27FC236}">
                <a16:creationId xmlns:a16="http://schemas.microsoft.com/office/drawing/2014/main" id="{828B9F49-BBEC-44D4-83EB-96DA0E290CA7}"/>
              </a:ext>
            </a:extLst>
          </p:cNvPr>
          <p:cNvSpPr>
            <a:spLocks noGrp="1"/>
          </p:cNvSpPr>
          <p:nvPr/>
        </p:nvSpPr>
        <p:spPr>
          <a:xfrm>
            <a:off x="4467240" y="295596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88" name="s19-left-slot-3-0">
            <a:extLst>
              <a:ext uri="{FF2B5EF4-FFF2-40B4-BE49-F238E27FC236}">
                <a16:creationId xmlns:a16="http://schemas.microsoft.com/office/drawing/2014/main" id="{918BFA52-25D4-44E0-BB65-843204456A1D}"/>
              </a:ext>
            </a:extLst>
          </p:cNvPr>
          <p:cNvSpPr>
            <a:spLocks noGrp="1"/>
          </p:cNvSpPr>
          <p:nvPr/>
        </p:nvSpPr>
        <p:spPr>
          <a:xfrm>
            <a:off x="1467000" y="319572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89" name="s19-left-slot-3-1">
            <a:extLst>
              <a:ext uri="{FF2B5EF4-FFF2-40B4-BE49-F238E27FC236}">
                <a16:creationId xmlns:a16="http://schemas.microsoft.com/office/drawing/2014/main" id="{BBDC1743-3887-4062-AFEC-DB544A5611E7}"/>
              </a:ext>
            </a:extLst>
          </p:cNvPr>
          <p:cNvSpPr>
            <a:spLocks noGrp="1"/>
          </p:cNvSpPr>
          <p:nvPr/>
        </p:nvSpPr>
        <p:spPr>
          <a:xfrm>
            <a:off x="1895400" y="319572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90" name="s19-left-slot-3-2">
            <a:extLst>
              <a:ext uri="{FF2B5EF4-FFF2-40B4-BE49-F238E27FC236}">
                <a16:creationId xmlns:a16="http://schemas.microsoft.com/office/drawing/2014/main" id="{C715CD40-C2DA-49B3-ABF9-0A4BBB97363B}"/>
              </a:ext>
            </a:extLst>
          </p:cNvPr>
          <p:cNvSpPr>
            <a:spLocks noGrp="1"/>
          </p:cNvSpPr>
          <p:nvPr/>
        </p:nvSpPr>
        <p:spPr>
          <a:xfrm>
            <a:off x="2324160" y="319572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91" name="s19-left-slot-3-3">
            <a:extLst>
              <a:ext uri="{FF2B5EF4-FFF2-40B4-BE49-F238E27FC236}">
                <a16:creationId xmlns:a16="http://schemas.microsoft.com/office/drawing/2014/main" id="{E221567B-7BBC-4B0F-BB91-A07911005DCE}"/>
              </a:ext>
            </a:extLst>
          </p:cNvPr>
          <p:cNvSpPr>
            <a:spLocks noGrp="1"/>
          </p:cNvSpPr>
          <p:nvPr/>
        </p:nvSpPr>
        <p:spPr>
          <a:xfrm>
            <a:off x="2752560" y="319572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92" name="s19-left-slot-3-4">
            <a:extLst>
              <a:ext uri="{FF2B5EF4-FFF2-40B4-BE49-F238E27FC236}">
                <a16:creationId xmlns:a16="http://schemas.microsoft.com/office/drawing/2014/main" id="{018C8F5F-2EBD-419B-BC39-1CB380DFEBE8}"/>
              </a:ext>
            </a:extLst>
          </p:cNvPr>
          <p:cNvSpPr>
            <a:spLocks noGrp="1"/>
          </p:cNvSpPr>
          <p:nvPr/>
        </p:nvSpPr>
        <p:spPr>
          <a:xfrm>
            <a:off x="3181320" y="319572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93" name="s19-left-slot-3-5">
            <a:extLst>
              <a:ext uri="{FF2B5EF4-FFF2-40B4-BE49-F238E27FC236}">
                <a16:creationId xmlns:a16="http://schemas.microsoft.com/office/drawing/2014/main" id="{3B28E9E0-E097-4557-8587-78F8192BD0B4}"/>
              </a:ext>
            </a:extLst>
          </p:cNvPr>
          <p:cNvSpPr>
            <a:spLocks noGrp="1"/>
          </p:cNvSpPr>
          <p:nvPr/>
        </p:nvSpPr>
        <p:spPr>
          <a:xfrm>
            <a:off x="3610080" y="319572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94" name="s19-left-slot-3-6">
            <a:extLst>
              <a:ext uri="{FF2B5EF4-FFF2-40B4-BE49-F238E27FC236}">
                <a16:creationId xmlns:a16="http://schemas.microsoft.com/office/drawing/2014/main" id="{B7D2B026-C654-42B7-9324-EC24E524A916}"/>
              </a:ext>
            </a:extLst>
          </p:cNvPr>
          <p:cNvSpPr>
            <a:spLocks noGrp="1"/>
          </p:cNvSpPr>
          <p:nvPr/>
        </p:nvSpPr>
        <p:spPr>
          <a:xfrm>
            <a:off x="4038480" y="319572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95" name="s19-left-slot-3-7">
            <a:extLst>
              <a:ext uri="{FF2B5EF4-FFF2-40B4-BE49-F238E27FC236}">
                <a16:creationId xmlns:a16="http://schemas.microsoft.com/office/drawing/2014/main" id="{B8067815-6516-4196-A535-1DB73AEC1AC6}"/>
              </a:ext>
            </a:extLst>
          </p:cNvPr>
          <p:cNvSpPr>
            <a:spLocks noGrp="1"/>
          </p:cNvSpPr>
          <p:nvPr/>
        </p:nvSpPr>
        <p:spPr>
          <a:xfrm>
            <a:off x="4467240" y="319572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96" name="s19-left-slot-4-0">
            <a:extLst>
              <a:ext uri="{FF2B5EF4-FFF2-40B4-BE49-F238E27FC236}">
                <a16:creationId xmlns:a16="http://schemas.microsoft.com/office/drawing/2014/main" id="{04B98822-5A49-40D7-B3A2-E59F78EDC33B}"/>
              </a:ext>
            </a:extLst>
          </p:cNvPr>
          <p:cNvSpPr>
            <a:spLocks noGrp="1"/>
          </p:cNvSpPr>
          <p:nvPr/>
        </p:nvSpPr>
        <p:spPr>
          <a:xfrm>
            <a:off x="1467000" y="343548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97" name="s19-left-slot-4-1">
            <a:extLst>
              <a:ext uri="{FF2B5EF4-FFF2-40B4-BE49-F238E27FC236}">
                <a16:creationId xmlns:a16="http://schemas.microsoft.com/office/drawing/2014/main" id="{876D1690-825B-421A-B495-A4E17EBB1455}"/>
              </a:ext>
            </a:extLst>
          </p:cNvPr>
          <p:cNvSpPr>
            <a:spLocks noGrp="1"/>
          </p:cNvSpPr>
          <p:nvPr/>
        </p:nvSpPr>
        <p:spPr>
          <a:xfrm>
            <a:off x="1895400" y="343548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98" name="s19-left-slot-4-2">
            <a:extLst>
              <a:ext uri="{FF2B5EF4-FFF2-40B4-BE49-F238E27FC236}">
                <a16:creationId xmlns:a16="http://schemas.microsoft.com/office/drawing/2014/main" id="{82B4DE78-CA49-4A1B-B112-ABBA413D3EB5}"/>
              </a:ext>
            </a:extLst>
          </p:cNvPr>
          <p:cNvSpPr>
            <a:spLocks noGrp="1"/>
          </p:cNvSpPr>
          <p:nvPr/>
        </p:nvSpPr>
        <p:spPr>
          <a:xfrm>
            <a:off x="2324160" y="343548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999" name="s19-left-slot-4-3">
            <a:extLst>
              <a:ext uri="{FF2B5EF4-FFF2-40B4-BE49-F238E27FC236}">
                <a16:creationId xmlns:a16="http://schemas.microsoft.com/office/drawing/2014/main" id="{99DC8160-E693-43AB-BB1D-2A64F7059C80}"/>
              </a:ext>
            </a:extLst>
          </p:cNvPr>
          <p:cNvSpPr>
            <a:spLocks noGrp="1"/>
          </p:cNvSpPr>
          <p:nvPr/>
        </p:nvSpPr>
        <p:spPr>
          <a:xfrm>
            <a:off x="2752560" y="343548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00" name="s19-left-slot-4-4">
            <a:extLst>
              <a:ext uri="{FF2B5EF4-FFF2-40B4-BE49-F238E27FC236}">
                <a16:creationId xmlns:a16="http://schemas.microsoft.com/office/drawing/2014/main" id="{9EF1F099-0D0E-41A6-9F70-EEAC3ABC0BAF}"/>
              </a:ext>
            </a:extLst>
          </p:cNvPr>
          <p:cNvSpPr>
            <a:spLocks noGrp="1"/>
          </p:cNvSpPr>
          <p:nvPr/>
        </p:nvSpPr>
        <p:spPr>
          <a:xfrm>
            <a:off x="3181320" y="343548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01" name="s19-left-slot-4-5">
            <a:extLst>
              <a:ext uri="{FF2B5EF4-FFF2-40B4-BE49-F238E27FC236}">
                <a16:creationId xmlns:a16="http://schemas.microsoft.com/office/drawing/2014/main" id="{A0083C6F-AD48-4893-B444-6514FC7E0E3F}"/>
              </a:ext>
            </a:extLst>
          </p:cNvPr>
          <p:cNvSpPr>
            <a:spLocks noGrp="1"/>
          </p:cNvSpPr>
          <p:nvPr/>
        </p:nvSpPr>
        <p:spPr>
          <a:xfrm>
            <a:off x="3610080" y="343548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02" name="s19-left-slot-4-6">
            <a:extLst>
              <a:ext uri="{FF2B5EF4-FFF2-40B4-BE49-F238E27FC236}">
                <a16:creationId xmlns:a16="http://schemas.microsoft.com/office/drawing/2014/main" id="{917607B9-3045-457F-8200-56A92EFC7472}"/>
              </a:ext>
            </a:extLst>
          </p:cNvPr>
          <p:cNvSpPr>
            <a:spLocks noGrp="1"/>
          </p:cNvSpPr>
          <p:nvPr/>
        </p:nvSpPr>
        <p:spPr>
          <a:xfrm>
            <a:off x="4038480" y="343548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03" name="s19-left-slot-4-7">
            <a:extLst>
              <a:ext uri="{FF2B5EF4-FFF2-40B4-BE49-F238E27FC236}">
                <a16:creationId xmlns:a16="http://schemas.microsoft.com/office/drawing/2014/main" id="{B45A5B44-2F8D-497B-90A8-07678FF9B96E}"/>
              </a:ext>
            </a:extLst>
          </p:cNvPr>
          <p:cNvSpPr>
            <a:spLocks noGrp="1"/>
          </p:cNvSpPr>
          <p:nvPr/>
        </p:nvSpPr>
        <p:spPr>
          <a:xfrm>
            <a:off x="4467240" y="343548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04" name="s19-left-slot-5-0">
            <a:extLst>
              <a:ext uri="{FF2B5EF4-FFF2-40B4-BE49-F238E27FC236}">
                <a16:creationId xmlns:a16="http://schemas.microsoft.com/office/drawing/2014/main" id="{960E2255-CD3E-4906-BDF5-AB7161893CDD}"/>
              </a:ext>
            </a:extLst>
          </p:cNvPr>
          <p:cNvSpPr>
            <a:spLocks noGrp="1"/>
          </p:cNvSpPr>
          <p:nvPr/>
        </p:nvSpPr>
        <p:spPr>
          <a:xfrm>
            <a:off x="1467000" y="367524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05" name="s19-left-slot-5-1">
            <a:extLst>
              <a:ext uri="{FF2B5EF4-FFF2-40B4-BE49-F238E27FC236}">
                <a16:creationId xmlns:a16="http://schemas.microsoft.com/office/drawing/2014/main" id="{8A52C081-10AC-4554-BE7C-AEC6C311486C}"/>
              </a:ext>
            </a:extLst>
          </p:cNvPr>
          <p:cNvSpPr>
            <a:spLocks noGrp="1"/>
          </p:cNvSpPr>
          <p:nvPr/>
        </p:nvSpPr>
        <p:spPr>
          <a:xfrm>
            <a:off x="1895400" y="367524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06" name="s19-left-slot-5-2">
            <a:extLst>
              <a:ext uri="{FF2B5EF4-FFF2-40B4-BE49-F238E27FC236}">
                <a16:creationId xmlns:a16="http://schemas.microsoft.com/office/drawing/2014/main" id="{C8BAAC4C-A2F2-4521-9DAA-203C51B32724}"/>
              </a:ext>
            </a:extLst>
          </p:cNvPr>
          <p:cNvSpPr>
            <a:spLocks noGrp="1"/>
          </p:cNvSpPr>
          <p:nvPr/>
        </p:nvSpPr>
        <p:spPr>
          <a:xfrm>
            <a:off x="2324160" y="367524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07" name="s19-left-slot-5-3">
            <a:extLst>
              <a:ext uri="{FF2B5EF4-FFF2-40B4-BE49-F238E27FC236}">
                <a16:creationId xmlns:a16="http://schemas.microsoft.com/office/drawing/2014/main" id="{7381793D-59CD-456E-9628-861FF44D0965}"/>
              </a:ext>
            </a:extLst>
          </p:cNvPr>
          <p:cNvSpPr>
            <a:spLocks noGrp="1"/>
          </p:cNvSpPr>
          <p:nvPr/>
        </p:nvSpPr>
        <p:spPr>
          <a:xfrm>
            <a:off x="2752560" y="367524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08" name="s19-left-slot-5-4">
            <a:extLst>
              <a:ext uri="{FF2B5EF4-FFF2-40B4-BE49-F238E27FC236}">
                <a16:creationId xmlns:a16="http://schemas.microsoft.com/office/drawing/2014/main" id="{BB6ACA53-C493-4088-94B7-A6616A100992}"/>
              </a:ext>
            </a:extLst>
          </p:cNvPr>
          <p:cNvSpPr>
            <a:spLocks noGrp="1"/>
          </p:cNvSpPr>
          <p:nvPr/>
        </p:nvSpPr>
        <p:spPr>
          <a:xfrm>
            <a:off x="3181320" y="367524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09" name="s19-left-slot-5-5">
            <a:extLst>
              <a:ext uri="{FF2B5EF4-FFF2-40B4-BE49-F238E27FC236}">
                <a16:creationId xmlns:a16="http://schemas.microsoft.com/office/drawing/2014/main" id="{DB499CFD-FFDD-4F08-82D3-43A3B3BCF486}"/>
              </a:ext>
            </a:extLst>
          </p:cNvPr>
          <p:cNvSpPr>
            <a:spLocks noGrp="1"/>
          </p:cNvSpPr>
          <p:nvPr/>
        </p:nvSpPr>
        <p:spPr>
          <a:xfrm>
            <a:off x="3610080" y="367524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10" name="s19-left-slot-5-6">
            <a:extLst>
              <a:ext uri="{FF2B5EF4-FFF2-40B4-BE49-F238E27FC236}">
                <a16:creationId xmlns:a16="http://schemas.microsoft.com/office/drawing/2014/main" id="{3CE1CE1B-F710-400F-956E-ED2E0141B52D}"/>
              </a:ext>
            </a:extLst>
          </p:cNvPr>
          <p:cNvSpPr>
            <a:spLocks noGrp="1"/>
          </p:cNvSpPr>
          <p:nvPr/>
        </p:nvSpPr>
        <p:spPr>
          <a:xfrm>
            <a:off x="4038480" y="367524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11" name="s19-left-slot-5-7">
            <a:extLst>
              <a:ext uri="{FF2B5EF4-FFF2-40B4-BE49-F238E27FC236}">
                <a16:creationId xmlns:a16="http://schemas.microsoft.com/office/drawing/2014/main" id="{95C10652-7E21-4AC8-B481-5D9BC40CEEC2}"/>
              </a:ext>
            </a:extLst>
          </p:cNvPr>
          <p:cNvSpPr>
            <a:spLocks noGrp="1"/>
          </p:cNvSpPr>
          <p:nvPr/>
        </p:nvSpPr>
        <p:spPr>
          <a:xfrm>
            <a:off x="4467240" y="3675240"/>
            <a:ext cx="390240" cy="191880"/>
          </a:xfrm>
          <a:prstGeom prst="rect">
            <a:avLst/>
          </a:prstGeom>
          <a:solidFill>
            <a:srgbClr val="002855"/>
          </a:solidFill>
          <a:ln w="8573">
            <a:solidFill>
              <a:srgbClr val="BCDCFE"/>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12" name="s19-left-register-band">
            <a:extLst>
              <a:ext uri="{FF2B5EF4-FFF2-40B4-BE49-F238E27FC236}">
                <a16:creationId xmlns:a16="http://schemas.microsoft.com/office/drawing/2014/main" id="{A2795845-E020-4804-9768-D9DDCC91F107}"/>
              </a:ext>
            </a:extLst>
          </p:cNvPr>
          <p:cNvSpPr>
            <a:spLocks noGrp="1"/>
          </p:cNvSpPr>
          <p:nvPr/>
        </p:nvSpPr>
        <p:spPr>
          <a:xfrm>
            <a:off x="1467000" y="4057560"/>
            <a:ext cx="339048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9050">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1" u="none">
                <a:solidFill>
                  <a:srgbClr val="001233"/>
                </a:solidFill>
                <a:latin typeface="Courier New"/>
                <a:ea typeface="Courier New"/>
                <a:cs typeface="Courier New"/>
              </a:rPr>
              <a:t>RESIDENT WARP STATE</a:t>
            </a:r>
          </a:p>
        </p:txBody>
      </p:sp>
      <p:sp>
        <p:nvSpPr>
          <p:cNvPr id="1013" name="s19-right-title">
            <a:extLst>
              <a:ext uri="{FF2B5EF4-FFF2-40B4-BE49-F238E27FC236}">
                <a16:creationId xmlns:a16="http://schemas.microsoft.com/office/drawing/2014/main" id="{916C1DD4-6C09-4D0A-B9AD-557E5F42B3AA}"/>
              </a:ext>
            </a:extLst>
          </p:cNvPr>
          <p:cNvSpPr>
            <a:spLocks noGrp="1"/>
          </p:cNvSpPr>
          <p:nvPr/>
        </p:nvSpPr>
        <p:spPr>
          <a:xfrm>
            <a:off x="6429240" y="1428840"/>
            <a:ext cx="4762080" cy="3236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500" b="1" u="none">
                <a:solidFill>
                  <a:srgbClr val="FF0000"/>
                </a:solidFill>
                <a:latin typeface="Courier New"/>
                <a:ea typeface="Courier New"/>
                <a:cs typeface="Courier New"/>
              </a:rPr>
              <a:t>B = 1024  |  1 block × 32 warps</a:t>
            </a:r>
          </a:p>
        </p:txBody>
      </p:sp>
      <p:sp>
        <p:nvSpPr>
          <p:cNvPr id="1014" name="s19-right-sm">
            <a:extLst>
              <a:ext uri="{FF2B5EF4-FFF2-40B4-BE49-F238E27FC236}">
                <a16:creationId xmlns:a16="http://schemas.microsoft.com/office/drawing/2014/main" id="{C44D7DD3-FC24-4EF2-A9BD-159618A5D0D0}"/>
              </a:ext>
            </a:extLst>
          </p:cNvPr>
          <p:cNvSpPr>
            <a:spLocks noGrp="1"/>
          </p:cNvSpPr>
          <p:nvPr/>
        </p:nvSpPr>
        <p:spPr>
          <a:xfrm>
            <a:off x="6429240" y="1857240"/>
            <a:ext cx="4762080" cy="28760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23813">
            <a:solidFill>
              <a:srgbClr val="012345"/>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15" name="s19-right-sched-0">
            <a:extLst>
              <a:ext uri="{FF2B5EF4-FFF2-40B4-BE49-F238E27FC236}">
                <a16:creationId xmlns:a16="http://schemas.microsoft.com/office/drawing/2014/main" id="{C4AF997E-8CCD-4599-9085-C612881F024C}"/>
              </a:ext>
            </a:extLst>
          </p:cNvPr>
          <p:cNvSpPr>
            <a:spLocks noGrp="1"/>
          </p:cNvSpPr>
          <p:nvPr/>
        </p:nvSpPr>
        <p:spPr>
          <a:xfrm>
            <a:off x="6657840" y="2000160"/>
            <a:ext cx="952200" cy="2664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C2C2FF"/>
          </a:solidFill>
          <a:ln w="14288">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fontScale="85000" lnSpcReduction="19999"/>
          </a:bodyPr>
          <a:lstStyle/>
          <a:p>
            <a:pPr>
              <a:buNone/>
            </a:pPr>
            <a:endParaRPr/>
          </a:p>
        </p:txBody>
      </p:sp>
      <p:sp>
        <p:nvSpPr>
          <p:cNvPr id="1016" name="s19-right-sched-1">
            <a:extLst>
              <a:ext uri="{FF2B5EF4-FFF2-40B4-BE49-F238E27FC236}">
                <a16:creationId xmlns:a16="http://schemas.microsoft.com/office/drawing/2014/main" id="{A9DC380C-4FDB-41A5-822D-A774B88DA00C}"/>
              </a:ext>
            </a:extLst>
          </p:cNvPr>
          <p:cNvSpPr>
            <a:spLocks noGrp="1"/>
          </p:cNvSpPr>
          <p:nvPr/>
        </p:nvSpPr>
        <p:spPr>
          <a:xfrm>
            <a:off x="7763040" y="2000160"/>
            <a:ext cx="952200" cy="2664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C2C2FF"/>
          </a:solidFill>
          <a:ln w="14288">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fontScale="85000" lnSpcReduction="19999"/>
          </a:bodyPr>
          <a:lstStyle/>
          <a:p>
            <a:pPr>
              <a:buNone/>
            </a:pPr>
            <a:endParaRPr/>
          </a:p>
        </p:txBody>
      </p:sp>
      <p:sp>
        <p:nvSpPr>
          <p:cNvPr id="1017" name="s19-right-sched-2">
            <a:extLst>
              <a:ext uri="{FF2B5EF4-FFF2-40B4-BE49-F238E27FC236}">
                <a16:creationId xmlns:a16="http://schemas.microsoft.com/office/drawing/2014/main" id="{84CF3602-3E15-4F3C-9E52-2834425AF59C}"/>
              </a:ext>
            </a:extLst>
          </p:cNvPr>
          <p:cNvSpPr>
            <a:spLocks noGrp="1"/>
          </p:cNvSpPr>
          <p:nvPr/>
        </p:nvSpPr>
        <p:spPr>
          <a:xfrm>
            <a:off x="8867880" y="2000160"/>
            <a:ext cx="952200" cy="2664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C2C2FF"/>
          </a:solidFill>
          <a:ln w="14288">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fontScale="85000" lnSpcReduction="19999"/>
          </a:bodyPr>
          <a:lstStyle/>
          <a:p>
            <a:pPr>
              <a:buNone/>
            </a:pPr>
            <a:endParaRPr/>
          </a:p>
        </p:txBody>
      </p:sp>
      <p:sp>
        <p:nvSpPr>
          <p:cNvPr id="1018" name="s19-right-sched-3">
            <a:extLst>
              <a:ext uri="{FF2B5EF4-FFF2-40B4-BE49-F238E27FC236}">
                <a16:creationId xmlns:a16="http://schemas.microsoft.com/office/drawing/2014/main" id="{70201C1D-D3CD-42EF-B7BC-5314DFE3B31F}"/>
              </a:ext>
            </a:extLst>
          </p:cNvPr>
          <p:cNvSpPr>
            <a:spLocks noGrp="1"/>
          </p:cNvSpPr>
          <p:nvPr/>
        </p:nvSpPr>
        <p:spPr>
          <a:xfrm>
            <a:off x="9972720" y="2000160"/>
            <a:ext cx="952200" cy="2664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C2C2FF"/>
          </a:solidFill>
          <a:ln w="14288">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fontScale="85000" lnSpcReduction="19999"/>
          </a:bodyPr>
          <a:lstStyle/>
          <a:p>
            <a:pPr>
              <a:buNone/>
            </a:pPr>
            <a:endParaRPr/>
          </a:p>
        </p:txBody>
      </p:sp>
      <p:sp>
        <p:nvSpPr>
          <p:cNvPr id="1019" name="s19-right-sched-label">
            <a:extLst>
              <a:ext uri="{FF2B5EF4-FFF2-40B4-BE49-F238E27FC236}">
                <a16:creationId xmlns:a16="http://schemas.microsoft.com/office/drawing/2014/main" id="{E27DB50D-AF81-4EBE-9268-901628D99EE5}"/>
              </a:ext>
            </a:extLst>
          </p:cNvPr>
          <p:cNvSpPr>
            <a:spLocks noGrp="1"/>
          </p:cNvSpPr>
          <p:nvPr/>
        </p:nvSpPr>
        <p:spPr>
          <a:xfrm>
            <a:off x="6657840" y="2009880"/>
            <a:ext cx="4266720" cy="24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170" b="1" u="none">
                <a:solidFill>
                  <a:srgbClr val="001233"/>
                </a:solidFill>
                <a:latin typeface="Courier New"/>
                <a:ea typeface="Courier New"/>
                <a:cs typeface="Courier New"/>
              </a:rPr>
              <a:t>4 WARP SCHEDULERS</a:t>
            </a:r>
          </a:p>
        </p:txBody>
      </p:sp>
      <p:sp>
        <p:nvSpPr>
          <p:cNvPr id="1020" name="s19-right-slot-0-0">
            <a:extLst>
              <a:ext uri="{FF2B5EF4-FFF2-40B4-BE49-F238E27FC236}">
                <a16:creationId xmlns:a16="http://schemas.microsoft.com/office/drawing/2014/main" id="{CC921D44-A62D-4158-8C1F-31F222D28328}"/>
              </a:ext>
            </a:extLst>
          </p:cNvPr>
          <p:cNvSpPr>
            <a:spLocks noGrp="1"/>
          </p:cNvSpPr>
          <p:nvPr/>
        </p:nvSpPr>
        <p:spPr>
          <a:xfrm>
            <a:off x="7115040" y="247644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21" name="s19-right-slot-0-1">
            <a:extLst>
              <a:ext uri="{FF2B5EF4-FFF2-40B4-BE49-F238E27FC236}">
                <a16:creationId xmlns:a16="http://schemas.microsoft.com/office/drawing/2014/main" id="{59BBEA05-E12C-41AE-8521-DFC0EACB939C}"/>
              </a:ext>
            </a:extLst>
          </p:cNvPr>
          <p:cNvSpPr>
            <a:spLocks noGrp="1"/>
          </p:cNvSpPr>
          <p:nvPr/>
        </p:nvSpPr>
        <p:spPr>
          <a:xfrm>
            <a:off x="7543800" y="247644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22" name="s19-right-slot-0-2">
            <a:extLst>
              <a:ext uri="{FF2B5EF4-FFF2-40B4-BE49-F238E27FC236}">
                <a16:creationId xmlns:a16="http://schemas.microsoft.com/office/drawing/2014/main" id="{DC6599D3-A605-42AF-85EC-4A2D81CA1E4B}"/>
              </a:ext>
            </a:extLst>
          </p:cNvPr>
          <p:cNvSpPr>
            <a:spLocks noGrp="1"/>
          </p:cNvSpPr>
          <p:nvPr/>
        </p:nvSpPr>
        <p:spPr>
          <a:xfrm>
            <a:off x="7972560" y="247644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23" name="s19-right-slot-0-3">
            <a:extLst>
              <a:ext uri="{FF2B5EF4-FFF2-40B4-BE49-F238E27FC236}">
                <a16:creationId xmlns:a16="http://schemas.microsoft.com/office/drawing/2014/main" id="{F0FE9A9F-34B7-4F03-BCA2-1A2E2FF18447}"/>
              </a:ext>
            </a:extLst>
          </p:cNvPr>
          <p:cNvSpPr>
            <a:spLocks noGrp="1"/>
          </p:cNvSpPr>
          <p:nvPr/>
        </p:nvSpPr>
        <p:spPr>
          <a:xfrm>
            <a:off x="8400960" y="247644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24" name="s19-right-slot-0-4">
            <a:extLst>
              <a:ext uri="{FF2B5EF4-FFF2-40B4-BE49-F238E27FC236}">
                <a16:creationId xmlns:a16="http://schemas.microsoft.com/office/drawing/2014/main" id="{72A23ECD-CC52-4331-81DF-91AE2D49BD23}"/>
              </a:ext>
            </a:extLst>
          </p:cNvPr>
          <p:cNvSpPr>
            <a:spLocks noGrp="1"/>
          </p:cNvSpPr>
          <p:nvPr/>
        </p:nvSpPr>
        <p:spPr>
          <a:xfrm>
            <a:off x="8829720" y="247644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25" name="s19-right-slot-0-5">
            <a:extLst>
              <a:ext uri="{FF2B5EF4-FFF2-40B4-BE49-F238E27FC236}">
                <a16:creationId xmlns:a16="http://schemas.microsoft.com/office/drawing/2014/main" id="{A5C4C2BB-2379-4D09-958A-9FC6201CC188}"/>
              </a:ext>
            </a:extLst>
          </p:cNvPr>
          <p:cNvSpPr>
            <a:spLocks noGrp="1"/>
          </p:cNvSpPr>
          <p:nvPr/>
        </p:nvSpPr>
        <p:spPr>
          <a:xfrm>
            <a:off x="9258480" y="247644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26" name="s19-right-slot-0-6">
            <a:extLst>
              <a:ext uri="{FF2B5EF4-FFF2-40B4-BE49-F238E27FC236}">
                <a16:creationId xmlns:a16="http://schemas.microsoft.com/office/drawing/2014/main" id="{3B08A45F-95DA-486F-8072-394FDBEF98F5}"/>
              </a:ext>
            </a:extLst>
          </p:cNvPr>
          <p:cNvSpPr>
            <a:spLocks noGrp="1"/>
          </p:cNvSpPr>
          <p:nvPr/>
        </p:nvSpPr>
        <p:spPr>
          <a:xfrm>
            <a:off x="9686880" y="247644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27" name="s19-right-slot-0-7">
            <a:extLst>
              <a:ext uri="{FF2B5EF4-FFF2-40B4-BE49-F238E27FC236}">
                <a16:creationId xmlns:a16="http://schemas.microsoft.com/office/drawing/2014/main" id="{F0E84F84-E4DF-460C-9D73-6E31749CF2DB}"/>
              </a:ext>
            </a:extLst>
          </p:cNvPr>
          <p:cNvSpPr>
            <a:spLocks noGrp="1"/>
          </p:cNvSpPr>
          <p:nvPr/>
        </p:nvSpPr>
        <p:spPr>
          <a:xfrm>
            <a:off x="10115640" y="247644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28" name="s19-right-slot-1-0">
            <a:extLst>
              <a:ext uri="{FF2B5EF4-FFF2-40B4-BE49-F238E27FC236}">
                <a16:creationId xmlns:a16="http://schemas.microsoft.com/office/drawing/2014/main" id="{9CFD5252-EBD1-47C5-B040-550D378C99E1}"/>
              </a:ext>
            </a:extLst>
          </p:cNvPr>
          <p:cNvSpPr>
            <a:spLocks noGrp="1"/>
          </p:cNvSpPr>
          <p:nvPr/>
        </p:nvSpPr>
        <p:spPr>
          <a:xfrm>
            <a:off x="7115040" y="271620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29" name="s19-right-slot-1-1">
            <a:extLst>
              <a:ext uri="{FF2B5EF4-FFF2-40B4-BE49-F238E27FC236}">
                <a16:creationId xmlns:a16="http://schemas.microsoft.com/office/drawing/2014/main" id="{768B2504-2188-4EE8-B016-9A8EBF13922A}"/>
              </a:ext>
            </a:extLst>
          </p:cNvPr>
          <p:cNvSpPr>
            <a:spLocks noGrp="1"/>
          </p:cNvSpPr>
          <p:nvPr/>
        </p:nvSpPr>
        <p:spPr>
          <a:xfrm>
            <a:off x="7543800" y="271620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30" name="s19-right-slot-1-2">
            <a:extLst>
              <a:ext uri="{FF2B5EF4-FFF2-40B4-BE49-F238E27FC236}">
                <a16:creationId xmlns:a16="http://schemas.microsoft.com/office/drawing/2014/main" id="{8FA5A2EF-910D-473A-8336-5320351513DC}"/>
              </a:ext>
            </a:extLst>
          </p:cNvPr>
          <p:cNvSpPr>
            <a:spLocks noGrp="1"/>
          </p:cNvSpPr>
          <p:nvPr/>
        </p:nvSpPr>
        <p:spPr>
          <a:xfrm>
            <a:off x="7972560" y="271620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31" name="s19-right-slot-1-3">
            <a:extLst>
              <a:ext uri="{FF2B5EF4-FFF2-40B4-BE49-F238E27FC236}">
                <a16:creationId xmlns:a16="http://schemas.microsoft.com/office/drawing/2014/main" id="{EE089854-6D58-452A-95D1-AF8877751984}"/>
              </a:ext>
            </a:extLst>
          </p:cNvPr>
          <p:cNvSpPr>
            <a:spLocks noGrp="1"/>
          </p:cNvSpPr>
          <p:nvPr/>
        </p:nvSpPr>
        <p:spPr>
          <a:xfrm>
            <a:off x="8400960" y="271620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32" name="s19-right-slot-1-4">
            <a:extLst>
              <a:ext uri="{FF2B5EF4-FFF2-40B4-BE49-F238E27FC236}">
                <a16:creationId xmlns:a16="http://schemas.microsoft.com/office/drawing/2014/main" id="{BBCFC5EE-CD0C-43DA-930B-6B5377FCA48B}"/>
              </a:ext>
            </a:extLst>
          </p:cNvPr>
          <p:cNvSpPr>
            <a:spLocks noGrp="1"/>
          </p:cNvSpPr>
          <p:nvPr/>
        </p:nvSpPr>
        <p:spPr>
          <a:xfrm>
            <a:off x="8829720" y="271620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33" name="s19-right-slot-1-5">
            <a:extLst>
              <a:ext uri="{FF2B5EF4-FFF2-40B4-BE49-F238E27FC236}">
                <a16:creationId xmlns:a16="http://schemas.microsoft.com/office/drawing/2014/main" id="{E8C79575-A0F5-4927-AADA-82761EF317DE}"/>
              </a:ext>
            </a:extLst>
          </p:cNvPr>
          <p:cNvSpPr>
            <a:spLocks noGrp="1"/>
          </p:cNvSpPr>
          <p:nvPr/>
        </p:nvSpPr>
        <p:spPr>
          <a:xfrm>
            <a:off x="9258480" y="271620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34" name="s19-right-slot-1-6">
            <a:extLst>
              <a:ext uri="{FF2B5EF4-FFF2-40B4-BE49-F238E27FC236}">
                <a16:creationId xmlns:a16="http://schemas.microsoft.com/office/drawing/2014/main" id="{F56AAD1B-02D6-4F2F-ADF9-68155603E70A}"/>
              </a:ext>
            </a:extLst>
          </p:cNvPr>
          <p:cNvSpPr>
            <a:spLocks noGrp="1"/>
          </p:cNvSpPr>
          <p:nvPr/>
        </p:nvSpPr>
        <p:spPr>
          <a:xfrm>
            <a:off x="9686880" y="271620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35" name="s19-right-slot-1-7">
            <a:extLst>
              <a:ext uri="{FF2B5EF4-FFF2-40B4-BE49-F238E27FC236}">
                <a16:creationId xmlns:a16="http://schemas.microsoft.com/office/drawing/2014/main" id="{8AD2DEB6-003D-43FD-B452-3F3FDD5D64E9}"/>
              </a:ext>
            </a:extLst>
          </p:cNvPr>
          <p:cNvSpPr>
            <a:spLocks noGrp="1"/>
          </p:cNvSpPr>
          <p:nvPr/>
        </p:nvSpPr>
        <p:spPr>
          <a:xfrm>
            <a:off x="10115640" y="271620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36" name="s19-right-slot-2-0">
            <a:extLst>
              <a:ext uri="{FF2B5EF4-FFF2-40B4-BE49-F238E27FC236}">
                <a16:creationId xmlns:a16="http://schemas.microsoft.com/office/drawing/2014/main" id="{AAE0B343-C5ED-4999-BA21-96B44B1044E9}"/>
              </a:ext>
            </a:extLst>
          </p:cNvPr>
          <p:cNvSpPr>
            <a:spLocks noGrp="1"/>
          </p:cNvSpPr>
          <p:nvPr/>
        </p:nvSpPr>
        <p:spPr>
          <a:xfrm>
            <a:off x="7115040" y="295596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37" name="s19-right-slot-2-1">
            <a:extLst>
              <a:ext uri="{FF2B5EF4-FFF2-40B4-BE49-F238E27FC236}">
                <a16:creationId xmlns:a16="http://schemas.microsoft.com/office/drawing/2014/main" id="{26E18EE7-466B-4108-A820-A02034DD1613}"/>
              </a:ext>
            </a:extLst>
          </p:cNvPr>
          <p:cNvSpPr>
            <a:spLocks noGrp="1"/>
          </p:cNvSpPr>
          <p:nvPr/>
        </p:nvSpPr>
        <p:spPr>
          <a:xfrm>
            <a:off x="7543800" y="295596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38" name="s19-right-slot-2-2">
            <a:extLst>
              <a:ext uri="{FF2B5EF4-FFF2-40B4-BE49-F238E27FC236}">
                <a16:creationId xmlns:a16="http://schemas.microsoft.com/office/drawing/2014/main" id="{A335E1E5-F752-4433-92CF-639356B5498D}"/>
              </a:ext>
            </a:extLst>
          </p:cNvPr>
          <p:cNvSpPr>
            <a:spLocks noGrp="1"/>
          </p:cNvSpPr>
          <p:nvPr/>
        </p:nvSpPr>
        <p:spPr>
          <a:xfrm>
            <a:off x="7972560" y="295596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39" name="s19-right-slot-2-3">
            <a:extLst>
              <a:ext uri="{FF2B5EF4-FFF2-40B4-BE49-F238E27FC236}">
                <a16:creationId xmlns:a16="http://schemas.microsoft.com/office/drawing/2014/main" id="{84A535DC-5E9C-4868-BC7E-604B3E75EFCF}"/>
              </a:ext>
            </a:extLst>
          </p:cNvPr>
          <p:cNvSpPr>
            <a:spLocks noGrp="1"/>
          </p:cNvSpPr>
          <p:nvPr/>
        </p:nvSpPr>
        <p:spPr>
          <a:xfrm>
            <a:off x="8400960" y="295596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40" name="s19-right-slot-2-4">
            <a:extLst>
              <a:ext uri="{FF2B5EF4-FFF2-40B4-BE49-F238E27FC236}">
                <a16:creationId xmlns:a16="http://schemas.microsoft.com/office/drawing/2014/main" id="{26EF9E27-FFB0-458D-9B81-DC70CAC0C54C}"/>
              </a:ext>
            </a:extLst>
          </p:cNvPr>
          <p:cNvSpPr>
            <a:spLocks noGrp="1"/>
          </p:cNvSpPr>
          <p:nvPr/>
        </p:nvSpPr>
        <p:spPr>
          <a:xfrm>
            <a:off x="8829720" y="295596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41" name="s19-right-slot-2-5">
            <a:extLst>
              <a:ext uri="{FF2B5EF4-FFF2-40B4-BE49-F238E27FC236}">
                <a16:creationId xmlns:a16="http://schemas.microsoft.com/office/drawing/2014/main" id="{BADDCDAB-3FFD-4132-80F9-C8662A1812D2}"/>
              </a:ext>
            </a:extLst>
          </p:cNvPr>
          <p:cNvSpPr>
            <a:spLocks noGrp="1"/>
          </p:cNvSpPr>
          <p:nvPr/>
        </p:nvSpPr>
        <p:spPr>
          <a:xfrm>
            <a:off x="9258480" y="295596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42" name="s19-right-slot-2-6">
            <a:extLst>
              <a:ext uri="{FF2B5EF4-FFF2-40B4-BE49-F238E27FC236}">
                <a16:creationId xmlns:a16="http://schemas.microsoft.com/office/drawing/2014/main" id="{0F65FF6B-268D-40A1-91AC-3B156408A31D}"/>
              </a:ext>
            </a:extLst>
          </p:cNvPr>
          <p:cNvSpPr>
            <a:spLocks noGrp="1"/>
          </p:cNvSpPr>
          <p:nvPr/>
        </p:nvSpPr>
        <p:spPr>
          <a:xfrm>
            <a:off x="9686880" y="295596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43" name="s19-right-slot-2-7">
            <a:extLst>
              <a:ext uri="{FF2B5EF4-FFF2-40B4-BE49-F238E27FC236}">
                <a16:creationId xmlns:a16="http://schemas.microsoft.com/office/drawing/2014/main" id="{8152ED39-4D3E-4E7E-81BE-54E56A0A2177}"/>
              </a:ext>
            </a:extLst>
          </p:cNvPr>
          <p:cNvSpPr>
            <a:spLocks noGrp="1"/>
          </p:cNvSpPr>
          <p:nvPr/>
        </p:nvSpPr>
        <p:spPr>
          <a:xfrm>
            <a:off x="10115640" y="295596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44" name="s19-right-slot-3-0">
            <a:extLst>
              <a:ext uri="{FF2B5EF4-FFF2-40B4-BE49-F238E27FC236}">
                <a16:creationId xmlns:a16="http://schemas.microsoft.com/office/drawing/2014/main" id="{42A76B27-FBB4-4775-AC41-519BE312474A}"/>
              </a:ext>
            </a:extLst>
          </p:cNvPr>
          <p:cNvSpPr>
            <a:spLocks noGrp="1"/>
          </p:cNvSpPr>
          <p:nvPr/>
        </p:nvSpPr>
        <p:spPr>
          <a:xfrm>
            <a:off x="7115040" y="319572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45" name="s19-right-slot-3-1">
            <a:extLst>
              <a:ext uri="{FF2B5EF4-FFF2-40B4-BE49-F238E27FC236}">
                <a16:creationId xmlns:a16="http://schemas.microsoft.com/office/drawing/2014/main" id="{6D7A5C6A-842E-4DF6-9E10-55FC0E81B267}"/>
              </a:ext>
            </a:extLst>
          </p:cNvPr>
          <p:cNvSpPr>
            <a:spLocks noGrp="1"/>
          </p:cNvSpPr>
          <p:nvPr/>
        </p:nvSpPr>
        <p:spPr>
          <a:xfrm>
            <a:off x="7543800" y="319572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46" name="s19-right-slot-3-2">
            <a:extLst>
              <a:ext uri="{FF2B5EF4-FFF2-40B4-BE49-F238E27FC236}">
                <a16:creationId xmlns:a16="http://schemas.microsoft.com/office/drawing/2014/main" id="{FE48977E-550C-4A9A-A70C-4488C46B337A}"/>
              </a:ext>
            </a:extLst>
          </p:cNvPr>
          <p:cNvSpPr>
            <a:spLocks noGrp="1"/>
          </p:cNvSpPr>
          <p:nvPr/>
        </p:nvSpPr>
        <p:spPr>
          <a:xfrm>
            <a:off x="7972560" y="319572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47" name="s19-right-slot-3-3">
            <a:extLst>
              <a:ext uri="{FF2B5EF4-FFF2-40B4-BE49-F238E27FC236}">
                <a16:creationId xmlns:a16="http://schemas.microsoft.com/office/drawing/2014/main" id="{49B2F67A-6102-4CAA-8187-66949FDE2BCC}"/>
              </a:ext>
            </a:extLst>
          </p:cNvPr>
          <p:cNvSpPr>
            <a:spLocks noGrp="1"/>
          </p:cNvSpPr>
          <p:nvPr/>
        </p:nvSpPr>
        <p:spPr>
          <a:xfrm>
            <a:off x="8400960" y="319572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48" name="s19-right-slot-3-4">
            <a:extLst>
              <a:ext uri="{FF2B5EF4-FFF2-40B4-BE49-F238E27FC236}">
                <a16:creationId xmlns:a16="http://schemas.microsoft.com/office/drawing/2014/main" id="{91A1A9D3-5A8C-4A2E-8AF3-ACA6AF97E9AA}"/>
              </a:ext>
            </a:extLst>
          </p:cNvPr>
          <p:cNvSpPr>
            <a:spLocks noGrp="1"/>
          </p:cNvSpPr>
          <p:nvPr/>
        </p:nvSpPr>
        <p:spPr>
          <a:xfrm>
            <a:off x="8829720" y="319572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49" name="s19-right-slot-3-5">
            <a:extLst>
              <a:ext uri="{FF2B5EF4-FFF2-40B4-BE49-F238E27FC236}">
                <a16:creationId xmlns:a16="http://schemas.microsoft.com/office/drawing/2014/main" id="{1191366F-2CB8-44F5-BF8B-A04446AB812E}"/>
              </a:ext>
            </a:extLst>
          </p:cNvPr>
          <p:cNvSpPr>
            <a:spLocks noGrp="1"/>
          </p:cNvSpPr>
          <p:nvPr/>
        </p:nvSpPr>
        <p:spPr>
          <a:xfrm>
            <a:off x="9258480" y="319572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50" name="s19-right-slot-3-6">
            <a:extLst>
              <a:ext uri="{FF2B5EF4-FFF2-40B4-BE49-F238E27FC236}">
                <a16:creationId xmlns:a16="http://schemas.microsoft.com/office/drawing/2014/main" id="{F9A08851-0BFE-4204-AA3B-A57A55758759}"/>
              </a:ext>
            </a:extLst>
          </p:cNvPr>
          <p:cNvSpPr>
            <a:spLocks noGrp="1"/>
          </p:cNvSpPr>
          <p:nvPr/>
        </p:nvSpPr>
        <p:spPr>
          <a:xfrm>
            <a:off x="9686880" y="319572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51" name="s19-right-slot-3-7">
            <a:extLst>
              <a:ext uri="{FF2B5EF4-FFF2-40B4-BE49-F238E27FC236}">
                <a16:creationId xmlns:a16="http://schemas.microsoft.com/office/drawing/2014/main" id="{62BA41D3-513E-4990-940B-8A65FB8FD065}"/>
              </a:ext>
            </a:extLst>
          </p:cNvPr>
          <p:cNvSpPr>
            <a:spLocks noGrp="1"/>
          </p:cNvSpPr>
          <p:nvPr/>
        </p:nvSpPr>
        <p:spPr>
          <a:xfrm>
            <a:off x="10115640" y="3195720"/>
            <a:ext cx="390240" cy="191880"/>
          </a:xfrm>
          <a:prstGeom prst="rect">
            <a:avLst/>
          </a:prstGeom>
          <a:solidFill>
            <a:srgbClr val="E0E0FF"/>
          </a:solidFill>
          <a:ln w="14288">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52" name="s19-right-slot-4-0">
            <a:extLst>
              <a:ext uri="{FF2B5EF4-FFF2-40B4-BE49-F238E27FC236}">
                <a16:creationId xmlns:a16="http://schemas.microsoft.com/office/drawing/2014/main" id="{F716CD64-197A-49A6-AC5E-03ABBDE852A5}"/>
              </a:ext>
            </a:extLst>
          </p:cNvPr>
          <p:cNvSpPr>
            <a:spLocks noGrp="1"/>
          </p:cNvSpPr>
          <p:nvPr/>
        </p:nvSpPr>
        <p:spPr>
          <a:xfrm>
            <a:off x="7115040" y="3435480"/>
            <a:ext cx="390240" cy="191880"/>
          </a:xfrm>
          <a:prstGeom prst="rect">
            <a:avLst/>
          </a:prstGeom>
          <a:noFill/>
          <a:ln w="8573">
            <a:solidFill>
              <a:srgbClr val="BBC1CD"/>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53" name="s19-right-slot-4-1">
            <a:extLst>
              <a:ext uri="{FF2B5EF4-FFF2-40B4-BE49-F238E27FC236}">
                <a16:creationId xmlns:a16="http://schemas.microsoft.com/office/drawing/2014/main" id="{BCC1345F-6694-4F0E-94B0-E72D0628AA69}"/>
              </a:ext>
            </a:extLst>
          </p:cNvPr>
          <p:cNvSpPr>
            <a:spLocks noGrp="1"/>
          </p:cNvSpPr>
          <p:nvPr/>
        </p:nvSpPr>
        <p:spPr>
          <a:xfrm>
            <a:off x="7543800" y="3435480"/>
            <a:ext cx="390240" cy="191880"/>
          </a:xfrm>
          <a:prstGeom prst="rect">
            <a:avLst/>
          </a:prstGeom>
          <a:noFill/>
          <a:ln w="8573">
            <a:solidFill>
              <a:srgbClr val="BBC1CD"/>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54" name="s19-right-slot-4-2">
            <a:extLst>
              <a:ext uri="{FF2B5EF4-FFF2-40B4-BE49-F238E27FC236}">
                <a16:creationId xmlns:a16="http://schemas.microsoft.com/office/drawing/2014/main" id="{D00CAF4E-5DDA-4818-9ABF-BF92DFDF6DC4}"/>
              </a:ext>
            </a:extLst>
          </p:cNvPr>
          <p:cNvSpPr>
            <a:spLocks noGrp="1"/>
          </p:cNvSpPr>
          <p:nvPr/>
        </p:nvSpPr>
        <p:spPr>
          <a:xfrm>
            <a:off x="7972560" y="3435480"/>
            <a:ext cx="390240" cy="191880"/>
          </a:xfrm>
          <a:prstGeom prst="rect">
            <a:avLst/>
          </a:prstGeom>
          <a:noFill/>
          <a:ln w="8573">
            <a:solidFill>
              <a:srgbClr val="BBC1CD"/>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55" name="s19-right-slot-4-3">
            <a:extLst>
              <a:ext uri="{FF2B5EF4-FFF2-40B4-BE49-F238E27FC236}">
                <a16:creationId xmlns:a16="http://schemas.microsoft.com/office/drawing/2014/main" id="{1DEE4BDD-D84C-4FAE-BB8A-4EF5E301D228}"/>
              </a:ext>
            </a:extLst>
          </p:cNvPr>
          <p:cNvSpPr>
            <a:spLocks noGrp="1"/>
          </p:cNvSpPr>
          <p:nvPr/>
        </p:nvSpPr>
        <p:spPr>
          <a:xfrm>
            <a:off x="8400960" y="3435480"/>
            <a:ext cx="390240" cy="191880"/>
          </a:xfrm>
          <a:prstGeom prst="rect">
            <a:avLst/>
          </a:prstGeom>
          <a:noFill/>
          <a:ln w="8573">
            <a:solidFill>
              <a:srgbClr val="BBC1CD"/>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56" name="s19-right-slot-4-4">
            <a:extLst>
              <a:ext uri="{FF2B5EF4-FFF2-40B4-BE49-F238E27FC236}">
                <a16:creationId xmlns:a16="http://schemas.microsoft.com/office/drawing/2014/main" id="{F3EBDF6E-6D34-4064-9757-6F31202D15EF}"/>
              </a:ext>
            </a:extLst>
          </p:cNvPr>
          <p:cNvSpPr>
            <a:spLocks noGrp="1"/>
          </p:cNvSpPr>
          <p:nvPr/>
        </p:nvSpPr>
        <p:spPr>
          <a:xfrm>
            <a:off x="8829720" y="3435480"/>
            <a:ext cx="390240" cy="191880"/>
          </a:xfrm>
          <a:prstGeom prst="rect">
            <a:avLst/>
          </a:prstGeom>
          <a:noFill/>
          <a:ln w="8573">
            <a:solidFill>
              <a:srgbClr val="BBC1CD"/>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57" name="s19-right-slot-4-5">
            <a:extLst>
              <a:ext uri="{FF2B5EF4-FFF2-40B4-BE49-F238E27FC236}">
                <a16:creationId xmlns:a16="http://schemas.microsoft.com/office/drawing/2014/main" id="{60FA2119-E7C5-4B1E-BD88-A112F98D160F}"/>
              </a:ext>
            </a:extLst>
          </p:cNvPr>
          <p:cNvSpPr>
            <a:spLocks noGrp="1"/>
          </p:cNvSpPr>
          <p:nvPr/>
        </p:nvSpPr>
        <p:spPr>
          <a:xfrm>
            <a:off x="9258480" y="3435480"/>
            <a:ext cx="390240" cy="191880"/>
          </a:xfrm>
          <a:prstGeom prst="rect">
            <a:avLst/>
          </a:prstGeom>
          <a:noFill/>
          <a:ln w="8573">
            <a:solidFill>
              <a:srgbClr val="BBC1CD"/>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58" name="s19-right-slot-4-6">
            <a:extLst>
              <a:ext uri="{FF2B5EF4-FFF2-40B4-BE49-F238E27FC236}">
                <a16:creationId xmlns:a16="http://schemas.microsoft.com/office/drawing/2014/main" id="{74ADCBB7-B2FC-4765-B25C-7B8C43805034}"/>
              </a:ext>
            </a:extLst>
          </p:cNvPr>
          <p:cNvSpPr>
            <a:spLocks noGrp="1"/>
          </p:cNvSpPr>
          <p:nvPr/>
        </p:nvSpPr>
        <p:spPr>
          <a:xfrm>
            <a:off x="9686880" y="3435480"/>
            <a:ext cx="390240" cy="191880"/>
          </a:xfrm>
          <a:prstGeom prst="rect">
            <a:avLst/>
          </a:prstGeom>
          <a:noFill/>
          <a:ln w="8573">
            <a:solidFill>
              <a:srgbClr val="BBC1CD"/>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59" name="s19-right-slot-4-7">
            <a:extLst>
              <a:ext uri="{FF2B5EF4-FFF2-40B4-BE49-F238E27FC236}">
                <a16:creationId xmlns:a16="http://schemas.microsoft.com/office/drawing/2014/main" id="{35A9E495-2D6E-44E2-A2FA-BC0A1A409958}"/>
              </a:ext>
            </a:extLst>
          </p:cNvPr>
          <p:cNvSpPr>
            <a:spLocks noGrp="1"/>
          </p:cNvSpPr>
          <p:nvPr/>
        </p:nvSpPr>
        <p:spPr>
          <a:xfrm>
            <a:off x="10115640" y="3435480"/>
            <a:ext cx="390240" cy="191880"/>
          </a:xfrm>
          <a:prstGeom prst="rect">
            <a:avLst/>
          </a:prstGeom>
          <a:noFill/>
          <a:ln w="8573">
            <a:solidFill>
              <a:srgbClr val="BBC1CD"/>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60" name="s19-right-slot-5-0">
            <a:extLst>
              <a:ext uri="{FF2B5EF4-FFF2-40B4-BE49-F238E27FC236}">
                <a16:creationId xmlns:a16="http://schemas.microsoft.com/office/drawing/2014/main" id="{D8567021-466C-4E04-90D0-7E39E29779C4}"/>
              </a:ext>
            </a:extLst>
          </p:cNvPr>
          <p:cNvSpPr>
            <a:spLocks noGrp="1"/>
          </p:cNvSpPr>
          <p:nvPr/>
        </p:nvSpPr>
        <p:spPr>
          <a:xfrm>
            <a:off x="7115040" y="3675240"/>
            <a:ext cx="390240" cy="191880"/>
          </a:xfrm>
          <a:prstGeom prst="rect">
            <a:avLst/>
          </a:prstGeom>
          <a:noFill/>
          <a:ln w="8573">
            <a:solidFill>
              <a:srgbClr val="BBC1CD"/>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61" name="s19-right-slot-5-1">
            <a:extLst>
              <a:ext uri="{FF2B5EF4-FFF2-40B4-BE49-F238E27FC236}">
                <a16:creationId xmlns:a16="http://schemas.microsoft.com/office/drawing/2014/main" id="{80A2B59D-E3D4-4A01-B739-5411689B54C3}"/>
              </a:ext>
            </a:extLst>
          </p:cNvPr>
          <p:cNvSpPr>
            <a:spLocks noGrp="1"/>
          </p:cNvSpPr>
          <p:nvPr/>
        </p:nvSpPr>
        <p:spPr>
          <a:xfrm>
            <a:off x="7543800" y="3675240"/>
            <a:ext cx="390240" cy="191880"/>
          </a:xfrm>
          <a:prstGeom prst="rect">
            <a:avLst/>
          </a:prstGeom>
          <a:noFill/>
          <a:ln w="8573">
            <a:solidFill>
              <a:srgbClr val="BBC1CD"/>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62" name="s19-right-slot-5-2">
            <a:extLst>
              <a:ext uri="{FF2B5EF4-FFF2-40B4-BE49-F238E27FC236}">
                <a16:creationId xmlns:a16="http://schemas.microsoft.com/office/drawing/2014/main" id="{7492C1ED-AAC6-4601-8699-9990777F4FEC}"/>
              </a:ext>
            </a:extLst>
          </p:cNvPr>
          <p:cNvSpPr>
            <a:spLocks noGrp="1"/>
          </p:cNvSpPr>
          <p:nvPr/>
        </p:nvSpPr>
        <p:spPr>
          <a:xfrm>
            <a:off x="7972560" y="3675240"/>
            <a:ext cx="390240" cy="191880"/>
          </a:xfrm>
          <a:prstGeom prst="rect">
            <a:avLst/>
          </a:prstGeom>
          <a:noFill/>
          <a:ln w="8573">
            <a:solidFill>
              <a:srgbClr val="BBC1CD"/>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63" name="s19-right-slot-5-3">
            <a:extLst>
              <a:ext uri="{FF2B5EF4-FFF2-40B4-BE49-F238E27FC236}">
                <a16:creationId xmlns:a16="http://schemas.microsoft.com/office/drawing/2014/main" id="{9605465F-F57A-4378-BBCE-0BE8721AAB49}"/>
              </a:ext>
            </a:extLst>
          </p:cNvPr>
          <p:cNvSpPr>
            <a:spLocks noGrp="1"/>
          </p:cNvSpPr>
          <p:nvPr/>
        </p:nvSpPr>
        <p:spPr>
          <a:xfrm>
            <a:off x="8400960" y="3675240"/>
            <a:ext cx="390240" cy="191880"/>
          </a:xfrm>
          <a:prstGeom prst="rect">
            <a:avLst/>
          </a:prstGeom>
          <a:noFill/>
          <a:ln w="8573">
            <a:solidFill>
              <a:srgbClr val="BBC1CD"/>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64" name="s19-right-slot-5-4">
            <a:extLst>
              <a:ext uri="{FF2B5EF4-FFF2-40B4-BE49-F238E27FC236}">
                <a16:creationId xmlns:a16="http://schemas.microsoft.com/office/drawing/2014/main" id="{924E8FB1-7822-4151-ACF2-851173C59AA9}"/>
              </a:ext>
            </a:extLst>
          </p:cNvPr>
          <p:cNvSpPr>
            <a:spLocks noGrp="1"/>
          </p:cNvSpPr>
          <p:nvPr/>
        </p:nvSpPr>
        <p:spPr>
          <a:xfrm>
            <a:off x="8829720" y="3675240"/>
            <a:ext cx="390240" cy="191880"/>
          </a:xfrm>
          <a:prstGeom prst="rect">
            <a:avLst/>
          </a:prstGeom>
          <a:noFill/>
          <a:ln w="8573">
            <a:solidFill>
              <a:srgbClr val="BBC1CD"/>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65" name="s19-right-slot-5-5">
            <a:extLst>
              <a:ext uri="{FF2B5EF4-FFF2-40B4-BE49-F238E27FC236}">
                <a16:creationId xmlns:a16="http://schemas.microsoft.com/office/drawing/2014/main" id="{081BCB95-27A3-46E1-9680-E53406B83209}"/>
              </a:ext>
            </a:extLst>
          </p:cNvPr>
          <p:cNvSpPr>
            <a:spLocks noGrp="1"/>
          </p:cNvSpPr>
          <p:nvPr/>
        </p:nvSpPr>
        <p:spPr>
          <a:xfrm>
            <a:off x="9258480" y="3675240"/>
            <a:ext cx="390240" cy="191880"/>
          </a:xfrm>
          <a:prstGeom prst="rect">
            <a:avLst/>
          </a:prstGeom>
          <a:noFill/>
          <a:ln w="8573">
            <a:solidFill>
              <a:srgbClr val="BBC1CD"/>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66" name="s19-right-slot-5-6">
            <a:extLst>
              <a:ext uri="{FF2B5EF4-FFF2-40B4-BE49-F238E27FC236}">
                <a16:creationId xmlns:a16="http://schemas.microsoft.com/office/drawing/2014/main" id="{8A9E8A7B-9FB0-4EC4-A6A4-A47CCFE70D57}"/>
              </a:ext>
            </a:extLst>
          </p:cNvPr>
          <p:cNvSpPr>
            <a:spLocks noGrp="1"/>
          </p:cNvSpPr>
          <p:nvPr/>
        </p:nvSpPr>
        <p:spPr>
          <a:xfrm>
            <a:off x="9686880" y="3675240"/>
            <a:ext cx="390240" cy="191880"/>
          </a:xfrm>
          <a:prstGeom prst="rect">
            <a:avLst/>
          </a:prstGeom>
          <a:noFill/>
          <a:ln w="8573">
            <a:solidFill>
              <a:srgbClr val="BBC1CD"/>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67" name="s19-right-slot-5-7">
            <a:extLst>
              <a:ext uri="{FF2B5EF4-FFF2-40B4-BE49-F238E27FC236}">
                <a16:creationId xmlns:a16="http://schemas.microsoft.com/office/drawing/2014/main" id="{776EF6EB-0591-4FBD-98EC-87CD3146B6D2}"/>
              </a:ext>
            </a:extLst>
          </p:cNvPr>
          <p:cNvSpPr>
            <a:spLocks noGrp="1"/>
          </p:cNvSpPr>
          <p:nvPr/>
        </p:nvSpPr>
        <p:spPr>
          <a:xfrm>
            <a:off x="10115640" y="3675240"/>
            <a:ext cx="390240" cy="191880"/>
          </a:xfrm>
          <a:prstGeom prst="rect">
            <a:avLst/>
          </a:prstGeom>
          <a:noFill/>
          <a:ln w="8573">
            <a:solidFill>
              <a:srgbClr val="BBC1CD"/>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68" name="s19-right-register-band">
            <a:extLst>
              <a:ext uri="{FF2B5EF4-FFF2-40B4-BE49-F238E27FC236}">
                <a16:creationId xmlns:a16="http://schemas.microsoft.com/office/drawing/2014/main" id="{3FC018E7-9F3A-49C0-9BAD-08264AE41F91}"/>
              </a:ext>
            </a:extLst>
          </p:cNvPr>
          <p:cNvSpPr>
            <a:spLocks noGrp="1"/>
          </p:cNvSpPr>
          <p:nvPr/>
        </p:nvSpPr>
        <p:spPr>
          <a:xfrm>
            <a:off x="7115040" y="4057560"/>
            <a:ext cx="339048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9050">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1" u="none">
                <a:solidFill>
                  <a:srgbClr val="001233"/>
                </a:solidFill>
                <a:latin typeface="Courier New"/>
                <a:ea typeface="Courier New"/>
                <a:cs typeface="Courier New"/>
              </a:rPr>
              <a:t>RESIDENT WARP STATE</a:t>
            </a:r>
          </a:p>
        </p:txBody>
      </p:sp>
      <p:sp>
        <p:nvSpPr>
          <p:cNvPr id="1069" name="s19-left-block-0">
            <a:extLst>
              <a:ext uri="{FF2B5EF4-FFF2-40B4-BE49-F238E27FC236}">
                <a16:creationId xmlns:a16="http://schemas.microsoft.com/office/drawing/2014/main" id="{953E5F0E-8D2F-4C75-B08A-2FD62A62F08F}"/>
              </a:ext>
            </a:extLst>
          </p:cNvPr>
          <p:cNvSpPr>
            <a:spLocks noGrp="1"/>
          </p:cNvSpPr>
          <p:nvPr/>
        </p:nvSpPr>
        <p:spPr>
          <a:xfrm>
            <a:off x="914400" y="2467080"/>
            <a:ext cx="475920" cy="209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050" b="1" u="none">
                <a:solidFill>
                  <a:srgbClr val="FF0000"/>
                </a:solidFill>
                <a:latin typeface="Courier New"/>
                <a:ea typeface="Courier New"/>
                <a:cs typeface="Courier New"/>
              </a:rPr>
              <a:t>B0</a:t>
            </a:r>
          </a:p>
        </p:txBody>
      </p:sp>
      <p:sp>
        <p:nvSpPr>
          <p:cNvPr id="1070" name="s19-left-block-1">
            <a:extLst>
              <a:ext uri="{FF2B5EF4-FFF2-40B4-BE49-F238E27FC236}">
                <a16:creationId xmlns:a16="http://schemas.microsoft.com/office/drawing/2014/main" id="{5F23F7E7-C869-462E-8851-7BEFA736D52F}"/>
              </a:ext>
            </a:extLst>
          </p:cNvPr>
          <p:cNvSpPr>
            <a:spLocks noGrp="1"/>
          </p:cNvSpPr>
          <p:nvPr/>
        </p:nvSpPr>
        <p:spPr>
          <a:xfrm>
            <a:off x="914400" y="2706840"/>
            <a:ext cx="475920" cy="209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050" b="1" u="none">
                <a:solidFill>
                  <a:srgbClr val="0353A4"/>
                </a:solidFill>
                <a:latin typeface="Courier New"/>
                <a:ea typeface="Courier New"/>
                <a:cs typeface="Courier New"/>
              </a:rPr>
              <a:t>B1</a:t>
            </a:r>
          </a:p>
        </p:txBody>
      </p:sp>
      <p:sp>
        <p:nvSpPr>
          <p:cNvPr id="1071" name="s19-left-block-2">
            <a:extLst>
              <a:ext uri="{FF2B5EF4-FFF2-40B4-BE49-F238E27FC236}">
                <a16:creationId xmlns:a16="http://schemas.microsoft.com/office/drawing/2014/main" id="{17BB7720-2F3C-45D6-BBAE-BDDCF22EAD0F}"/>
              </a:ext>
            </a:extLst>
          </p:cNvPr>
          <p:cNvSpPr>
            <a:spLocks noGrp="1"/>
          </p:cNvSpPr>
          <p:nvPr/>
        </p:nvSpPr>
        <p:spPr>
          <a:xfrm>
            <a:off x="914400" y="2946960"/>
            <a:ext cx="475920" cy="209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050" b="1" u="none">
                <a:solidFill>
                  <a:srgbClr val="0353A4"/>
                </a:solidFill>
                <a:latin typeface="Courier New"/>
                <a:ea typeface="Courier New"/>
                <a:cs typeface="Courier New"/>
              </a:rPr>
              <a:t>B2</a:t>
            </a:r>
          </a:p>
        </p:txBody>
      </p:sp>
      <p:sp>
        <p:nvSpPr>
          <p:cNvPr id="1072" name="s19-left-block-3">
            <a:extLst>
              <a:ext uri="{FF2B5EF4-FFF2-40B4-BE49-F238E27FC236}">
                <a16:creationId xmlns:a16="http://schemas.microsoft.com/office/drawing/2014/main" id="{811A10E3-AAE5-467B-966F-A607CFEEC547}"/>
              </a:ext>
            </a:extLst>
          </p:cNvPr>
          <p:cNvSpPr>
            <a:spLocks noGrp="1"/>
          </p:cNvSpPr>
          <p:nvPr/>
        </p:nvSpPr>
        <p:spPr>
          <a:xfrm>
            <a:off x="914400" y="3187080"/>
            <a:ext cx="475920" cy="209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050" b="1" u="none">
                <a:solidFill>
                  <a:srgbClr val="0353A4"/>
                </a:solidFill>
                <a:latin typeface="Courier New"/>
                <a:ea typeface="Courier New"/>
                <a:cs typeface="Courier New"/>
              </a:rPr>
              <a:t>B3</a:t>
            </a:r>
          </a:p>
        </p:txBody>
      </p:sp>
      <p:sp>
        <p:nvSpPr>
          <p:cNvPr id="1073" name="s19-left-block-4">
            <a:extLst>
              <a:ext uri="{FF2B5EF4-FFF2-40B4-BE49-F238E27FC236}">
                <a16:creationId xmlns:a16="http://schemas.microsoft.com/office/drawing/2014/main" id="{901D813A-0F96-4166-8065-4D23049243DA}"/>
              </a:ext>
            </a:extLst>
          </p:cNvPr>
          <p:cNvSpPr>
            <a:spLocks noGrp="1"/>
          </p:cNvSpPr>
          <p:nvPr/>
        </p:nvSpPr>
        <p:spPr>
          <a:xfrm>
            <a:off x="914400" y="3427200"/>
            <a:ext cx="475920" cy="209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050" b="1" u="none">
                <a:solidFill>
                  <a:srgbClr val="0353A4"/>
                </a:solidFill>
                <a:latin typeface="Courier New"/>
                <a:ea typeface="Courier New"/>
                <a:cs typeface="Courier New"/>
              </a:rPr>
              <a:t>B4</a:t>
            </a:r>
          </a:p>
        </p:txBody>
      </p:sp>
      <p:sp>
        <p:nvSpPr>
          <p:cNvPr id="1074" name="s19-left-block-5">
            <a:extLst>
              <a:ext uri="{FF2B5EF4-FFF2-40B4-BE49-F238E27FC236}">
                <a16:creationId xmlns:a16="http://schemas.microsoft.com/office/drawing/2014/main" id="{FCA0267D-95B1-4DC5-818F-1B8082B8CD56}"/>
              </a:ext>
            </a:extLst>
          </p:cNvPr>
          <p:cNvSpPr>
            <a:spLocks noGrp="1"/>
          </p:cNvSpPr>
          <p:nvPr/>
        </p:nvSpPr>
        <p:spPr>
          <a:xfrm>
            <a:off x="914400" y="3666960"/>
            <a:ext cx="475920" cy="209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050" b="1" u="none">
                <a:solidFill>
                  <a:srgbClr val="0353A4"/>
                </a:solidFill>
                <a:latin typeface="Courier New"/>
                <a:ea typeface="Courier New"/>
                <a:cs typeface="Courier New"/>
              </a:rPr>
              <a:t>B5</a:t>
            </a:r>
          </a:p>
        </p:txBody>
      </p:sp>
      <p:sp>
        <p:nvSpPr>
          <p:cNvPr id="1075" name="s19-right-block">
            <a:extLst>
              <a:ext uri="{FF2B5EF4-FFF2-40B4-BE49-F238E27FC236}">
                <a16:creationId xmlns:a16="http://schemas.microsoft.com/office/drawing/2014/main" id="{8AECF1E5-C42C-44B8-8E55-D2EEE36545E6}"/>
              </a:ext>
            </a:extLst>
          </p:cNvPr>
          <p:cNvSpPr>
            <a:spLocks noGrp="1"/>
          </p:cNvSpPr>
          <p:nvPr/>
        </p:nvSpPr>
        <p:spPr>
          <a:xfrm>
            <a:off x="6572160" y="2886120"/>
            <a:ext cx="475920" cy="428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050" b="1" u="none">
                <a:solidFill>
                  <a:srgbClr val="FF0000"/>
                </a:solidFill>
                <a:latin typeface="Courier New"/>
                <a:ea typeface="Courier New"/>
                <a:cs typeface="Courier New"/>
              </a:rPr>
              <a:t>B0</a:t>
            </a:r>
          </a:p>
        </p:txBody>
      </p:sp>
      <p:sp>
        <p:nvSpPr>
          <p:cNvPr id="1076" name="s19-empty">
            <a:extLst>
              <a:ext uri="{FF2B5EF4-FFF2-40B4-BE49-F238E27FC236}">
                <a16:creationId xmlns:a16="http://schemas.microsoft.com/office/drawing/2014/main" id="{17D54425-2B75-488D-B2A0-9AEED0E79B27}"/>
              </a:ext>
            </a:extLst>
          </p:cNvPr>
          <p:cNvSpPr>
            <a:spLocks noGrp="1"/>
          </p:cNvSpPr>
          <p:nvPr/>
        </p:nvSpPr>
        <p:spPr>
          <a:xfrm>
            <a:off x="7182000" y="3371760"/>
            <a:ext cx="3257280" cy="41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090" b="1" u="none">
                <a:solidFill>
                  <a:srgbClr val="5C677D"/>
                </a:solidFill>
                <a:latin typeface="Courier New"/>
                <a:ea typeface="Courier New"/>
                <a:cs typeface="Courier New"/>
              </a:rPr>
              <a:t>16 EMPTY SLOTS — no second block</a:t>
            </a:r>
          </a:p>
        </p:txBody>
      </p:sp>
      <p:sp>
        <p:nvSpPr>
          <p:cNvPr id="1077" name="s19-stall">
            <a:extLst>
              <a:ext uri="{FF2B5EF4-FFF2-40B4-BE49-F238E27FC236}">
                <a16:creationId xmlns:a16="http://schemas.microsoft.com/office/drawing/2014/main" id="{611690B0-CB6A-4A56-8356-3AAED8127E3D}"/>
              </a:ext>
            </a:extLst>
          </p:cNvPr>
          <p:cNvSpPr>
            <a:spLocks noGrp="1"/>
          </p:cNvSpPr>
          <p:nvPr/>
        </p:nvSpPr>
        <p:spPr>
          <a:xfrm>
            <a:off x="10391760" y="2343240"/>
            <a:ext cx="837720" cy="713880"/>
          </a:xfrm>
          <a:prstGeom prst="irregularSeal1">
            <a:avLst/>
          </a:prstGeom>
          <a:solidFill>
            <a:srgbClr val="FFFFFF"/>
          </a:solidFill>
          <a:ln w="21908">
            <a:solidFill>
              <a:srgbClr val="FF0000"/>
            </a:solidFill>
          </a:ln>
        </p:spPr>
        <p:style>
          <a:lnRef idx="0">
            <a:scrgbClr r="0" g="0" b="0"/>
          </a:lnRef>
          <a:fillRef idx="0">
            <a:scrgbClr r="0" g="0" b="0"/>
          </a:fillRef>
          <a:effectRef idx="0">
            <a:scrgbClr r="0" g="0" b="0"/>
          </a:effectRef>
          <a:fontRef idx="minor"/>
        </p:style>
        <p:txBody>
          <a:bodyPr lIns="19080" tIns="19080" rIns="19080" bIns="19080" anchor="ctr">
            <a:normAutofit fontScale="92500"/>
          </a:bodyPr>
          <a:lstStyle/>
          <a:p>
            <a:pPr algn="ctr">
              <a:lnSpc>
                <a:spcPct val="100000"/>
              </a:lnSpc>
              <a:buNone/>
            </a:pPr>
            <a:r>
              <a:rPr sz="1200" b="1" u="none">
                <a:solidFill>
                  <a:srgbClr val="FF0000"/>
                </a:solidFill>
                <a:latin typeface="Courier New"/>
                <a:ea typeface="Courier New"/>
                <a:cs typeface="Courier New"/>
              </a:rPr>
              <a:t>STALL</a:t>
            </a:r>
          </a:p>
        </p:txBody>
      </p:sp>
      <p:sp>
        <p:nvSpPr>
          <p:cNvPr id="1078" name="s19-left-cause">
            <a:extLst>
              <a:ext uri="{FF2B5EF4-FFF2-40B4-BE49-F238E27FC236}">
                <a16:creationId xmlns:a16="http://schemas.microsoft.com/office/drawing/2014/main" id="{3614AF7E-7BC3-4CEE-9DD4-0D37C265E7DC}"/>
              </a:ext>
            </a:extLst>
          </p:cNvPr>
          <p:cNvSpPr>
            <a:spLocks noGrp="1"/>
          </p:cNvSpPr>
          <p:nvPr/>
        </p:nvSpPr>
        <p:spPr>
          <a:xfrm>
            <a:off x="1295280" y="4410000"/>
            <a:ext cx="3714480" cy="26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350" b="1" u="none">
                <a:solidFill>
                  <a:srgbClr val="0353A4"/>
                </a:solidFill>
                <a:latin typeface="Arial"/>
                <a:ea typeface="Arial"/>
                <a:cs typeface="Arial"/>
              </a:rPr>
              <a:t>5 other blocks stay READY</a:t>
            </a:r>
          </a:p>
        </p:txBody>
      </p:sp>
      <p:sp>
        <p:nvSpPr>
          <p:cNvPr id="1079" name="s19-right-cause">
            <a:extLst>
              <a:ext uri="{FF2B5EF4-FFF2-40B4-BE49-F238E27FC236}">
                <a16:creationId xmlns:a16="http://schemas.microsoft.com/office/drawing/2014/main" id="{991304CA-5F6A-40BA-8BCB-C6A45B0C1D26}"/>
              </a:ext>
            </a:extLst>
          </p:cNvPr>
          <p:cNvSpPr>
            <a:spLocks noGrp="1"/>
          </p:cNvSpPr>
          <p:nvPr/>
        </p:nvSpPr>
        <p:spPr>
          <a:xfrm>
            <a:off x="6962760" y="4410000"/>
            <a:ext cx="3809520" cy="26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350" b="1" u="none">
                <a:solidFill>
                  <a:srgbClr val="FF0000"/>
                </a:solidFill>
                <a:latin typeface="Arial"/>
                <a:ea typeface="Arial"/>
                <a:cs typeface="Arial"/>
              </a:rPr>
              <a:t>no second block → barrier exposed</a:t>
            </a:r>
          </a:p>
        </p:txBody>
      </p:sp>
      <p:sp>
        <p:nvSpPr>
          <p:cNvPr id="1080" name="s19-left-metrics">
            <a:extLst>
              <a:ext uri="{FF2B5EF4-FFF2-40B4-BE49-F238E27FC236}">
                <a16:creationId xmlns:a16="http://schemas.microsoft.com/office/drawing/2014/main" id="{B848B766-25D7-4ED9-9DD0-5A5BF6A7A260}"/>
              </a:ext>
            </a:extLst>
          </p:cNvPr>
          <p:cNvSpPr>
            <a:spLocks noGrp="1"/>
          </p:cNvSpPr>
          <p:nvPr/>
        </p:nvSpPr>
        <p:spPr>
          <a:xfrm>
            <a:off x="857160" y="4857840"/>
            <a:ext cx="4590720" cy="53316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130" b="1" u="none">
                <a:solidFill>
                  <a:srgbClr val="001233"/>
                </a:solidFill>
                <a:latin typeface="Courier New"/>
                <a:ea typeface="Courier New"/>
                <a:cs typeface="Courier New"/>
              </a:rPr>
              <a:t>CUDA EVENTS • KS ≈ BK: 0.821 ms</a:t>
            </a:r>
          </a:p>
          <a:p>
            <a:pPr algn="ctr">
              <a:lnSpc>
                <a:spcPct val="100000"/>
              </a:lnSpc>
              <a:buNone/>
            </a:pPr>
            <a:r>
              <a:rPr sz="1130" b="1" u="none">
                <a:solidFill>
                  <a:srgbClr val="001233"/>
                </a:solidFill>
                <a:latin typeface="Courier New"/>
                <a:ea typeface="Courier New"/>
                <a:cs typeface="Courier New"/>
              </a:rPr>
              <a:t>NSIGHT COMPUTE • active warps 88.06%</a:t>
            </a:r>
          </a:p>
        </p:txBody>
      </p:sp>
      <p:sp>
        <p:nvSpPr>
          <p:cNvPr id="1081" name="s19-right-metrics">
            <a:extLst>
              <a:ext uri="{FF2B5EF4-FFF2-40B4-BE49-F238E27FC236}">
                <a16:creationId xmlns:a16="http://schemas.microsoft.com/office/drawing/2014/main" id="{C795F384-7DC8-42B0-AF8E-A39A28577745}"/>
              </a:ext>
            </a:extLst>
          </p:cNvPr>
          <p:cNvSpPr>
            <a:spLocks noGrp="1"/>
          </p:cNvSpPr>
          <p:nvPr/>
        </p:nvSpPr>
        <p:spPr>
          <a:xfrm>
            <a:off x="6505560" y="4857840"/>
            <a:ext cx="4590720" cy="53316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130" b="1" u="none">
                <a:solidFill>
                  <a:srgbClr val="001233"/>
                </a:solidFill>
                <a:latin typeface="Courier New"/>
                <a:ea typeface="Courier New"/>
                <a:cs typeface="Courier New"/>
              </a:rPr>
              <a:t>CUDA EVENTS • KS 0.875 ms • BK 1.130 ms</a:t>
            </a:r>
          </a:p>
          <a:p>
            <a:pPr algn="ctr">
              <a:lnSpc>
                <a:spcPct val="100000"/>
              </a:lnSpc>
              <a:buNone/>
            </a:pPr>
            <a:r>
              <a:rPr sz="1130" b="1" u="none">
                <a:solidFill>
                  <a:srgbClr val="001233"/>
                </a:solidFill>
                <a:latin typeface="Courier New"/>
                <a:ea typeface="Courier New"/>
                <a:cs typeface="Courier New"/>
              </a:rPr>
              <a:t>NSIGHT COMPUTE • active warps ≈65.7%</a:t>
            </a:r>
          </a:p>
        </p:txBody>
      </p:sp>
      <p:sp>
        <p:nvSpPr>
          <p:cNvPr id="1082" name="s19-speedup">
            <a:extLst>
              <a:ext uri="{FF2B5EF4-FFF2-40B4-BE49-F238E27FC236}">
                <a16:creationId xmlns:a16="http://schemas.microsoft.com/office/drawing/2014/main" id="{B56F4EEE-3B0A-46DF-96FB-A32A5D3C1819}"/>
              </a:ext>
            </a:extLst>
          </p:cNvPr>
          <p:cNvSpPr>
            <a:spLocks noGrp="1"/>
          </p:cNvSpPr>
          <p:nvPr/>
        </p:nvSpPr>
        <p:spPr>
          <a:xfrm>
            <a:off x="7020000" y="5362560"/>
            <a:ext cx="3524040" cy="304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500" b="1" u="none">
                <a:solidFill>
                  <a:srgbClr val="FF0000"/>
                </a:solidFill>
                <a:latin typeface="Arial"/>
                <a:ea typeface="Arial"/>
                <a:cs typeface="Arial"/>
              </a:rPr>
              <a:t>Kogge-Stone 1.292× faster</a:t>
            </a:r>
          </a:p>
        </p:txBody>
      </p:sp>
      <p:sp>
        <p:nvSpPr>
          <p:cNvPr id="1083" name="s19-controls">
            <a:extLst>
              <a:ext uri="{FF2B5EF4-FFF2-40B4-BE49-F238E27FC236}">
                <a16:creationId xmlns:a16="http://schemas.microsoft.com/office/drawing/2014/main" id="{072E9E56-9D10-4102-8253-A933C092911B}"/>
              </a:ext>
            </a:extLst>
          </p:cNvPr>
          <p:cNvSpPr>
            <a:spLocks noGrp="1"/>
          </p:cNvSpPr>
          <p:nvPr/>
        </p:nvSpPr>
        <p:spPr>
          <a:xfrm>
            <a:off x="905040" y="5715000"/>
            <a:ext cx="103820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010" b="1" u="none">
                <a:solidFill>
                  <a:srgbClr val="5C677D"/>
                </a:solidFill>
                <a:latin typeface="Courier New"/>
                <a:ea typeface="Courier New"/>
                <a:cs typeface="Courier New"/>
              </a:rPr>
              <a:t>CUDA EVENTS • 8 MiB control: BK/KS = 1.44× (B256), 1.42× (B1024)</a:t>
            </a:r>
          </a:p>
          <a:p>
            <a:pPr algn="ctr">
              <a:lnSpc>
                <a:spcPct val="100000"/>
              </a:lnSpc>
              <a:buNone/>
            </a:pPr>
            <a:r>
              <a:rPr sz="1010" b="1" u="none">
                <a:solidFill>
                  <a:srgbClr val="5C677D"/>
                </a:solidFill>
                <a:latin typeface="Courier New"/>
                <a:ea typeface="Courier New"/>
                <a:cs typeface="Courier New"/>
              </a:rPr>
              <a:t>NSIGHT COMPUTE • padding cuts bank conflicts 15.4×  |  CUDA EVENTS • BK time only −5.7%</a:t>
            </a:r>
          </a:p>
        </p:txBody>
      </p:sp>
      <p:sp>
        <p:nvSpPr>
          <p:cNvPr id="1084" name="s19-source">
            <a:extLst>
              <a:ext uri="{FF2B5EF4-FFF2-40B4-BE49-F238E27FC236}">
                <a16:creationId xmlns:a16="http://schemas.microsoft.com/office/drawing/2014/main" id="{4B6432D9-CE98-4812-BF17-357B44974398}"/>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L40S Device 3 | 512 MiB inclusive block scans | CUDA-event medians; Nsight Compute counters separate | BK uses 32-bank padding.</a:t>
            </a:r>
          </a:p>
        </p:txBody>
      </p:sp>
    </p:spTree>
    <p:extLst>
      <p:ext uri="{BB962C8B-B14F-4D97-AF65-F5344CB8AC3E}">
        <p14:creationId xmlns:p14="http://schemas.microsoft.com/office/powerpoint/2010/main" val="15689111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 name="PlaceHolder 1">
            <a:extLst>
              <a:ext uri="{FF2B5EF4-FFF2-40B4-BE49-F238E27FC236}">
                <a16:creationId xmlns:a16="http://schemas.microsoft.com/office/drawing/2014/main" id="{4BC1211E-BFEC-4BDB-98A1-1ED8B469741E}"/>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3000" b="1" u="none">
                <a:solidFill>
                  <a:srgbClr val="001233"/>
                </a:solidFill>
                <a:latin typeface="Arial"/>
                <a:ea typeface="Arial"/>
                <a:cs typeface="Arial"/>
              </a:rPr>
              <a:t>Device-Wide Scan Traffic</a:t>
            </a:r>
          </a:p>
        </p:txBody>
      </p:sp>
      <p:sp>
        <p:nvSpPr>
          <p:cNvPr id="1086" name="s20-page-number">
            <a:extLst>
              <a:ext uri="{FF2B5EF4-FFF2-40B4-BE49-F238E27FC236}">
                <a16:creationId xmlns:a16="http://schemas.microsoft.com/office/drawing/2014/main" id="{F4354383-0BEB-4F78-ADD8-4F319D800427}"/>
              </a:ext>
            </a:extLst>
          </p:cNvPr>
          <p:cNvSpPr>
            <a:spLocks noGrp="1"/>
          </p:cNvSpPr>
          <p:nvPr/>
        </p:nvSpPr>
        <p:spPr>
          <a:xfrm>
            <a:off x="11487240" y="6453360"/>
            <a:ext cx="456840" cy="264600"/>
          </a:xfrm>
          <a:prstGeom prst="rect">
            <a:avLst/>
          </a:prstGeom>
          <a:noFill/>
          <a:ln w="0">
            <a:noFill/>
          </a:ln>
        </p:spPr>
        <p:style>
          <a:lnRef idx="0">
            <a:scrgbClr r="0" g="0" b="0"/>
          </a:lnRef>
          <a:fillRef idx="0">
            <a:scrgbClr r="0" g="0" b="0"/>
          </a:fillRef>
          <a:effectRef idx="0">
            <a:scrgbClr r="0" g="0" b="0"/>
          </a:effectRef>
          <a:fontRef idx="minor"/>
        </p:style>
        <p:txBody>
          <a:bodyPr lIns="45720" rIns="45720" anchor="ctr">
            <a:noAutofit/>
          </a:bodyPr>
          <a:lstStyle/>
          <a:p>
            <a:pPr algn="r">
              <a:lnSpc>
                <a:spcPct val="100000"/>
              </a:lnSpc>
              <a:buNone/>
            </a:pPr>
            <a:r>
              <a:rPr sz="900" b="0" u="none">
                <a:solidFill>
                  <a:srgbClr val="88888D"/>
                </a:solidFill>
                <a:latin typeface="Arial"/>
                <a:ea typeface="Arial"/>
                <a:cs typeface="Arial"/>
              </a:rPr>
              <a:t>20</a:t>
            </a:r>
          </a:p>
        </p:txBody>
      </p:sp>
      <p:sp>
        <p:nvSpPr>
          <p:cNvPr id="1087" name="s20-subtitle">
            <a:extLst>
              <a:ext uri="{FF2B5EF4-FFF2-40B4-BE49-F238E27FC236}">
                <a16:creationId xmlns:a16="http://schemas.microsoft.com/office/drawing/2014/main" id="{6949598B-D56B-4399-951D-691D24A47D1E}"/>
              </a:ext>
            </a:extLst>
          </p:cNvPr>
          <p:cNvSpPr>
            <a:spLocks noGrp="1"/>
          </p:cNvSpPr>
          <p:nvPr/>
        </p:nvSpPr>
        <p:spPr>
          <a:xfrm>
            <a:off x="733320" y="1047600"/>
            <a:ext cx="10000800" cy="28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350" b="1" u="none">
                <a:solidFill>
                  <a:srgbClr val="001233"/>
                </a:solidFill>
                <a:latin typeface="Arial"/>
                <a:ea typeface="Arial"/>
                <a:cs typeface="Arial"/>
              </a:rPr>
              <a:t>At 268,435,456 FP32 elements, global bytes moved dominate the local prefix network</a:t>
            </a:r>
          </a:p>
        </p:txBody>
      </p:sp>
      <p:sp>
        <p:nvSpPr>
          <p:cNvPr id="1088" name="s20-input">
            <a:extLst>
              <a:ext uri="{FF2B5EF4-FFF2-40B4-BE49-F238E27FC236}">
                <a16:creationId xmlns:a16="http://schemas.microsoft.com/office/drawing/2014/main" id="{F1AE535B-589D-44AD-AE3B-4C1AF19525A9}"/>
              </a:ext>
            </a:extLst>
          </p:cNvPr>
          <p:cNvSpPr>
            <a:spLocks noGrp="1"/>
          </p:cNvSpPr>
          <p:nvPr/>
        </p:nvSpPr>
        <p:spPr>
          <a:xfrm>
            <a:off x="809640" y="2333520"/>
            <a:ext cx="1285560" cy="15235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26670">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500" b="1" u="none">
                <a:solidFill>
                  <a:srgbClr val="001233"/>
                </a:solidFill>
                <a:latin typeface="Courier New"/>
                <a:ea typeface="Courier New"/>
                <a:cs typeface="Courier New"/>
              </a:rPr>
              <a:t>INPUT</a:t>
            </a:r>
          </a:p>
          <a:p>
            <a:pPr algn="ctr">
              <a:lnSpc>
                <a:spcPct val="100000"/>
              </a:lnSpc>
              <a:buNone/>
            </a:pPr>
            <a:r>
              <a:rPr sz="1500" b="1" u="none">
                <a:solidFill>
                  <a:srgbClr val="001233"/>
                </a:solidFill>
                <a:latin typeface="Courier New"/>
                <a:ea typeface="Courier New"/>
                <a:cs typeface="Courier New"/>
              </a:rPr>
              <a:t>1 GiB</a:t>
            </a:r>
          </a:p>
        </p:txBody>
      </p:sp>
      <p:sp>
        <p:nvSpPr>
          <p:cNvPr id="1089" name="s20-output">
            <a:extLst>
              <a:ext uri="{FF2B5EF4-FFF2-40B4-BE49-F238E27FC236}">
                <a16:creationId xmlns:a16="http://schemas.microsoft.com/office/drawing/2014/main" id="{708596C4-0A35-46C7-B5E8-A1DF302815BF}"/>
              </a:ext>
            </a:extLst>
          </p:cNvPr>
          <p:cNvSpPr>
            <a:spLocks noGrp="1"/>
          </p:cNvSpPr>
          <p:nvPr/>
        </p:nvSpPr>
        <p:spPr>
          <a:xfrm>
            <a:off x="10096560" y="2333520"/>
            <a:ext cx="1285560" cy="15235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26670">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500" b="1" u="none">
                <a:solidFill>
                  <a:srgbClr val="001233"/>
                </a:solidFill>
                <a:latin typeface="Courier New"/>
                <a:ea typeface="Courier New"/>
                <a:cs typeface="Courier New"/>
              </a:rPr>
              <a:t>OUTPUT</a:t>
            </a:r>
          </a:p>
          <a:p>
            <a:pPr algn="ctr">
              <a:lnSpc>
                <a:spcPct val="100000"/>
              </a:lnSpc>
              <a:buNone/>
            </a:pPr>
            <a:r>
              <a:rPr sz="1500" b="1" u="none">
                <a:solidFill>
                  <a:srgbClr val="001233"/>
                </a:solidFill>
                <a:latin typeface="Courier New"/>
                <a:ea typeface="Courier New"/>
                <a:cs typeface="Courier New"/>
              </a:rPr>
              <a:t>1 GiB</a:t>
            </a:r>
          </a:p>
        </p:txBody>
      </p:sp>
      <p:sp>
        <p:nvSpPr>
          <p:cNvPr id="1090" name="s20-memory-rail-top">
            <a:extLst>
              <a:ext uri="{FF2B5EF4-FFF2-40B4-BE49-F238E27FC236}">
                <a16:creationId xmlns:a16="http://schemas.microsoft.com/office/drawing/2014/main" id="{CCCE6B74-5AC2-488B-B195-03F87313DDBD}"/>
              </a:ext>
            </a:extLst>
          </p:cNvPr>
          <p:cNvSpPr>
            <a:spLocks noGrp="1"/>
          </p:cNvSpPr>
          <p:nvPr/>
        </p:nvSpPr>
        <p:spPr>
          <a:xfrm>
            <a:off x="781200" y="4010040"/>
            <a:ext cx="10629720" cy="114120"/>
          </a:xfrm>
          <a:custGeom>
            <a:avLst/>
            <a:gdLst/>
            <a:ahLst/>
            <a:cxnLst/>
            <a:rect l="l" t="t" r="r" b="b"/>
            <a:pathLst>
              <a:path w="10629900" h="114300">
                <a:moveTo>
                  <a:pt x="0" y="62865"/>
                </a:moveTo>
                <a:lnTo>
                  <a:pt x="1700784" y="35433"/>
                </a:lnTo>
                <a:lnTo>
                  <a:pt x="3614166" y="72009"/>
                </a:lnTo>
                <a:lnTo>
                  <a:pt x="5740146" y="42291"/>
                </a:lnTo>
                <a:lnTo>
                  <a:pt x="7866126" y="74295"/>
                </a:lnTo>
                <a:lnTo>
                  <a:pt x="10629900" y="46863"/>
                </a:lnTo>
              </a:path>
              <a:path w="10629900" h="114300">
                <a:moveTo>
                  <a:pt x="0" y="51435"/>
                </a:moveTo>
                <a:lnTo>
                  <a:pt x="1700784" y="46863"/>
                </a:lnTo>
                <a:lnTo>
                  <a:pt x="3614166" y="60579"/>
                </a:lnTo>
                <a:lnTo>
                  <a:pt x="5740146" y="53721"/>
                </a:lnTo>
                <a:lnTo>
                  <a:pt x="7866126" y="62865"/>
                </a:lnTo>
                <a:lnTo>
                  <a:pt x="10629900" y="58293"/>
                </a:lnTo>
              </a:path>
            </a:pathLst>
          </a:custGeom>
          <a:noFill/>
          <a:ln w="57150">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91" name="s20-memory-rail-bottom">
            <a:extLst>
              <a:ext uri="{FF2B5EF4-FFF2-40B4-BE49-F238E27FC236}">
                <a16:creationId xmlns:a16="http://schemas.microsoft.com/office/drawing/2014/main" id="{6D0DD72E-9EFD-407B-B7E7-BE3D2D2573F3}"/>
              </a:ext>
            </a:extLst>
          </p:cNvPr>
          <p:cNvSpPr>
            <a:spLocks noGrp="1"/>
          </p:cNvSpPr>
          <p:nvPr/>
        </p:nvSpPr>
        <p:spPr>
          <a:xfrm>
            <a:off x="781200" y="4143240"/>
            <a:ext cx="10629720" cy="114120"/>
          </a:xfrm>
          <a:custGeom>
            <a:avLst/>
            <a:gdLst/>
            <a:ahLst/>
            <a:cxnLst/>
            <a:rect l="l" t="t" r="r" b="b"/>
            <a:pathLst>
              <a:path w="10629900" h="114300">
                <a:moveTo>
                  <a:pt x="0" y="62865"/>
                </a:moveTo>
                <a:lnTo>
                  <a:pt x="1700784" y="35433"/>
                </a:lnTo>
                <a:lnTo>
                  <a:pt x="3614166" y="72009"/>
                </a:lnTo>
                <a:lnTo>
                  <a:pt x="5740146" y="42291"/>
                </a:lnTo>
                <a:lnTo>
                  <a:pt x="7866126" y="74295"/>
                </a:lnTo>
                <a:lnTo>
                  <a:pt x="10629900" y="46863"/>
                </a:lnTo>
              </a:path>
              <a:path w="10629900" h="114300">
                <a:moveTo>
                  <a:pt x="0" y="51435"/>
                </a:moveTo>
                <a:lnTo>
                  <a:pt x="1700784" y="46863"/>
                </a:lnTo>
                <a:lnTo>
                  <a:pt x="3614166" y="60579"/>
                </a:lnTo>
                <a:lnTo>
                  <a:pt x="5740146" y="53721"/>
                </a:lnTo>
                <a:lnTo>
                  <a:pt x="7866126" y="62865"/>
                </a:lnTo>
                <a:lnTo>
                  <a:pt x="10629900" y="58293"/>
                </a:lnTo>
              </a:path>
            </a:pathLst>
          </a:custGeom>
          <a:noFill/>
          <a:ln w="57150">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092" name="s20-memory-label">
            <a:extLst>
              <a:ext uri="{FF2B5EF4-FFF2-40B4-BE49-F238E27FC236}">
                <a16:creationId xmlns:a16="http://schemas.microsoft.com/office/drawing/2014/main" id="{4EFAC461-4E5B-4212-A679-8C537F02BF6F}"/>
              </a:ext>
            </a:extLst>
          </p:cNvPr>
          <p:cNvSpPr>
            <a:spLocks noGrp="1"/>
          </p:cNvSpPr>
          <p:nvPr/>
        </p:nvSpPr>
        <p:spPr>
          <a:xfrm>
            <a:off x="4238640" y="4267080"/>
            <a:ext cx="3714480" cy="26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200" b="1" u="none">
                <a:solidFill>
                  <a:srgbClr val="0353A4"/>
                </a:solidFill>
                <a:latin typeface="Courier New"/>
                <a:ea typeface="Courier New"/>
                <a:cs typeface="Courier New"/>
              </a:rPr>
              <a:t>DEVICE MEMORY TRAFFIC RAIL</a:t>
            </a:r>
          </a:p>
        </p:txBody>
      </p:sp>
      <p:sp>
        <p:nvSpPr>
          <p:cNvPr id="1093" name="s20-cub">
            <a:extLst>
              <a:ext uri="{FF2B5EF4-FFF2-40B4-BE49-F238E27FC236}">
                <a16:creationId xmlns:a16="http://schemas.microsoft.com/office/drawing/2014/main" id="{387F88B9-D5E7-4C23-B4A9-6C4563E402F9}"/>
              </a:ext>
            </a:extLst>
          </p:cNvPr>
          <p:cNvSpPr>
            <a:spLocks noGrp="1"/>
          </p:cNvSpPr>
          <p:nvPr/>
        </p:nvSpPr>
        <p:spPr>
          <a:xfrm>
            <a:off x="4952880" y="1695600"/>
            <a:ext cx="2190240" cy="7999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2667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CUB DeviceScan</a:t>
            </a:r>
          </a:p>
          <a:p>
            <a:pPr algn="ctr">
              <a:lnSpc>
                <a:spcPct val="100000"/>
              </a:lnSpc>
              <a:buNone/>
            </a:pPr>
            <a:r>
              <a:rPr sz="1200" b="1" u="none">
                <a:solidFill>
                  <a:srgbClr val="001233"/>
                </a:solidFill>
                <a:latin typeface="Courier New"/>
                <a:ea typeface="Courier New"/>
                <a:cs typeface="Courier New"/>
              </a:rPr>
              <a:t>single-pass look-back</a:t>
            </a:r>
          </a:p>
        </p:txBody>
      </p:sp>
      <p:cxnSp>
        <p:nvCxnSpPr>
          <p:cNvPr id="1118" name="s20-flow-s20-input-s20-cub"/>
          <p:cNvCxnSpPr>
            <a:stCxn id="1088" idx="0"/>
            <a:endCxn id="1093" idx="1"/>
          </p:cNvCxnSpPr>
          <p:nvPr/>
        </p:nvCxnSpPr>
        <p:spPr>
          <a:xfrm rot="5400000" flipH="1" flipV="1">
            <a:off x="3083400" y="464040"/>
            <a:ext cx="238320" cy="3501000"/>
          </a:xfrm>
          <a:prstGeom prst="bentConnector2">
            <a:avLst/>
          </a:prstGeom>
          <a:ln w="57150">
            <a:solidFill>
              <a:srgbClr val="00B0F0"/>
            </a:solidFill>
            <a:round/>
            <a:tailEnd type="triangle" w="sm" len="sm"/>
          </a:ln>
        </p:spPr>
      </p:cxnSp>
      <p:cxnSp>
        <p:nvCxnSpPr>
          <p:cNvPr id="1119" name="s20-flow-s20-cub-s20-output"/>
          <p:cNvCxnSpPr>
            <a:stCxn id="1093" idx="3"/>
            <a:endCxn id="1089" idx="0"/>
          </p:cNvCxnSpPr>
          <p:nvPr/>
        </p:nvCxnSpPr>
        <p:spPr>
          <a:xfrm>
            <a:off x="7143120" y="2095560"/>
            <a:ext cx="3596400" cy="238320"/>
          </a:xfrm>
          <a:prstGeom prst="bentConnector2">
            <a:avLst/>
          </a:prstGeom>
          <a:ln w="57150">
            <a:solidFill>
              <a:srgbClr val="00B0F0"/>
            </a:solidFill>
            <a:round/>
            <a:tailEnd type="triangle" w="sm" len="sm"/>
          </a:ln>
        </p:spPr>
      </p:cxnSp>
      <p:sp>
        <p:nvSpPr>
          <p:cNvPr id="1096" name="s20-cub-metrics">
            <a:extLst>
              <a:ext uri="{FF2B5EF4-FFF2-40B4-BE49-F238E27FC236}">
                <a16:creationId xmlns:a16="http://schemas.microsoft.com/office/drawing/2014/main" id="{E18B5299-1426-43BD-B448-05A41019BF76}"/>
              </a:ext>
            </a:extLst>
          </p:cNvPr>
          <p:cNvSpPr>
            <a:spLocks noGrp="1"/>
          </p:cNvSpPr>
          <p:nvPr/>
        </p:nvSpPr>
        <p:spPr>
          <a:xfrm>
            <a:off x="3809880" y="2571840"/>
            <a:ext cx="4476240" cy="3236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80" b="1" u="none">
                <a:solidFill>
                  <a:srgbClr val="0353A4"/>
                </a:solidFill>
                <a:latin typeface="Courier New"/>
                <a:ea typeface="Courier New"/>
                <a:cs typeface="Courier New"/>
              </a:rPr>
              <a:t>8 B/element  •  3.316 ms  •  647.5 GB/s</a:t>
            </a:r>
          </a:p>
        </p:txBody>
      </p:sp>
      <p:sp>
        <p:nvSpPr>
          <p:cNvPr id="1097" name="s20-copy">
            <a:extLst>
              <a:ext uri="{FF2B5EF4-FFF2-40B4-BE49-F238E27FC236}">
                <a16:creationId xmlns:a16="http://schemas.microsoft.com/office/drawing/2014/main" id="{4829DA99-9CF2-4D9B-B856-5653F6359A9B}"/>
              </a:ext>
            </a:extLst>
          </p:cNvPr>
          <p:cNvSpPr>
            <a:spLocks noGrp="1"/>
          </p:cNvSpPr>
          <p:nvPr/>
        </p:nvSpPr>
        <p:spPr>
          <a:xfrm>
            <a:off x="3857760" y="2914560"/>
            <a:ext cx="4381200" cy="26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200" b="1" u="none">
                <a:solidFill>
                  <a:srgbClr val="001233"/>
                </a:solidFill>
                <a:latin typeface="Courier New"/>
                <a:ea typeface="Courier New"/>
                <a:cs typeface="Courier New"/>
              </a:rPr>
              <a:t>D2D copy 3.280 ms  •  CUB within 1.1%</a:t>
            </a:r>
          </a:p>
        </p:txBody>
      </p:sp>
      <p:sp>
        <p:nvSpPr>
          <p:cNvPr id="1098" name="s20-k1">
            <a:extLst>
              <a:ext uri="{FF2B5EF4-FFF2-40B4-BE49-F238E27FC236}">
                <a16:creationId xmlns:a16="http://schemas.microsoft.com/office/drawing/2014/main" id="{FFB42922-3BD1-4C39-AE0F-A027CBD1B90D}"/>
              </a:ext>
            </a:extLst>
          </p:cNvPr>
          <p:cNvSpPr>
            <a:spLocks noGrp="1"/>
          </p:cNvSpPr>
          <p:nvPr/>
        </p:nvSpPr>
        <p:spPr>
          <a:xfrm>
            <a:off x="3191040" y="4724280"/>
            <a:ext cx="1999800" cy="6663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286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KERNEL 1</a:t>
            </a:r>
          </a:p>
          <a:p>
            <a:pPr algn="ctr">
              <a:lnSpc>
                <a:spcPct val="100000"/>
              </a:lnSpc>
              <a:buNone/>
            </a:pPr>
            <a:r>
              <a:rPr sz="1200" b="1" u="none">
                <a:solidFill>
                  <a:srgbClr val="001233"/>
                </a:solidFill>
                <a:latin typeface="Courier New"/>
                <a:ea typeface="Courier New"/>
                <a:cs typeface="Courier New"/>
              </a:rPr>
              <a:t>local scan + write</a:t>
            </a:r>
          </a:p>
        </p:txBody>
      </p:sp>
      <p:sp>
        <p:nvSpPr>
          <p:cNvPr id="1099" name="s20-temp">
            <a:extLst>
              <a:ext uri="{FF2B5EF4-FFF2-40B4-BE49-F238E27FC236}">
                <a16:creationId xmlns:a16="http://schemas.microsoft.com/office/drawing/2014/main" id="{DA16F4F8-5AB5-4A36-9834-144AA68F1825}"/>
              </a:ext>
            </a:extLst>
          </p:cNvPr>
          <p:cNvSpPr>
            <a:spLocks noGrp="1"/>
          </p:cNvSpPr>
          <p:nvPr/>
        </p:nvSpPr>
        <p:spPr>
          <a:xfrm>
            <a:off x="5448240" y="4724280"/>
            <a:ext cx="2047680" cy="6663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22860">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170" b="1" u="none">
                <a:solidFill>
                  <a:srgbClr val="001233"/>
                </a:solidFill>
                <a:latin typeface="Courier New"/>
                <a:ea typeface="Courier New"/>
                <a:cs typeface="Courier New"/>
              </a:rPr>
              <a:t>GLOBAL PREFIX</a:t>
            </a:r>
          </a:p>
          <a:p>
            <a:pPr algn="ctr">
              <a:lnSpc>
                <a:spcPct val="100000"/>
              </a:lnSpc>
              <a:buNone/>
            </a:pPr>
            <a:r>
              <a:rPr sz="1170" b="1" u="none">
                <a:solidFill>
                  <a:srgbClr val="001233"/>
                </a:solidFill>
                <a:latin typeface="Courier New"/>
                <a:ea typeface="Courier New"/>
                <a:cs typeface="Courier New"/>
              </a:rPr>
              <a:t>BUFFER • 1 GiB</a:t>
            </a:r>
          </a:p>
        </p:txBody>
      </p:sp>
      <p:sp>
        <p:nvSpPr>
          <p:cNvPr id="1100" name="s20-k3">
            <a:extLst>
              <a:ext uri="{FF2B5EF4-FFF2-40B4-BE49-F238E27FC236}">
                <a16:creationId xmlns:a16="http://schemas.microsoft.com/office/drawing/2014/main" id="{E7DA1797-84E1-432E-888C-E81B0F80FDC6}"/>
              </a:ext>
            </a:extLst>
          </p:cNvPr>
          <p:cNvSpPr>
            <a:spLocks noGrp="1"/>
          </p:cNvSpPr>
          <p:nvPr/>
        </p:nvSpPr>
        <p:spPr>
          <a:xfrm>
            <a:off x="7753320" y="4724280"/>
            <a:ext cx="1999800" cy="6663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22860">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KERNEL 3</a:t>
            </a:r>
          </a:p>
          <a:p>
            <a:pPr algn="ctr">
              <a:lnSpc>
                <a:spcPct val="100000"/>
              </a:lnSpc>
              <a:buNone/>
            </a:pPr>
            <a:r>
              <a:rPr sz="1200" b="1" u="none">
                <a:solidFill>
                  <a:srgbClr val="001233"/>
                </a:solidFill>
                <a:latin typeface="Courier New"/>
                <a:ea typeface="Courier New"/>
                <a:cs typeface="Courier New"/>
              </a:rPr>
              <a:t>read + uniform add</a:t>
            </a:r>
          </a:p>
        </p:txBody>
      </p:sp>
      <p:cxnSp>
        <p:nvCxnSpPr>
          <p:cNvPr id="1125" name="s20-flow-s20-input-s20-k1"/>
          <p:cNvCxnSpPr>
            <a:stCxn id="1088" idx="2"/>
            <a:endCxn id="1098" idx="1"/>
          </p:cNvCxnSpPr>
          <p:nvPr/>
        </p:nvCxnSpPr>
        <p:spPr>
          <a:xfrm rot="16200000" flipH="1">
            <a:off x="1721520" y="3587760"/>
            <a:ext cx="1200600" cy="1739160"/>
          </a:xfrm>
          <a:prstGeom prst="bentConnector2">
            <a:avLst/>
          </a:prstGeom>
          <a:ln w="47625">
            <a:solidFill>
              <a:srgbClr val="0353A4"/>
            </a:solidFill>
            <a:round/>
            <a:tailEnd type="triangle" w="sm" len="sm"/>
          </a:ln>
        </p:spPr>
      </p:cxnSp>
      <p:cxnSp>
        <p:nvCxnSpPr>
          <p:cNvPr id="1126" name="s20-flow-s20-k1-s20-temp"/>
          <p:cNvCxnSpPr>
            <a:stCxn id="1098" idx="3"/>
            <a:endCxn id="1099" idx="1"/>
          </p:cNvCxnSpPr>
          <p:nvPr/>
        </p:nvCxnSpPr>
        <p:spPr>
          <a:xfrm>
            <a:off x="5190840" y="5057280"/>
            <a:ext cx="257760" cy="360"/>
          </a:xfrm>
          <a:prstGeom prst="straightConnector1">
            <a:avLst/>
          </a:prstGeom>
          <a:ln w="47625">
            <a:solidFill>
              <a:srgbClr val="0353A4"/>
            </a:solidFill>
            <a:round/>
            <a:tailEnd type="triangle" w="sm" len="sm"/>
          </a:ln>
        </p:spPr>
      </p:cxnSp>
      <p:cxnSp>
        <p:nvCxnSpPr>
          <p:cNvPr id="1127" name="s20-flow-s20-temp-s20-k3"/>
          <p:cNvCxnSpPr>
            <a:stCxn id="1099" idx="3"/>
            <a:endCxn id="1100" idx="1"/>
          </p:cNvCxnSpPr>
          <p:nvPr/>
        </p:nvCxnSpPr>
        <p:spPr>
          <a:xfrm>
            <a:off x="7495920" y="5057280"/>
            <a:ext cx="257760" cy="360"/>
          </a:xfrm>
          <a:prstGeom prst="straightConnector1">
            <a:avLst/>
          </a:prstGeom>
          <a:ln w="47625">
            <a:solidFill>
              <a:srgbClr val="FF0000"/>
            </a:solidFill>
            <a:round/>
            <a:tailEnd type="triangle" w="sm" len="sm"/>
          </a:ln>
        </p:spPr>
      </p:cxnSp>
      <p:cxnSp>
        <p:nvCxnSpPr>
          <p:cNvPr id="1128" name="s20-flow-s20-k3-s20-output"/>
          <p:cNvCxnSpPr>
            <a:stCxn id="1100" idx="3"/>
            <a:endCxn id="1089" idx="2"/>
          </p:cNvCxnSpPr>
          <p:nvPr/>
        </p:nvCxnSpPr>
        <p:spPr>
          <a:xfrm flipV="1">
            <a:off x="9753120" y="3857040"/>
            <a:ext cx="986400" cy="1200600"/>
          </a:xfrm>
          <a:prstGeom prst="bentConnector2">
            <a:avLst/>
          </a:prstGeom>
          <a:ln w="47625">
            <a:solidFill>
              <a:srgbClr val="FF0000"/>
            </a:solidFill>
            <a:round/>
            <a:tailEnd type="triangle" w="sm" len="sm"/>
          </a:ln>
        </p:spPr>
      </p:cxnSp>
      <p:sp>
        <p:nvSpPr>
          <p:cNvPr id="1105" name="s20-extra-pass">
            <a:extLst>
              <a:ext uri="{FF2B5EF4-FFF2-40B4-BE49-F238E27FC236}">
                <a16:creationId xmlns:a16="http://schemas.microsoft.com/office/drawing/2014/main" id="{B15D31D8-78F9-423B-972E-481A538E2C4E}"/>
              </a:ext>
            </a:extLst>
          </p:cNvPr>
          <p:cNvSpPr>
            <a:spLocks noGrp="1"/>
          </p:cNvSpPr>
          <p:nvPr/>
        </p:nvSpPr>
        <p:spPr>
          <a:xfrm>
            <a:off x="5829480" y="5410080"/>
            <a:ext cx="4762080" cy="33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580" b="1" u="none">
                <a:solidFill>
                  <a:srgbClr val="FF0000"/>
                </a:solidFill>
                <a:latin typeface="Arial"/>
                <a:ea typeface="Arial"/>
                <a:cs typeface="Arial"/>
              </a:rPr>
              <a:t>+ one full-array read + write</a:t>
            </a:r>
          </a:p>
        </p:txBody>
      </p:sp>
      <p:sp>
        <p:nvSpPr>
          <p:cNvPr id="1106" name="s20-custom-metrics">
            <a:extLst>
              <a:ext uri="{FF2B5EF4-FFF2-40B4-BE49-F238E27FC236}">
                <a16:creationId xmlns:a16="http://schemas.microsoft.com/office/drawing/2014/main" id="{32A73DFF-C244-4DCC-9AC9-DEE4DC110AAF}"/>
              </a:ext>
            </a:extLst>
          </p:cNvPr>
          <p:cNvSpPr>
            <a:spLocks noGrp="1"/>
          </p:cNvSpPr>
          <p:nvPr/>
        </p:nvSpPr>
        <p:spPr>
          <a:xfrm>
            <a:off x="2190600" y="5676840"/>
            <a:ext cx="8000640" cy="3236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1" u="none">
                <a:solidFill>
                  <a:srgbClr val="001233"/>
                </a:solidFill>
                <a:latin typeface="Courier New"/>
                <a:ea typeface="Courier New"/>
                <a:cs typeface="Courier New"/>
              </a:rPr>
              <a:t>16 B/element  •  KS256 6.236 ms  •  BK256 6.262 ms  •  0.4% apart</a:t>
            </a:r>
          </a:p>
        </p:txBody>
      </p:sp>
      <p:sp>
        <p:nvSpPr>
          <p:cNvPr id="1107" name="s20-prediction">
            <a:extLst>
              <a:ext uri="{FF2B5EF4-FFF2-40B4-BE49-F238E27FC236}">
                <a16:creationId xmlns:a16="http://schemas.microsoft.com/office/drawing/2014/main" id="{581EAB28-4EA1-43DB-A9D4-F440A513A066}"/>
              </a:ext>
            </a:extLst>
          </p:cNvPr>
          <p:cNvSpPr>
            <a:spLocks noGrp="1"/>
          </p:cNvSpPr>
          <p:nvPr/>
        </p:nvSpPr>
        <p:spPr>
          <a:xfrm>
            <a:off x="2457360" y="3191040"/>
            <a:ext cx="7286400" cy="428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500" b="1" u="none">
                <a:solidFill>
                  <a:srgbClr val="FF0000"/>
                </a:solidFill>
                <a:latin typeface="Arial"/>
                <a:ea typeface="Arial"/>
                <a:cs typeface="Arial"/>
              </a:rPr>
              <a:t>2 × copy = 6.560 ms  ≈  custom 6.236 ms  →  CUB gap 1.881×</a:t>
            </a:r>
          </a:p>
        </p:txBody>
      </p:sp>
      <p:sp>
        <p:nvSpPr>
          <p:cNvPr id="1108" name="s20-source">
            <a:extLst>
              <a:ext uri="{FF2B5EF4-FFF2-40B4-BE49-F238E27FC236}">
                <a16:creationId xmlns:a16="http://schemas.microsoft.com/office/drawing/2014/main" id="{65A14323-5415-4863-9CD3-988F8F62354B}"/>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L40S Device 3 | FP32 inclusive | logical payload 2 GiB = 1 GiB input + 1 GiB output | effective bandwidth counts 8 logical B/element.</a:t>
            </a:r>
          </a:p>
        </p:txBody>
      </p:sp>
    </p:spTree>
    <p:extLst>
      <p:ext uri="{BB962C8B-B14F-4D97-AF65-F5344CB8AC3E}">
        <p14:creationId xmlns:p14="http://schemas.microsoft.com/office/powerpoint/2010/main" val="20141433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9" name="PlaceHolder 1">
            <a:extLst>
              <a:ext uri="{FF2B5EF4-FFF2-40B4-BE49-F238E27FC236}">
                <a16:creationId xmlns:a16="http://schemas.microsoft.com/office/drawing/2014/main" id="{19E4A639-9BDD-47C8-B179-65D54C1362A3}"/>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3000" b="1" u="none">
                <a:solidFill>
                  <a:srgbClr val="001233"/>
                </a:solidFill>
                <a:latin typeface="Arial"/>
                <a:ea typeface="Arial"/>
                <a:cs typeface="Arial"/>
              </a:rPr>
              <a:t>Warp-Level Scan</a:t>
            </a:r>
          </a:p>
        </p:txBody>
      </p:sp>
      <p:sp>
        <p:nvSpPr>
          <p:cNvPr id="1110" name="s21-page-number">
            <a:extLst>
              <a:ext uri="{FF2B5EF4-FFF2-40B4-BE49-F238E27FC236}">
                <a16:creationId xmlns:a16="http://schemas.microsoft.com/office/drawing/2014/main" id="{B1A4BE7C-7012-4133-8117-2EA1FB037A7C}"/>
              </a:ext>
            </a:extLst>
          </p:cNvPr>
          <p:cNvSpPr>
            <a:spLocks noGrp="1"/>
          </p:cNvSpPr>
          <p:nvPr/>
        </p:nvSpPr>
        <p:spPr>
          <a:xfrm>
            <a:off x="11487240" y="6453360"/>
            <a:ext cx="456840" cy="264600"/>
          </a:xfrm>
          <a:prstGeom prst="rect">
            <a:avLst/>
          </a:prstGeom>
          <a:noFill/>
          <a:ln w="0">
            <a:noFill/>
          </a:ln>
        </p:spPr>
        <p:style>
          <a:lnRef idx="0">
            <a:scrgbClr r="0" g="0" b="0"/>
          </a:lnRef>
          <a:fillRef idx="0">
            <a:scrgbClr r="0" g="0" b="0"/>
          </a:fillRef>
          <a:effectRef idx="0">
            <a:scrgbClr r="0" g="0" b="0"/>
          </a:effectRef>
          <a:fontRef idx="minor"/>
        </p:style>
        <p:txBody>
          <a:bodyPr lIns="45720" rIns="45720" anchor="ctr">
            <a:noAutofit/>
          </a:bodyPr>
          <a:lstStyle/>
          <a:p>
            <a:pPr algn="r">
              <a:lnSpc>
                <a:spcPct val="100000"/>
              </a:lnSpc>
              <a:buNone/>
            </a:pPr>
            <a:r>
              <a:rPr sz="900" b="0" u="none">
                <a:solidFill>
                  <a:srgbClr val="88888D"/>
                </a:solidFill>
                <a:latin typeface="Arial"/>
                <a:ea typeface="Arial"/>
                <a:cs typeface="Arial"/>
              </a:rPr>
              <a:t>21</a:t>
            </a:r>
          </a:p>
        </p:txBody>
      </p:sp>
      <p:sp>
        <p:nvSpPr>
          <p:cNvPr id="1111" name="s21-subtitle">
            <a:extLst>
              <a:ext uri="{FF2B5EF4-FFF2-40B4-BE49-F238E27FC236}">
                <a16:creationId xmlns:a16="http://schemas.microsoft.com/office/drawing/2014/main" id="{5F6B4933-DD66-4C11-9CD4-A829F4B32221}"/>
              </a:ext>
            </a:extLst>
          </p:cNvPr>
          <p:cNvSpPr>
            <a:spLocks noGrp="1"/>
          </p:cNvSpPr>
          <p:nvPr/>
        </p:nvSpPr>
        <p:spPr>
          <a:xfrm>
            <a:off x="733320" y="1047600"/>
            <a:ext cx="9810360" cy="28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350" b="1" u="none">
                <a:solidFill>
                  <a:srgbClr val="001233"/>
                </a:solidFill>
                <a:latin typeface="Arial"/>
                <a:ea typeface="Arial"/>
                <a:cs typeface="Arial"/>
              </a:rPr>
              <a:t>Kogge-Stone communication becomes five register shuffles inside one 32-lane warp</a:t>
            </a:r>
          </a:p>
        </p:txBody>
      </p:sp>
      <p:sp>
        <p:nvSpPr>
          <p:cNvPr id="1112" name="s21-warp-brace-top">
            <a:extLst>
              <a:ext uri="{FF2B5EF4-FFF2-40B4-BE49-F238E27FC236}">
                <a16:creationId xmlns:a16="http://schemas.microsoft.com/office/drawing/2014/main" id="{DD7D91D2-D049-4E11-94EE-13331D0E941D}"/>
              </a:ext>
            </a:extLst>
          </p:cNvPr>
          <p:cNvSpPr>
            <a:spLocks noGrp="1"/>
          </p:cNvSpPr>
          <p:nvPr/>
        </p:nvSpPr>
        <p:spPr>
          <a:xfrm>
            <a:off x="876240" y="1571400"/>
            <a:ext cx="428400" cy="360"/>
          </a:xfrm>
          <a:prstGeom prst="line">
            <a:avLst/>
          </a:prstGeom>
          <a:ln w="57150">
            <a:solidFill>
              <a:srgbClr val="0353A4"/>
            </a:solidFill>
          </a:ln>
        </p:spPr>
        <p:style>
          <a:lnRef idx="0">
            <a:scrgbClr r="0" g="0" b="0"/>
          </a:lnRef>
          <a:fillRef idx="0">
            <a:scrgbClr r="0" g="0" b="0"/>
          </a:fillRef>
          <a:effectRef idx="0">
            <a:scrgbClr r="0" g="0" b="0"/>
          </a:effectRef>
          <a:fontRef idx="minor"/>
        </p:style>
        <p:txBody>
          <a:bodyPr lIns="90000" tIns="-44640" rIns="90000" bIns="-44640" anchor="t">
            <a:noAutofit/>
          </a:bodyPr>
          <a:lstStyle/>
          <a:p>
            <a:pPr>
              <a:buNone/>
            </a:pPr>
            <a:endParaRPr/>
          </a:p>
        </p:txBody>
      </p:sp>
      <p:sp>
        <p:nvSpPr>
          <p:cNvPr id="1113" name="s21-warp-brace-side">
            <a:extLst>
              <a:ext uri="{FF2B5EF4-FFF2-40B4-BE49-F238E27FC236}">
                <a16:creationId xmlns:a16="http://schemas.microsoft.com/office/drawing/2014/main" id="{8876FC61-3EAD-49AB-A978-2C64D9C41FED}"/>
              </a:ext>
            </a:extLst>
          </p:cNvPr>
          <p:cNvSpPr>
            <a:spLocks noGrp="1"/>
          </p:cNvSpPr>
          <p:nvPr/>
        </p:nvSpPr>
        <p:spPr>
          <a:xfrm>
            <a:off x="876240" y="1571400"/>
            <a:ext cx="360" cy="971640"/>
          </a:xfrm>
          <a:prstGeom prst="line">
            <a:avLst/>
          </a:prstGeom>
          <a:ln w="57150">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114" name="s21-warp-brace-bottom">
            <a:extLst>
              <a:ext uri="{FF2B5EF4-FFF2-40B4-BE49-F238E27FC236}">
                <a16:creationId xmlns:a16="http://schemas.microsoft.com/office/drawing/2014/main" id="{10BB2C16-16FD-4548-8F37-FE564E96B257}"/>
              </a:ext>
            </a:extLst>
          </p:cNvPr>
          <p:cNvSpPr>
            <a:spLocks noGrp="1"/>
          </p:cNvSpPr>
          <p:nvPr/>
        </p:nvSpPr>
        <p:spPr>
          <a:xfrm>
            <a:off x="876240" y="2543040"/>
            <a:ext cx="428400" cy="360"/>
          </a:xfrm>
          <a:prstGeom prst="line">
            <a:avLst/>
          </a:prstGeom>
          <a:ln w="57150">
            <a:solidFill>
              <a:srgbClr val="0353A4"/>
            </a:solidFill>
          </a:ln>
        </p:spPr>
        <p:style>
          <a:lnRef idx="0">
            <a:scrgbClr r="0" g="0" b="0"/>
          </a:lnRef>
          <a:fillRef idx="0">
            <a:scrgbClr r="0" g="0" b="0"/>
          </a:fillRef>
          <a:effectRef idx="0">
            <a:scrgbClr r="0" g="0" b="0"/>
          </a:effectRef>
          <a:fontRef idx="minor"/>
        </p:style>
        <p:txBody>
          <a:bodyPr lIns="90000" tIns="-44640" rIns="90000" bIns="-44640" anchor="t">
            <a:noAutofit/>
          </a:bodyPr>
          <a:lstStyle/>
          <a:p>
            <a:pPr>
              <a:buNone/>
            </a:pPr>
            <a:endParaRPr/>
          </a:p>
        </p:txBody>
      </p:sp>
      <p:sp>
        <p:nvSpPr>
          <p:cNvPr id="1115" name="s21-warp-label">
            <a:extLst>
              <a:ext uri="{FF2B5EF4-FFF2-40B4-BE49-F238E27FC236}">
                <a16:creationId xmlns:a16="http://schemas.microsoft.com/office/drawing/2014/main" id="{3C608334-5A38-4CAC-BCD7-ECAE606A4EE5}"/>
              </a:ext>
            </a:extLst>
          </p:cNvPr>
          <p:cNvSpPr>
            <a:spLocks noGrp="1"/>
          </p:cNvSpPr>
          <p:nvPr/>
        </p:nvSpPr>
        <p:spPr>
          <a:xfrm>
            <a:off x="1333440" y="1428840"/>
            <a:ext cx="4952520" cy="38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2020" b="1" u="none">
                <a:solidFill>
                  <a:srgbClr val="FF0000"/>
                </a:solidFill>
                <a:latin typeface="Arial"/>
                <a:ea typeface="Arial"/>
                <a:cs typeface="Arial"/>
              </a:rPr>
              <a:t>WARP = 32 LANES</a:t>
            </a:r>
          </a:p>
        </p:txBody>
      </p:sp>
      <p:sp>
        <p:nvSpPr>
          <p:cNvPr id="1116" name="s21-lane-0">
            <a:extLst>
              <a:ext uri="{FF2B5EF4-FFF2-40B4-BE49-F238E27FC236}">
                <a16:creationId xmlns:a16="http://schemas.microsoft.com/office/drawing/2014/main" id="{07875629-F236-4DE3-AC75-EF3A9C44EC88}"/>
              </a:ext>
            </a:extLst>
          </p:cNvPr>
          <p:cNvSpPr>
            <a:spLocks noGrp="1"/>
          </p:cNvSpPr>
          <p:nvPr/>
        </p:nvSpPr>
        <p:spPr>
          <a:xfrm>
            <a:off x="157176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17" name="s21-lane-1">
            <a:extLst>
              <a:ext uri="{FF2B5EF4-FFF2-40B4-BE49-F238E27FC236}">
                <a16:creationId xmlns:a16="http://schemas.microsoft.com/office/drawing/2014/main" id="{0C43BEF4-F804-4152-9D5F-5D34DC607D8E}"/>
              </a:ext>
            </a:extLst>
          </p:cNvPr>
          <p:cNvSpPr>
            <a:spLocks noGrp="1"/>
          </p:cNvSpPr>
          <p:nvPr/>
        </p:nvSpPr>
        <p:spPr>
          <a:xfrm>
            <a:off x="184932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18" name="s21-lane-2">
            <a:extLst>
              <a:ext uri="{FF2B5EF4-FFF2-40B4-BE49-F238E27FC236}">
                <a16:creationId xmlns:a16="http://schemas.microsoft.com/office/drawing/2014/main" id="{4E2FD047-D477-46EC-AF28-7E48B927E2B2}"/>
              </a:ext>
            </a:extLst>
          </p:cNvPr>
          <p:cNvSpPr>
            <a:spLocks noGrp="1"/>
          </p:cNvSpPr>
          <p:nvPr/>
        </p:nvSpPr>
        <p:spPr>
          <a:xfrm>
            <a:off x="212688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19" name="s21-lane-3">
            <a:extLst>
              <a:ext uri="{FF2B5EF4-FFF2-40B4-BE49-F238E27FC236}">
                <a16:creationId xmlns:a16="http://schemas.microsoft.com/office/drawing/2014/main" id="{C7F09832-472B-4E6E-B869-2D1EE3604B2F}"/>
              </a:ext>
            </a:extLst>
          </p:cNvPr>
          <p:cNvSpPr>
            <a:spLocks noGrp="1"/>
          </p:cNvSpPr>
          <p:nvPr/>
        </p:nvSpPr>
        <p:spPr>
          <a:xfrm>
            <a:off x="240480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20" name="s21-lane-4">
            <a:extLst>
              <a:ext uri="{FF2B5EF4-FFF2-40B4-BE49-F238E27FC236}">
                <a16:creationId xmlns:a16="http://schemas.microsoft.com/office/drawing/2014/main" id="{B2D74656-3694-4E3E-808E-D23EE5B107E4}"/>
              </a:ext>
            </a:extLst>
          </p:cNvPr>
          <p:cNvSpPr>
            <a:spLocks noGrp="1"/>
          </p:cNvSpPr>
          <p:nvPr/>
        </p:nvSpPr>
        <p:spPr>
          <a:xfrm>
            <a:off x="268236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21" name="s21-lane-5">
            <a:extLst>
              <a:ext uri="{FF2B5EF4-FFF2-40B4-BE49-F238E27FC236}">
                <a16:creationId xmlns:a16="http://schemas.microsoft.com/office/drawing/2014/main" id="{4FD43549-E852-4BFD-829C-4D781DD2841E}"/>
              </a:ext>
            </a:extLst>
          </p:cNvPr>
          <p:cNvSpPr>
            <a:spLocks noGrp="1"/>
          </p:cNvSpPr>
          <p:nvPr/>
        </p:nvSpPr>
        <p:spPr>
          <a:xfrm>
            <a:off x="296028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22" name="s21-lane-6">
            <a:extLst>
              <a:ext uri="{FF2B5EF4-FFF2-40B4-BE49-F238E27FC236}">
                <a16:creationId xmlns:a16="http://schemas.microsoft.com/office/drawing/2014/main" id="{9D8B6846-6247-4A2E-8971-B04C23035C92}"/>
              </a:ext>
            </a:extLst>
          </p:cNvPr>
          <p:cNvSpPr>
            <a:spLocks noGrp="1"/>
          </p:cNvSpPr>
          <p:nvPr/>
        </p:nvSpPr>
        <p:spPr>
          <a:xfrm>
            <a:off x="323784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23" name="s21-lane-7">
            <a:extLst>
              <a:ext uri="{FF2B5EF4-FFF2-40B4-BE49-F238E27FC236}">
                <a16:creationId xmlns:a16="http://schemas.microsoft.com/office/drawing/2014/main" id="{258A0228-B1BC-4241-BE07-F081C8E00DEB}"/>
              </a:ext>
            </a:extLst>
          </p:cNvPr>
          <p:cNvSpPr>
            <a:spLocks noGrp="1"/>
          </p:cNvSpPr>
          <p:nvPr/>
        </p:nvSpPr>
        <p:spPr>
          <a:xfrm>
            <a:off x="351576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24" name="s21-lane-8">
            <a:extLst>
              <a:ext uri="{FF2B5EF4-FFF2-40B4-BE49-F238E27FC236}">
                <a16:creationId xmlns:a16="http://schemas.microsoft.com/office/drawing/2014/main" id="{DC325608-0FB2-4302-B458-1D9BBD17B718}"/>
              </a:ext>
            </a:extLst>
          </p:cNvPr>
          <p:cNvSpPr>
            <a:spLocks noGrp="1"/>
          </p:cNvSpPr>
          <p:nvPr/>
        </p:nvSpPr>
        <p:spPr>
          <a:xfrm>
            <a:off x="379332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25" name="s21-lane-9">
            <a:extLst>
              <a:ext uri="{FF2B5EF4-FFF2-40B4-BE49-F238E27FC236}">
                <a16:creationId xmlns:a16="http://schemas.microsoft.com/office/drawing/2014/main" id="{6A59F8B5-C4D2-4BE1-A4DD-6EA5C92CEEDF}"/>
              </a:ext>
            </a:extLst>
          </p:cNvPr>
          <p:cNvSpPr>
            <a:spLocks noGrp="1"/>
          </p:cNvSpPr>
          <p:nvPr/>
        </p:nvSpPr>
        <p:spPr>
          <a:xfrm>
            <a:off x="407088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26" name="s21-lane-10">
            <a:extLst>
              <a:ext uri="{FF2B5EF4-FFF2-40B4-BE49-F238E27FC236}">
                <a16:creationId xmlns:a16="http://schemas.microsoft.com/office/drawing/2014/main" id="{A206FFF2-1AB3-4E51-8534-86612326B2ED}"/>
              </a:ext>
            </a:extLst>
          </p:cNvPr>
          <p:cNvSpPr>
            <a:spLocks noGrp="1"/>
          </p:cNvSpPr>
          <p:nvPr/>
        </p:nvSpPr>
        <p:spPr>
          <a:xfrm>
            <a:off x="434880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27" name="s21-lane-11">
            <a:extLst>
              <a:ext uri="{FF2B5EF4-FFF2-40B4-BE49-F238E27FC236}">
                <a16:creationId xmlns:a16="http://schemas.microsoft.com/office/drawing/2014/main" id="{3FE19481-8FEE-41B6-841A-191949E94A2C}"/>
              </a:ext>
            </a:extLst>
          </p:cNvPr>
          <p:cNvSpPr>
            <a:spLocks noGrp="1"/>
          </p:cNvSpPr>
          <p:nvPr/>
        </p:nvSpPr>
        <p:spPr>
          <a:xfrm>
            <a:off x="462636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28" name="s21-lane-12">
            <a:extLst>
              <a:ext uri="{FF2B5EF4-FFF2-40B4-BE49-F238E27FC236}">
                <a16:creationId xmlns:a16="http://schemas.microsoft.com/office/drawing/2014/main" id="{7F38FBE4-B789-474E-82C0-30D4E5D31B3F}"/>
              </a:ext>
            </a:extLst>
          </p:cNvPr>
          <p:cNvSpPr>
            <a:spLocks noGrp="1"/>
          </p:cNvSpPr>
          <p:nvPr/>
        </p:nvSpPr>
        <p:spPr>
          <a:xfrm>
            <a:off x="490428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29" name="s21-lane-13">
            <a:extLst>
              <a:ext uri="{FF2B5EF4-FFF2-40B4-BE49-F238E27FC236}">
                <a16:creationId xmlns:a16="http://schemas.microsoft.com/office/drawing/2014/main" id="{5DA7724E-3E1B-43FF-9979-1B68D062F108}"/>
              </a:ext>
            </a:extLst>
          </p:cNvPr>
          <p:cNvSpPr>
            <a:spLocks noGrp="1"/>
          </p:cNvSpPr>
          <p:nvPr/>
        </p:nvSpPr>
        <p:spPr>
          <a:xfrm>
            <a:off x="518184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30" name="s21-lane-14">
            <a:extLst>
              <a:ext uri="{FF2B5EF4-FFF2-40B4-BE49-F238E27FC236}">
                <a16:creationId xmlns:a16="http://schemas.microsoft.com/office/drawing/2014/main" id="{CE8306A0-F12E-4DC3-B3DD-41BAFF8D31B3}"/>
              </a:ext>
            </a:extLst>
          </p:cNvPr>
          <p:cNvSpPr>
            <a:spLocks noGrp="1"/>
          </p:cNvSpPr>
          <p:nvPr/>
        </p:nvSpPr>
        <p:spPr>
          <a:xfrm>
            <a:off x="545976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31" name="s21-lane-15">
            <a:extLst>
              <a:ext uri="{FF2B5EF4-FFF2-40B4-BE49-F238E27FC236}">
                <a16:creationId xmlns:a16="http://schemas.microsoft.com/office/drawing/2014/main" id="{5E0D0A56-7B3C-48C1-9BCF-9DB75E0A6276}"/>
              </a:ext>
            </a:extLst>
          </p:cNvPr>
          <p:cNvSpPr>
            <a:spLocks noGrp="1"/>
          </p:cNvSpPr>
          <p:nvPr/>
        </p:nvSpPr>
        <p:spPr>
          <a:xfrm>
            <a:off x="573732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32" name="s21-lane-16">
            <a:extLst>
              <a:ext uri="{FF2B5EF4-FFF2-40B4-BE49-F238E27FC236}">
                <a16:creationId xmlns:a16="http://schemas.microsoft.com/office/drawing/2014/main" id="{64C7CAE5-B9DA-4B53-AF31-2D83F8534235}"/>
              </a:ext>
            </a:extLst>
          </p:cNvPr>
          <p:cNvSpPr>
            <a:spLocks noGrp="1"/>
          </p:cNvSpPr>
          <p:nvPr/>
        </p:nvSpPr>
        <p:spPr>
          <a:xfrm>
            <a:off x="601488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33" name="s21-lane-17">
            <a:extLst>
              <a:ext uri="{FF2B5EF4-FFF2-40B4-BE49-F238E27FC236}">
                <a16:creationId xmlns:a16="http://schemas.microsoft.com/office/drawing/2014/main" id="{6EC600A6-1764-4AC4-A78B-8ADE610DD7F8}"/>
              </a:ext>
            </a:extLst>
          </p:cNvPr>
          <p:cNvSpPr>
            <a:spLocks noGrp="1"/>
          </p:cNvSpPr>
          <p:nvPr/>
        </p:nvSpPr>
        <p:spPr>
          <a:xfrm>
            <a:off x="629280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34" name="s21-lane-18">
            <a:extLst>
              <a:ext uri="{FF2B5EF4-FFF2-40B4-BE49-F238E27FC236}">
                <a16:creationId xmlns:a16="http://schemas.microsoft.com/office/drawing/2014/main" id="{0769F106-0790-42DC-8625-E9807A4DC351}"/>
              </a:ext>
            </a:extLst>
          </p:cNvPr>
          <p:cNvSpPr>
            <a:spLocks noGrp="1"/>
          </p:cNvSpPr>
          <p:nvPr/>
        </p:nvSpPr>
        <p:spPr>
          <a:xfrm>
            <a:off x="657036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35" name="s21-lane-19">
            <a:extLst>
              <a:ext uri="{FF2B5EF4-FFF2-40B4-BE49-F238E27FC236}">
                <a16:creationId xmlns:a16="http://schemas.microsoft.com/office/drawing/2014/main" id="{ABAA3558-EF2B-479C-8650-069CE001085C}"/>
              </a:ext>
            </a:extLst>
          </p:cNvPr>
          <p:cNvSpPr>
            <a:spLocks noGrp="1"/>
          </p:cNvSpPr>
          <p:nvPr/>
        </p:nvSpPr>
        <p:spPr>
          <a:xfrm>
            <a:off x="684828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36" name="s21-lane-20">
            <a:extLst>
              <a:ext uri="{FF2B5EF4-FFF2-40B4-BE49-F238E27FC236}">
                <a16:creationId xmlns:a16="http://schemas.microsoft.com/office/drawing/2014/main" id="{F53E5D0A-0229-4193-972A-F9667ADEC82B}"/>
              </a:ext>
            </a:extLst>
          </p:cNvPr>
          <p:cNvSpPr>
            <a:spLocks noGrp="1"/>
          </p:cNvSpPr>
          <p:nvPr/>
        </p:nvSpPr>
        <p:spPr>
          <a:xfrm>
            <a:off x="712584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37" name="s21-lane-21">
            <a:extLst>
              <a:ext uri="{FF2B5EF4-FFF2-40B4-BE49-F238E27FC236}">
                <a16:creationId xmlns:a16="http://schemas.microsoft.com/office/drawing/2014/main" id="{85A6D2B2-DAFC-44CB-AAAF-F33100BB2BEE}"/>
              </a:ext>
            </a:extLst>
          </p:cNvPr>
          <p:cNvSpPr>
            <a:spLocks noGrp="1"/>
          </p:cNvSpPr>
          <p:nvPr/>
        </p:nvSpPr>
        <p:spPr>
          <a:xfrm>
            <a:off x="740376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38" name="s21-lane-22">
            <a:extLst>
              <a:ext uri="{FF2B5EF4-FFF2-40B4-BE49-F238E27FC236}">
                <a16:creationId xmlns:a16="http://schemas.microsoft.com/office/drawing/2014/main" id="{7A36C3E9-8EFF-497E-B07A-0477485D06B3}"/>
              </a:ext>
            </a:extLst>
          </p:cNvPr>
          <p:cNvSpPr>
            <a:spLocks noGrp="1"/>
          </p:cNvSpPr>
          <p:nvPr/>
        </p:nvSpPr>
        <p:spPr>
          <a:xfrm>
            <a:off x="768132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39" name="s21-lane-23">
            <a:extLst>
              <a:ext uri="{FF2B5EF4-FFF2-40B4-BE49-F238E27FC236}">
                <a16:creationId xmlns:a16="http://schemas.microsoft.com/office/drawing/2014/main" id="{91765516-9325-4D0A-803F-D4BA1D7D14F2}"/>
              </a:ext>
            </a:extLst>
          </p:cNvPr>
          <p:cNvSpPr>
            <a:spLocks noGrp="1"/>
          </p:cNvSpPr>
          <p:nvPr/>
        </p:nvSpPr>
        <p:spPr>
          <a:xfrm>
            <a:off x="795888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40" name="s21-lane-24">
            <a:extLst>
              <a:ext uri="{FF2B5EF4-FFF2-40B4-BE49-F238E27FC236}">
                <a16:creationId xmlns:a16="http://schemas.microsoft.com/office/drawing/2014/main" id="{6CD851A8-4B19-45FE-951E-F454F42B1B7B}"/>
              </a:ext>
            </a:extLst>
          </p:cNvPr>
          <p:cNvSpPr>
            <a:spLocks noGrp="1"/>
          </p:cNvSpPr>
          <p:nvPr/>
        </p:nvSpPr>
        <p:spPr>
          <a:xfrm>
            <a:off x="823680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41" name="s21-lane-25">
            <a:extLst>
              <a:ext uri="{FF2B5EF4-FFF2-40B4-BE49-F238E27FC236}">
                <a16:creationId xmlns:a16="http://schemas.microsoft.com/office/drawing/2014/main" id="{7410DEF4-6DC5-4F21-A8C0-5B5A132B3603}"/>
              </a:ext>
            </a:extLst>
          </p:cNvPr>
          <p:cNvSpPr>
            <a:spLocks noGrp="1"/>
          </p:cNvSpPr>
          <p:nvPr/>
        </p:nvSpPr>
        <p:spPr>
          <a:xfrm>
            <a:off x="851436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42" name="s21-lane-26">
            <a:extLst>
              <a:ext uri="{FF2B5EF4-FFF2-40B4-BE49-F238E27FC236}">
                <a16:creationId xmlns:a16="http://schemas.microsoft.com/office/drawing/2014/main" id="{F680F3DF-EA65-47E5-9477-741543246391}"/>
              </a:ext>
            </a:extLst>
          </p:cNvPr>
          <p:cNvSpPr>
            <a:spLocks noGrp="1"/>
          </p:cNvSpPr>
          <p:nvPr/>
        </p:nvSpPr>
        <p:spPr>
          <a:xfrm>
            <a:off x="879228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43" name="s21-lane-27">
            <a:extLst>
              <a:ext uri="{FF2B5EF4-FFF2-40B4-BE49-F238E27FC236}">
                <a16:creationId xmlns:a16="http://schemas.microsoft.com/office/drawing/2014/main" id="{BC3E0CA6-FCE7-47C4-A93B-A3061E17EB47}"/>
              </a:ext>
            </a:extLst>
          </p:cNvPr>
          <p:cNvSpPr>
            <a:spLocks noGrp="1"/>
          </p:cNvSpPr>
          <p:nvPr/>
        </p:nvSpPr>
        <p:spPr>
          <a:xfrm>
            <a:off x="906984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44" name="s21-lane-28">
            <a:extLst>
              <a:ext uri="{FF2B5EF4-FFF2-40B4-BE49-F238E27FC236}">
                <a16:creationId xmlns:a16="http://schemas.microsoft.com/office/drawing/2014/main" id="{81FBA767-86E8-4C3C-B757-91EB3604A15A}"/>
              </a:ext>
            </a:extLst>
          </p:cNvPr>
          <p:cNvSpPr>
            <a:spLocks noGrp="1"/>
          </p:cNvSpPr>
          <p:nvPr/>
        </p:nvSpPr>
        <p:spPr>
          <a:xfrm>
            <a:off x="934776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45" name="s21-lane-29">
            <a:extLst>
              <a:ext uri="{FF2B5EF4-FFF2-40B4-BE49-F238E27FC236}">
                <a16:creationId xmlns:a16="http://schemas.microsoft.com/office/drawing/2014/main" id="{03BB8480-7BEE-4005-8927-3948AA9F4FAE}"/>
              </a:ext>
            </a:extLst>
          </p:cNvPr>
          <p:cNvSpPr>
            <a:spLocks noGrp="1"/>
          </p:cNvSpPr>
          <p:nvPr/>
        </p:nvSpPr>
        <p:spPr>
          <a:xfrm>
            <a:off x="962532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46" name="s21-lane-30">
            <a:extLst>
              <a:ext uri="{FF2B5EF4-FFF2-40B4-BE49-F238E27FC236}">
                <a16:creationId xmlns:a16="http://schemas.microsoft.com/office/drawing/2014/main" id="{E7213A2B-738B-4C90-B5F5-54A805395255}"/>
              </a:ext>
            </a:extLst>
          </p:cNvPr>
          <p:cNvSpPr>
            <a:spLocks noGrp="1"/>
          </p:cNvSpPr>
          <p:nvPr/>
        </p:nvSpPr>
        <p:spPr>
          <a:xfrm>
            <a:off x="9902880" y="1952640"/>
            <a:ext cx="248760" cy="52344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47" name="s21-lane-31">
            <a:extLst>
              <a:ext uri="{FF2B5EF4-FFF2-40B4-BE49-F238E27FC236}">
                <a16:creationId xmlns:a16="http://schemas.microsoft.com/office/drawing/2014/main" id="{9CF80074-525B-4C83-9DE1-633828DC5C0D}"/>
              </a:ext>
            </a:extLst>
          </p:cNvPr>
          <p:cNvSpPr>
            <a:spLocks noGrp="1"/>
          </p:cNvSpPr>
          <p:nvPr/>
        </p:nvSpPr>
        <p:spPr>
          <a:xfrm>
            <a:off x="10180800" y="1952640"/>
            <a:ext cx="248760" cy="523440"/>
          </a:xfrm>
          <a:prstGeom prst="rect">
            <a:avLst/>
          </a:prstGeom>
          <a:solidFill>
            <a:srgbClr val="33CCCC"/>
          </a:solidFill>
          <a:ln w="20955">
            <a:solidFill>
              <a:srgbClr val="FF0000"/>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148" name="s21-lane-0">
            <a:extLst>
              <a:ext uri="{FF2B5EF4-FFF2-40B4-BE49-F238E27FC236}">
                <a16:creationId xmlns:a16="http://schemas.microsoft.com/office/drawing/2014/main" id="{D43692C5-EFA2-49E2-B483-A90DF21486B9}"/>
              </a:ext>
            </a:extLst>
          </p:cNvPr>
          <p:cNvSpPr>
            <a:spLocks noGrp="1"/>
          </p:cNvSpPr>
          <p:nvPr/>
        </p:nvSpPr>
        <p:spPr>
          <a:xfrm>
            <a:off x="1380960" y="2495520"/>
            <a:ext cx="856800" cy="26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170" b="1" u="none">
                <a:solidFill>
                  <a:srgbClr val="0353A4"/>
                </a:solidFill>
                <a:latin typeface="Courier New"/>
                <a:ea typeface="Courier New"/>
                <a:cs typeface="Courier New"/>
              </a:rPr>
              <a:t>lane 0</a:t>
            </a:r>
          </a:p>
        </p:txBody>
      </p:sp>
      <p:sp>
        <p:nvSpPr>
          <p:cNvPr id="1149" name="s21-lane-31">
            <a:extLst>
              <a:ext uri="{FF2B5EF4-FFF2-40B4-BE49-F238E27FC236}">
                <a16:creationId xmlns:a16="http://schemas.microsoft.com/office/drawing/2014/main" id="{CC02BC4D-C06F-495B-860E-0B54132B8254}"/>
              </a:ext>
            </a:extLst>
          </p:cNvPr>
          <p:cNvSpPr>
            <a:spLocks noGrp="1"/>
          </p:cNvSpPr>
          <p:nvPr/>
        </p:nvSpPr>
        <p:spPr>
          <a:xfrm>
            <a:off x="9667800" y="1657440"/>
            <a:ext cx="952200" cy="26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170" b="1" u="none">
                <a:solidFill>
                  <a:srgbClr val="FF0000"/>
                </a:solidFill>
                <a:latin typeface="Courier New"/>
                <a:ea typeface="Courier New"/>
                <a:cs typeface="Courier New"/>
              </a:rPr>
              <a:t>lane 31</a:t>
            </a:r>
          </a:p>
        </p:txBody>
      </p:sp>
      <p:sp>
        <p:nvSpPr>
          <p:cNvPr id="1150" name="s21-reg-label">
            <a:extLst>
              <a:ext uri="{FF2B5EF4-FFF2-40B4-BE49-F238E27FC236}">
                <a16:creationId xmlns:a16="http://schemas.microsoft.com/office/drawing/2014/main" id="{2324AFC2-81D8-43E0-B584-E37D96223D9A}"/>
              </a:ext>
            </a:extLst>
          </p:cNvPr>
          <p:cNvSpPr>
            <a:spLocks noGrp="1"/>
          </p:cNvSpPr>
          <p:nvPr/>
        </p:nvSpPr>
        <p:spPr>
          <a:xfrm>
            <a:off x="10458360" y="1971720"/>
            <a:ext cx="952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200" b="1" u="none">
                <a:solidFill>
                  <a:srgbClr val="001233"/>
                </a:solidFill>
                <a:latin typeface="Courier New"/>
                <a:ea typeface="Courier New"/>
                <a:cs typeface="Courier New"/>
              </a:rPr>
              <a:t>lane registers</a:t>
            </a:r>
          </a:p>
        </p:txBody>
      </p:sp>
      <p:sp>
        <p:nvSpPr>
          <p:cNvPr id="1151" name="s21-destination-guide">
            <a:extLst>
              <a:ext uri="{FF2B5EF4-FFF2-40B4-BE49-F238E27FC236}">
                <a16:creationId xmlns:a16="http://schemas.microsoft.com/office/drawing/2014/main" id="{C9E20DB4-9B0E-4AC1-A5D9-6299866F8647}"/>
              </a:ext>
            </a:extLst>
          </p:cNvPr>
          <p:cNvSpPr>
            <a:spLocks noGrp="1"/>
          </p:cNvSpPr>
          <p:nvPr/>
        </p:nvSpPr>
        <p:spPr>
          <a:xfrm>
            <a:off x="10305000" y="2476440"/>
            <a:ext cx="360" cy="2457360"/>
          </a:xfrm>
          <a:prstGeom prst="line">
            <a:avLst/>
          </a:prstGeom>
          <a:ln w="17145">
            <a:solidFill>
              <a:srgbClr val="FF0000"/>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152" name="s21-d-1">
            <a:extLst>
              <a:ext uri="{FF2B5EF4-FFF2-40B4-BE49-F238E27FC236}">
                <a16:creationId xmlns:a16="http://schemas.microsoft.com/office/drawing/2014/main" id="{C0DD2685-2867-4133-BF59-9DE0D4FD79CE}"/>
              </a:ext>
            </a:extLst>
          </p:cNvPr>
          <p:cNvSpPr>
            <a:spLocks noGrp="1"/>
          </p:cNvSpPr>
          <p:nvPr/>
        </p:nvSpPr>
        <p:spPr>
          <a:xfrm>
            <a:off x="1428840" y="2857680"/>
            <a:ext cx="99972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0B0F0"/>
            </a:solidFill>
          </a:ln>
        </p:spPr>
        <p:style>
          <a:lnRef idx="0">
            <a:scrgbClr r="0" g="0" b="0"/>
          </a:lnRef>
          <a:fillRef idx="0">
            <a:scrgbClr r="0" g="0" b="0"/>
          </a:fillRef>
          <a:effectRef idx="0">
            <a:scrgbClr r="0" g="0" b="0"/>
          </a:effectRef>
          <a:fontRef idx="minor"/>
        </p:style>
        <p:txBody>
          <a:bodyPr lIns="28440" tIns="9360" rIns="28440" bIns="9360" anchor="ctr">
            <a:normAutofit/>
          </a:bodyPr>
          <a:lstStyle/>
          <a:p>
            <a:pPr algn="ctr">
              <a:lnSpc>
                <a:spcPct val="100000"/>
              </a:lnSpc>
              <a:buNone/>
            </a:pPr>
            <a:r>
              <a:rPr sz="1200" b="1" u="none">
                <a:solidFill>
                  <a:srgbClr val="001233"/>
                </a:solidFill>
                <a:latin typeface="Courier New"/>
                <a:ea typeface="Courier New"/>
                <a:cs typeface="Courier New"/>
              </a:rPr>
              <a:t>d = 1</a:t>
            </a:r>
          </a:p>
        </p:txBody>
      </p:sp>
      <p:sp>
        <p:nvSpPr>
          <p:cNvPr id="1153" name="s21-source-guide-1">
            <a:extLst>
              <a:ext uri="{FF2B5EF4-FFF2-40B4-BE49-F238E27FC236}">
                <a16:creationId xmlns:a16="http://schemas.microsoft.com/office/drawing/2014/main" id="{A2E30117-AC82-4BE2-9E46-8ABA448F1FEE}"/>
              </a:ext>
            </a:extLst>
          </p:cNvPr>
          <p:cNvSpPr>
            <a:spLocks noGrp="1"/>
          </p:cNvSpPr>
          <p:nvPr/>
        </p:nvSpPr>
        <p:spPr>
          <a:xfrm>
            <a:off x="10027440" y="2476440"/>
            <a:ext cx="360" cy="523800"/>
          </a:xfrm>
          <a:prstGeom prst="line">
            <a:avLst/>
          </a:prstGeom>
          <a:ln w="15240">
            <a:solidFill>
              <a:srgbClr val="00B0F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154" name="s21-arrow-start-1">
            <a:extLst>
              <a:ext uri="{FF2B5EF4-FFF2-40B4-BE49-F238E27FC236}">
                <a16:creationId xmlns:a16="http://schemas.microsoft.com/office/drawing/2014/main" id="{4FAD63A7-AB2F-44C9-9A6F-F2E7C4F5A30D}"/>
              </a:ext>
            </a:extLst>
          </p:cNvPr>
          <p:cNvSpPr>
            <a:spLocks noGrp="1"/>
          </p:cNvSpPr>
          <p:nvPr/>
        </p:nvSpPr>
        <p:spPr>
          <a:xfrm>
            <a:off x="10008720" y="2981160"/>
            <a:ext cx="37800" cy="37800"/>
          </a:xfrm>
          <a:prstGeom prst="rect">
            <a:avLst/>
          </a:prstGeom>
          <a:noFill/>
          <a:ln w="0">
            <a:noFill/>
          </a:ln>
        </p:spPr>
        <p:style>
          <a:lnRef idx="0">
            <a:scrgbClr r="0" g="0" b="0"/>
          </a:lnRef>
          <a:fillRef idx="0">
            <a:scrgbClr r="0" g="0" b="0"/>
          </a:fillRef>
          <a:effectRef idx="0">
            <a:scrgbClr r="0" g="0" b="0"/>
          </a:effectRef>
          <a:fontRef idx="minor"/>
        </p:style>
        <p:txBody>
          <a:bodyPr lIns="90000" tIns="-6840" rIns="90000" bIns="-6840" anchor="t">
            <a:noAutofit/>
          </a:bodyPr>
          <a:lstStyle/>
          <a:p>
            <a:pPr>
              <a:buNone/>
            </a:pPr>
            <a:endParaRPr/>
          </a:p>
        </p:txBody>
      </p:sp>
      <p:sp>
        <p:nvSpPr>
          <p:cNvPr id="1155" name="s21-arrow-end-1">
            <a:extLst>
              <a:ext uri="{FF2B5EF4-FFF2-40B4-BE49-F238E27FC236}">
                <a16:creationId xmlns:a16="http://schemas.microsoft.com/office/drawing/2014/main" id="{383564E5-0CE2-4C64-91AD-367E1AD9A806}"/>
              </a:ext>
            </a:extLst>
          </p:cNvPr>
          <p:cNvSpPr>
            <a:spLocks noGrp="1"/>
          </p:cNvSpPr>
          <p:nvPr/>
        </p:nvSpPr>
        <p:spPr>
          <a:xfrm>
            <a:off x="10286280" y="2981160"/>
            <a:ext cx="37800" cy="37800"/>
          </a:xfrm>
          <a:prstGeom prst="rect">
            <a:avLst/>
          </a:prstGeom>
          <a:noFill/>
          <a:ln w="0">
            <a:noFill/>
          </a:ln>
        </p:spPr>
        <p:style>
          <a:lnRef idx="0">
            <a:scrgbClr r="0" g="0" b="0"/>
          </a:lnRef>
          <a:fillRef idx="0">
            <a:scrgbClr r="0" g="0" b="0"/>
          </a:fillRef>
          <a:effectRef idx="0">
            <a:scrgbClr r="0" g="0" b="0"/>
          </a:effectRef>
          <a:fontRef idx="minor"/>
        </p:style>
        <p:txBody>
          <a:bodyPr lIns="90000" tIns="-6840" rIns="90000" bIns="-6840" anchor="t">
            <a:noAutofit/>
          </a:bodyPr>
          <a:lstStyle/>
          <a:p>
            <a:pPr>
              <a:buNone/>
            </a:pPr>
            <a:endParaRPr/>
          </a:p>
        </p:txBody>
      </p:sp>
      <p:cxnSp>
        <p:nvCxnSpPr>
          <p:cNvPr id="1247" name="s21-flow-s21-arrow-start-1-s21-arrow-end-1"/>
          <p:cNvCxnSpPr>
            <a:stCxn id="1154" idx="3"/>
            <a:endCxn id="1155" idx="1"/>
          </p:cNvCxnSpPr>
          <p:nvPr/>
        </p:nvCxnSpPr>
        <p:spPr>
          <a:xfrm>
            <a:off x="10046520" y="3000240"/>
            <a:ext cx="240120" cy="360"/>
          </a:xfrm>
          <a:prstGeom prst="straightConnector1">
            <a:avLst/>
          </a:prstGeom>
          <a:ln w="21908">
            <a:solidFill>
              <a:srgbClr val="00B0F0"/>
            </a:solidFill>
            <a:round/>
            <a:tailEnd type="triangle" w="sm" len="sm"/>
          </a:ln>
        </p:spPr>
      </p:cxnSp>
      <p:sp>
        <p:nvSpPr>
          <p:cNvPr id="1157" name="s21-d-2">
            <a:extLst>
              <a:ext uri="{FF2B5EF4-FFF2-40B4-BE49-F238E27FC236}">
                <a16:creationId xmlns:a16="http://schemas.microsoft.com/office/drawing/2014/main" id="{41B7027E-4BB0-45E3-89FC-8202FE0DD066}"/>
              </a:ext>
            </a:extLst>
          </p:cNvPr>
          <p:cNvSpPr>
            <a:spLocks noGrp="1"/>
          </p:cNvSpPr>
          <p:nvPr/>
        </p:nvSpPr>
        <p:spPr>
          <a:xfrm>
            <a:off x="1428840" y="3314880"/>
            <a:ext cx="99972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0B0F0"/>
            </a:solidFill>
          </a:ln>
        </p:spPr>
        <p:style>
          <a:lnRef idx="0">
            <a:scrgbClr r="0" g="0" b="0"/>
          </a:lnRef>
          <a:fillRef idx="0">
            <a:scrgbClr r="0" g="0" b="0"/>
          </a:fillRef>
          <a:effectRef idx="0">
            <a:scrgbClr r="0" g="0" b="0"/>
          </a:effectRef>
          <a:fontRef idx="minor"/>
        </p:style>
        <p:txBody>
          <a:bodyPr lIns="28440" tIns="9360" rIns="28440" bIns="9360" anchor="ctr">
            <a:normAutofit/>
          </a:bodyPr>
          <a:lstStyle/>
          <a:p>
            <a:pPr algn="ctr">
              <a:lnSpc>
                <a:spcPct val="100000"/>
              </a:lnSpc>
              <a:buNone/>
            </a:pPr>
            <a:r>
              <a:rPr sz="1200" b="1" u="none">
                <a:solidFill>
                  <a:srgbClr val="001233"/>
                </a:solidFill>
                <a:latin typeface="Courier New"/>
                <a:ea typeface="Courier New"/>
                <a:cs typeface="Courier New"/>
              </a:rPr>
              <a:t>d = 2</a:t>
            </a:r>
          </a:p>
        </p:txBody>
      </p:sp>
      <p:sp>
        <p:nvSpPr>
          <p:cNvPr id="1158" name="s21-source-guide-2">
            <a:extLst>
              <a:ext uri="{FF2B5EF4-FFF2-40B4-BE49-F238E27FC236}">
                <a16:creationId xmlns:a16="http://schemas.microsoft.com/office/drawing/2014/main" id="{8A0CA463-006B-4B80-965C-4D69A6714515}"/>
              </a:ext>
            </a:extLst>
          </p:cNvPr>
          <p:cNvSpPr>
            <a:spLocks noGrp="1"/>
          </p:cNvSpPr>
          <p:nvPr/>
        </p:nvSpPr>
        <p:spPr>
          <a:xfrm>
            <a:off x="9749520" y="2476440"/>
            <a:ext cx="360" cy="981000"/>
          </a:xfrm>
          <a:prstGeom prst="line">
            <a:avLst/>
          </a:prstGeom>
          <a:ln w="15240">
            <a:solidFill>
              <a:srgbClr val="00B0F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159" name="s21-arrow-start-2">
            <a:extLst>
              <a:ext uri="{FF2B5EF4-FFF2-40B4-BE49-F238E27FC236}">
                <a16:creationId xmlns:a16="http://schemas.microsoft.com/office/drawing/2014/main" id="{3740DDB4-E9EB-4F58-9FDF-BAB99966DD74}"/>
              </a:ext>
            </a:extLst>
          </p:cNvPr>
          <p:cNvSpPr>
            <a:spLocks noGrp="1"/>
          </p:cNvSpPr>
          <p:nvPr/>
        </p:nvSpPr>
        <p:spPr>
          <a:xfrm>
            <a:off x="9730800" y="3438360"/>
            <a:ext cx="37800" cy="37800"/>
          </a:xfrm>
          <a:prstGeom prst="rect">
            <a:avLst/>
          </a:prstGeom>
          <a:noFill/>
          <a:ln w="0">
            <a:noFill/>
          </a:ln>
        </p:spPr>
        <p:style>
          <a:lnRef idx="0">
            <a:scrgbClr r="0" g="0" b="0"/>
          </a:lnRef>
          <a:fillRef idx="0">
            <a:scrgbClr r="0" g="0" b="0"/>
          </a:fillRef>
          <a:effectRef idx="0">
            <a:scrgbClr r="0" g="0" b="0"/>
          </a:effectRef>
          <a:fontRef idx="minor"/>
        </p:style>
        <p:txBody>
          <a:bodyPr lIns="90000" tIns="-6840" rIns="90000" bIns="-6840" anchor="t">
            <a:noAutofit/>
          </a:bodyPr>
          <a:lstStyle/>
          <a:p>
            <a:pPr>
              <a:buNone/>
            </a:pPr>
            <a:endParaRPr/>
          </a:p>
        </p:txBody>
      </p:sp>
      <p:sp>
        <p:nvSpPr>
          <p:cNvPr id="1160" name="s21-arrow-end-2">
            <a:extLst>
              <a:ext uri="{FF2B5EF4-FFF2-40B4-BE49-F238E27FC236}">
                <a16:creationId xmlns:a16="http://schemas.microsoft.com/office/drawing/2014/main" id="{9D180AB4-CD12-4017-9A03-89F6B071DB5D}"/>
              </a:ext>
            </a:extLst>
          </p:cNvPr>
          <p:cNvSpPr>
            <a:spLocks noGrp="1"/>
          </p:cNvSpPr>
          <p:nvPr/>
        </p:nvSpPr>
        <p:spPr>
          <a:xfrm>
            <a:off x="10286280" y="3438360"/>
            <a:ext cx="37800" cy="37800"/>
          </a:xfrm>
          <a:prstGeom prst="rect">
            <a:avLst/>
          </a:prstGeom>
          <a:noFill/>
          <a:ln w="0">
            <a:noFill/>
          </a:ln>
        </p:spPr>
        <p:style>
          <a:lnRef idx="0">
            <a:scrgbClr r="0" g="0" b="0"/>
          </a:lnRef>
          <a:fillRef idx="0">
            <a:scrgbClr r="0" g="0" b="0"/>
          </a:fillRef>
          <a:effectRef idx="0">
            <a:scrgbClr r="0" g="0" b="0"/>
          </a:effectRef>
          <a:fontRef idx="minor"/>
        </p:style>
        <p:txBody>
          <a:bodyPr lIns="90000" tIns="-6840" rIns="90000" bIns="-6840" anchor="t">
            <a:noAutofit/>
          </a:bodyPr>
          <a:lstStyle/>
          <a:p>
            <a:pPr>
              <a:buNone/>
            </a:pPr>
            <a:endParaRPr/>
          </a:p>
        </p:txBody>
      </p:sp>
      <p:cxnSp>
        <p:nvCxnSpPr>
          <p:cNvPr id="1252" name="s21-flow-s21-arrow-start-2-s21-arrow-end-2"/>
          <p:cNvCxnSpPr>
            <a:stCxn id="1159" idx="3"/>
            <a:endCxn id="1160" idx="1"/>
          </p:cNvCxnSpPr>
          <p:nvPr/>
        </p:nvCxnSpPr>
        <p:spPr>
          <a:xfrm>
            <a:off x="9768600" y="3457440"/>
            <a:ext cx="518040" cy="360"/>
          </a:xfrm>
          <a:prstGeom prst="straightConnector1">
            <a:avLst/>
          </a:prstGeom>
          <a:ln w="21908">
            <a:solidFill>
              <a:srgbClr val="00B0F0"/>
            </a:solidFill>
            <a:round/>
            <a:tailEnd type="triangle" w="sm" len="sm"/>
          </a:ln>
        </p:spPr>
      </p:cxnSp>
      <p:sp>
        <p:nvSpPr>
          <p:cNvPr id="1162" name="s21-d-4">
            <a:extLst>
              <a:ext uri="{FF2B5EF4-FFF2-40B4-BE49-F238E27FC236}">
                <a16:creationId xmlns:a16="http://schemas.microsoft.com/office/drawing/2014/main" id="{0264E89B-4866-4BF2-BE8C-EC229EDBC97D}"/>
              </a:ext>
            </a:extLst>
          </p:cNvPr>
          <p:cNvSpPr>
            <a:spLocks noGrp="1"/>
          </p:cNvSpPr>
          <p:nvPr/>
        </p:nvSpPr>
        <p:spPr>
          <a:xfrm>
            <a:off x="1428840" y="3772080"/>
            <a:ext cx="99972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7145">
            <a:solidFill>
              <a:srgbClr val="00B0F0"/>
            </a:solidFill>
          </a:ln>
        </p:spPr>
        <p:style>
          <a:lnRef idx="0">
            <a:scrgbClr r="0" g="0" b="0"/>
          </a:lnRef>
          <a:fillRef idx="0">
            <a:scrgbClr r="0" g="0" b="0"/>
          </a:fillRef>
          <a:effectRef idx="0">
            <a:scrgbClr r="0" g="0" b="0"/>
          </a:effectRef>
          <a:fontRef idx="minor"/>
        </p:style>
        <p:txBody>
          <a:bodyPr lIns="28440" tIns="9360" rIns="28440" bIns="9360" anchor="ctr">
            <a:normAutofit/>
          </a:bodyPr>
          <a:lstStyle/>
          <a:p>
            <a:pPr algn="ctr">
              <a:lnSpc>
                <a:spcPct val="100000"/>
              </a:lnSpc>
              <a:buNone/>
            </a:pPr>
            <a:r>
              <a:rPr sz="1200" b="1" u="none">
                <a:solidFill>
                  <a:srgbClr val="001233"/>
                </a:solidFill>
                <a:latin typeface="Courier New"/>
                <a:ea typeface="Courier New"/>
                <a:cs typeface="Courier New"/>
              </a:rPr>
              <a:t>d = 4</a:t>
            </a:r>
          </a:p>
        </p:txBody>
      </p:sp>
      <p:sp>
        <p:nvSpPr>
          <p:cNvPr id="1163" name="s21-source-guide-4">
            <a:extLst>
              <a:ext uri="{FF2B5EF4-FFF2-40B4-BE49-F238E27FC236}">
                <a16:creationId xmlns:a16="http://schemas.microsoft.com/office/drawing/2014/main" id="{981C5D5B-8E13-4216-9C39-564E3E797919}"/>
              </a:ext>
            </a:extLst>
          </p:cNvPr>
          <p:cNvSpPr>
            <a:spLocks noGrp="1"/>
          </p:cNvSpPr>
          <p:nvPr/>
        </p:nvSpPr>
        <p:spPr>
          <a:xfrm>
            <a:off x="9194400" y="2476440"/>
            <a:ext cx="360" cy="1438200"/>
          </a:xfrm>
          <a:prstGeom prst="line">
            <a:avLst/>
          </a:prstGeom>
          <a:ln w="15240">
            <a:solidFill>
              <a:srgbClr val="00B0F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164" name="s21-arrow-start-4">
            <a:extLst>
              <a:ext uri="{FF2B5EF4-FFF2-40B4-BE49-F238E27FC236}">
                <a16:creationId xmlns:a16="http://schemas.microsoft.com/office/drawing/2014/main" id="{A656CC72-158D-413B-8D85-B022488E614E}"/>
              </a:ext>
            </a:extLst>
          </p:cNvPr>
          <p:cNvSpPr>
            <a:spLocks noGrp="1"/>
          </p:cNvSpPr>
          <p:nvPr/>
        </p:nvSpPr>
        <p:spPr>
          <a:xfrm>
            <a:off x="9175320" y="3895560"/>
            <a:ext cx="37800" cy="37800"/>
          </a:xfrm>
          <a:prstGeom prst="rect">
            <a:avLst/>
          </a:prstGeom>
          <a:noFill/>
          <a:ln w="0">
            <a:noFill/>
          </a:ln>
        </p:spPr>
        <p:style>
          <a:lnRef idx="0">
            <a:scrgbClr r="0" g="0" b="0"/>
          </a:lnRef>
          <a:fillRef idx="0">
            <a:scrgbClr r="0" g="0" b="0"/>
          </a:fillRef>
          <a:effectRef idx="0">
            <a:scrgbClr r="0" g="0" b="0"/>
          </a:effectRef>
          <a:fontRef idx="minor"/>
        </p:style>
        <p:txBody>
          <a:bodyPr lIns="90000" tIns="-6840" rIns="90000" bIns="-6840" anchor="t">
            <a:noAutofit/>
          </a:bodyPr>
          <a:lstStyle/>
          <a:p>
            <a:pPr>
              <a:buNone/>
            </a:pPr>
            <a:endParaRPr/>
          </a:p>
        </p:txBody>
      </p:sp>
      <p:sp>
        <p:nvSpPr>
          <p:cNvPr id="1165" name="s21-arrow-end-4">
            <a:extLst>
              <a:ext uri="{FF2B5EF4-FFF2-40B4-BE49-F238E27FC236}">
                <a16:creationId xmlns:a16="http://schemas.microsoft.com/office/drawing/2014/main" id="{25952565-5939-4C8C-A175-664ECB991618}"/>
              </a:ext>
            </a:extLst>
          </p:cNvPr>
          <p:cNvSpPr>
            <a:spLocks noGrp="1"/>
          </p:cNvSpPr>
          <p:nvPr/>
        </p:nvSpPr>
        <p:spPr>
          <a:xfrm>
            <a:off x="10286280" y="3895560"/>
            <a:ext cx="37800" cy="37800"/>
          </a:xfrm>
          <a:prstGeom prst="rect">
            <a:avLst/>
          </a:prstGeom>
          <a:noFill/>
          <a:ln w="0">
            <a:noFill/>
          </a:ln>
        </p:spPr>
        <p:style>
          <a:lnRef idx="0">
            <a:scrgbClr r="0" g="0" b="0"/>
          </a:lnRef>
          <a:fillRef idx="0">
            <a:scrgbClr r="0" g="0" b="0"/>
          </a:fillRef>
          <a:effectRef idx="0">
            <a:scrgbClr r="0" g="0" b="0"/>
          </a:effectRef>
          <a:fontRef idx="minor"/>
        </p:style>
        <p:txBody>
          <a:bodyPr lIns="90000" tIns="-6840" rIns="90000" bIns="-6840" anchor="t">
            <a:noAutofit/>
          </a:bodyPr>
          <a:lstStyle/>
          <a:p>
            <a:pPr>
              <a:buNone/>
            </a:pPr>
            <a:endParaRPr/>
          </a:p>
        </p:txBody>
      </p:sp>
      <p:cxnSp>
        <p:nvCxnSpPr>
          <p:cNvPr id="1257" name="s21-flow-s21-arrow-start-4-s21-arrow-end-4"/>
          <p:cNvCxnSpPr>
            <a:stCxn id="1164" idx="3"/>
            <a:endCxn id="1165" idx="1"/>
          </p:cNvCxnSpPr>
          <p:nvPr/>
        </p:nvCxnSpPr>
        <p:spPr>
          <a:xfrm>
            <a:off x="9213120" y="3914640"/>
            <a:ext cx="1073520" cy="360"/>
          </a:xfrm>
          <a:prstGeom prst="straightConnector1">
            <a:avLst/>
          </a:prstGeom>
          <a:ln w="21908">
            <a:solidFill>
              <a:srgbClr val="00B0F0"/>
            </a:solidFill>
            <a:round/>
            <a:tailEnd type="triangle" w="sm" len="sm"/>
          </a:ln>
        </p:spPr>
      </p:cxnSp>
      <p:sp>
        <p:nvSpPr>
          <p:cNvPr id="1167" name="s21-d-8">
            <a:extLst>
              <a:ext uri="{FF2B5EF4-FFF2-40B4-BE49-F238E27FC236}">
                <a16:creationId xmlns:a16="http://schemas.microsoft.com/office/drawing/2014/main" id="{750880E2-B58F-4AE9-B244-40EF7E2C9CC8}"/>
              </a:ext>
            </a:extLst>
          </p:cNvPr>
          <p:cNvSpPr>
            <a:spLocks noGrp="1"/>
          </p:cNvSpPr>
          <p:nvPr/>
        </p:nvSpPr>
        <p:spPr>
          <a:xfrm>
            <a:off x="1428840" y="4229280"/>
            <a:ext cx="99972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7145">
            <a:solidFill>
              <a:srgbClr val="6666FF"/>
            </a:solidFill>
          </a:ln>
        </p:spPr>
        <p:style>
          <a:lnRef idx="0">
            <a:scrgbClr r="0" g="0" b="0"/>
          </a:lnRef>
          <a:fillRef idx="0">
            <a:scrgbClr r="0" g="0" b="0"/>
          </a:fillRef>
          <a:effectRef idx="0">
            <a:scrgbClr r="0" g="0" b="0"/>
          </a:effectRef>
          <a:fontRef idx="minor"/>
        </p:style>
        <p:txBody>
          <a:bodyPr lIns="28440" tIns="9360" rIns="28440" bIns="9360" anchor="ctr">
            <a:normAutofit/>
          </a:bodyPr>
          <a:lstStyle/>
          <a:p>
            <a:pPr algn="ctr">
              <a:lnSpc>
                <a:spcPct val="100000"/>
              </a:lnSpc>
              <a:buNone/>
            </a:pPr>
            <a:r>
              <a:rPr sz="1200" b="1" u="none">
                <a:solidFill>
                  <a:srgbClr val="001233"/>
                </a:solidFill>
                <a:latin typeface="Courier New"/>
                <a:ea typeface="Courier New"/>
                <a:cs typeface="Courier New"/>
              </a:rPr>
              <a:t>d = 8</a:t>
            </a:r>
          </a:p>
        </p:txBody>
      </p:sp>
      <p:sp>
        <p:nvSpPr>
          <p:cNvPr id="1168" name="s21-source-guide-8">
            <a:extLst>
              <a:ext uri="{FF2B5EF4-FFF2-40B4-BE49-F238E27FC236}">
                <a16:creationId xmlns:a16="http://schemas.microsoft.com/office/drawing/2014/main" id="{54A951C5-0661-4D23-BECA-537252DA3C49}"/>
              </a:ext>
            </a:extLst>
          </p:cNvPr>
          <p:cNvSpPr>
            <a:spLocks noGrp="1"/>
          </p:cNvSpPr>
          <p:nvPr/>
        </p:nvSpPr>
        <p:spPr>
          <a:xfrm>
            <a:off x="8083440" y="2476440"/>
            <a:ext cx="360" cy="1895400"/>
          </a:xfrm>
          <a:prstGeom prst="line">
            <a:avLst/>
          </a:prstGeom>
          <a:ln w="15240">
            <a:solidFill>
              <a:srgbClr val="6666FF"/>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169" name="s21-arrow-start-8">
            <a:extLst>
              <a:ext uri="{FF2B5EF4-FFF2-40B4-BE49-F238E27FC236}">
                <a16:creationId xmlns:a16="http://schemas.microsoft.com/office/drawing/2014/main" id="{0BDDF489-CED6-4C74-AF78-0A7E46452508}"/>
              </a:ext>
            </a:extLst>
          </p:cNvPr>
          <p:cNvSpPr>
            <a:spLocks noGrp="1"/>
          </p:cNvSpPr>
          <p:nvPr/>
        </p:nvSpPr>
        <p:spPr>
          <a:xfrm>
            <a:off x="8064720" y="4352760"/>
            <a:ext cx="37800" cy="37800"/>
          </a:xfrm>
          <a:prstGeom prst="rect">
            <a:avLst/>
          </a:prstGeom>
          <a:noFill/>
          <a:ln w="0">
            <a:noFill/>
          </a:ln>
        </p:spPr>
        <p:style>
          <a:lnRef idx="0">
            <a:scrgbClr r="0" g="0" b="0"/>
          </a:lnRef>
          <a:fillRef idx="0">
            <a:scrgbClr r="0" g="0" b="0"/>
          </a:fillRef>
          <a:effectRef idx="0">
            <a:scrgbClr r="0" g="0" b="0"/>
          </a:effectRef>
          <a:fontRef idx="minor"/>
        </p:style>
        <p:txBody>
          <a:bodyPr lIns="90000" tIns="-6840" rIns="90000" bIns="-6840" anchor="t">
            <a:noAutofit/>
          </a:bodyPr>
          <a:lstStyle/>
          <a:p>
            <a:pPr>
              <a:buNone/>
            </a:pPr>
            <a:endParaRPr/>
          </a:p>
        </p:txBody>
      </p:sp>
      <p:sp>
        <p:nvSpPr>
          <p:cNvPr id="1170" name="s21-arrow-end-8">
            <a:extLst>
              <a:ext uri="{FF2B5EF4-FFF2-40B4-BE49-F238E27FC236}">
                <a16:creationId xmlns:a16="http://schemas.microsoft.com/office/drawing/2014/main" id="{5FF2B9E2-B3A7-4FB6-AB1C-89084804D3C1}"/>
              </a:ext>
            </a:extLst>
          </p:cNvPr>
          <p:cNvSpPr>
            <a:spLocks noGrp="1"/>
          </p:cNvSpPr>
          <p:nvPr/>
        </p:nvSpPr>
        <p:spPr>
          <a:xfrm>
            <a:off x="10286280" y="4352760"/>
            <a:ext cx="37800" cy="37800"/>
          </a:xfrm>
          <a:prstGeom prst="rect">
            <a:avLst/>
          </a:prstGeom>
          <a:noFill/>
          <a:ln w="0">
            <a:noFill/>
          </a:ln>
        </p:spPr>
        <p:style>
          <a:lnRef idx="0">
            <a:scrgbClr r="0" g="0" b="0"/>
          </a:lnRef>
          <a:fillRef idx="0">
            <a:scrgbClr r="0" g="0" b="0"/>
          </a:fillRef>
          <a:effectRef idx="0">
            <a:scrgbClr r="0" g="0" b="0"/>
          </a:effectRef>
          <a:fontRef idx="minor"/>
        </p:style>
        <p:txBody>
          <a:bodyPr lIns="90000" tIns="-6840" rIns="90000" bIns="-6840" anchor="t">
            <a:noAutofit/>
          </a:bodyPr>
          <a:lstStyle/>
          <a:p>
            <a:pPr>
              <a:buNone/>
            </a:pPr>
            <a:endParaRPr/>
          </a:p>
        </p:txBody>
      </p:sp>
      <p:cxnSp>
        <p:nvCxnSpPr>
          <p:cNvPr id="1262" name="s21-flow-s21-arrow-start-8-s21-arrow-end-8"/>
          <p:cNvCxnSpPr>
            <a:stCxn id="1169" idx="3"/>
            <a:endCxn id="1170" idx="1"/>
          </p:cNvCxnSpPr>
          <p:nvPr/>
        </p:nvCxnSpPr>
        <p:spPr>
          <a:xfrm>
            <a:off x="8102520" y="4371840"/>
            <a:ext cx="2184120" cy="360"/>
          </a:xfrm>
          <a:prstGeom prst="straightConnector1">
            <a:avLst/>
          </a:prstGeom>
          <a:ln w="21908">
            <a:solidFill>
              <a:srgbClr val="6666FF"/>
            </a:solidFill>
            <a:round/>
            <a:tailEnd type="triangle" w="sm" len="sm"/>
          </a:ln>
        </p:spPr>
      </p:cxnSp>
      <p:sp>
        <p:nvSpPr>
          <p:cNvPr id="1172" name="s21-d-16">
            <a:extLst>
              <a:ext uri="{FF2B5EF4-FFF2-40B4-BE49-F238E27FC236}">
                <a16:creationId xmlns:a16="http://schemas.microsoft.com/office/drawing/2014/main" id="{5D64A3D6-9009-4FDF-9D17-1DF70EED1823}"/>
              </a:ext>
            </a:extLst>
          </p:cNvPr>
          <p:cNvSpPr>
            <a:spLocks noGrp="1"/>
          </p:cNvSpPr>
          <p:nvPr/>
        </p:nvSpPr>
        <p:spPr>
          <a:xfrm>
            <a:off x="1428840" y="4686480"/>
            <a:ext cx="99972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7145">
            <a:solidFill>
              <a:srgbClr val="6666FF"/>
            </a:solidFill>
          </a:ln>
        </p:spPr>
        <p:style>
          <a:lnRef idx="0">
            <a:scrgbClr r="0" g="0" b="0"/>
          </a:lnRef>
          <a:fillRef idx="0">
            <a:scrgbClr r="0" g="0" b="0"/>
          </a:fillRef>
          <a:effectRef idx="0">
            <a:scrgbClr r="0" g="0" b="0"/>
          </a:effectRef>
          <a:fontRef idx="minor"/>
        </p:style>
        <p:txBody>
          <a:bodyPr lIns="28440" tIns="9360" rIns="28440" bIns="9360" anchor="ctr">
            <a:normAutofit/>
          </a:bodyPr>
          <a:lstStyle/>
          <a:p>
            <a:pPr algn="ctr">
              <a:lnSpc>
                <a:spcPct val="100000"/>
              </a:lnSpc>
              <a:buNone/>
            </a:pPr>
            <a:r>
              <a:rPr sz="1200" b="1" u="none">
                <a:solidFill>
                  <a:srgbClr val="001233"/>
                </a:solidFill>
                <a:latin typeface="Courier New"/>
                <a:ea typeface="Courier New"/>
                <a:cs typeface="Courier New"/>
              </a:rPr>
              <a:t>d = 16</a:t>
            </a:r>
          </a:p>
        </p:txBody>
      </p:sp>
      <p:sp>
        <p:nvSpPr>
          <p:cNvPr id="1173" name="s21-source-guide-16">
            <a:extLst>
              <a:ext uri="{FF2B5EF4-FFF2-40B4-BE49-F238E27FC236}">
                <a16:creationId xmlns:a16="http://schemas.microsoft.com/office/drawing/2014/main" id="{E8DB31FD-6AA2-4D83-BB75-51F6D2913376}"/>
              </a:ext>
            </a:extLst>
          </p:cNvPr>
          <p:cNvSpPr>
            <a:spLocks noGrp="1"/>
          </p:cNvSpPr>
          <p:nvPr/>
        </p:nvSpPr>
        <p:spPr>
          <a:xfrm>
            <a:off x="5861880" y="2476440"/>
            <a:ext cx="360" cy="2352600"/>
          </a:xfrm>
          <a:prstGeom prst="line">
            <a:avLst/>
          </a:prstGeom>
          <a:ln w="15240">
            <a:solidFill>
              <a:srgbClr val="6666FF"/>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174" name="s21-arrow-start-16">
            <a:extLst>
              <a:ext uri="{FF2B5EF4-FFF2-40B4-BE49-F238E27FC236}">
                <a16:creationId xmlns:a16="http://schemas.microsoft.com/office/drawing/2014/main" id="{25F809BB-2C3C-497D-8ACA-F0915DEFDFE6}"/>
              </a:ext>
            </a:extLst>
          </p:cNvPr>
          <p:cNvSpPr>
            <a:spLocks noGrp="1"/>
          </p:cNvSpPr>
          <p:nvPr/>
        </p:nvSpPr>
        <p:spPr>
          <a:xfrm>
            <a:off x="5842800" y="4809960"/>
            <a:ext cx="37800" cy="37800"/>
          </a:xfrm>
          <a:prstGeom prst="rect">
            <a:avLst/>
          </a:prstGeom>
          <a:noFill/>
          <a:ln w="0">
            <a:noFill/>
          </a:ln>
        </p:spPr>
        <p:style>
          <a:lnRef idx="0">
            <a:scrgbClr r="0" g="0" b="0"/>
          </a:lnRef>
          <a:fillRef idx="0">
            <a:scrgbClr r="0" g="0" b="0"/>
          </a:fillRef>
          <a:effectRef idx="0">
            <a:scrgbClr r="0" g="0" b="0"/>
          </a:effectRef>
          <a:fontRef idx="minor"/>
        </p:style>
        <p:txBody>
          <a:bodyPr lIns="90000" tIns="-6840" rIns="90000" bIns="-6840" anchor="t">
            <a:noAutofit/>
          </a:bodyPr>
          <a:lstStyle/>
          <a:p>
            <a:pPr>
              <a:buNone/>
            </a:pPr>
            <a:endParaRPr/>
          </a:p>
        </p:txBody>
      </p:sp>
      <p:sp>
        <p:nvSpPr>
          <p:cNvPr id="1175" name="s21-arrow-end-16">
            <a:extLst>
              <a:ext uri="{FF2B5EF4-FFF2-40B4-BE49-F238E27FC236}">
                <a16:creationId xmlns:a16="http://schemas.microsoft.com/office/drawing/2014/main" id="{73E59873-8CEA-4970-BA2D-26DD5D385476}"/>
              </a:ext>
            </a:extLst>
          </p:cNvPr>
          <p:cNvSpPr>
            <a:spLocks noGrp="1"/>
          </p:cNvSpPr>
          <p:nvPr/>
        </p:nvSpPr>
        <p:spPr>
          <a:xfrm>
            <a:off x="10286280" y="4809960"/>
            <a:ext cx="37800" cy="37800"/>
          </a:xfrm>
          <a:prstGeom prst="rect">
            <a:avLst/>
          </a:prstGeom>
          <a:noFill/>
          <a:ln w="0">
            <a:noFill/>
          </a:ln>
        </p:spPr>
        <p:style>
          <a:lnRef idx="0">
            <a:scrgbClr r="0" g="0" b="0"/>
          </a:lnRef>
          <a:fillRef idx="0">
            <a:scrgbClr r="0" g="0" b="0"/>
          </a:fillRef>
          <a:effectRef idx="0">
            <a:scrgbClr r="0" g="0" b="0"/>
          </a:effectRef>
          <a:fontRef idx="minor"/>
        </p:style>
        <p:txBody>
          <a:bodyPr lIns="90000" tIns="-6840" rIns="90000" bIns="-6840" anchor="t">
            <a:noAutofit/>
          </a:bodyPr>
          <a:lstStyle/>
          <a:p>
            <a:pPr>
              <a:buNone/>
            </a:pPr>
            <a:endParaRPr/>
          </a:p>
        </p:txBody>
      </p:sp>
      <p:cxnSp>
        <p:nvCxnSpPr>
          <p:cNvPr id="1267" name="s21-flow-s21-arrow-start-16-s21-arrow-end-16"/>
          <p:cNvCxnSpPr>
            <a:stCxn id="1174" idx="3"/>
            <a:endCxn id="1175" idx="1"/>
          </p:cNvCxnSpPr>
          <p:nvPr/>
        </p:nvCxnSpPr>
        <p:spPr>
          <a:xfrm>
            <a:off x="5880600" y="4829040"/>
            <a:ext cx="4406040" cy="360"/>
          </a:xfrm>
          <a:prstGeom prst="straightConnector1">
            <a:avLst/>
          </a:prstGeom>
          <a:ln w="21908">
            <a:solidFill>
              <a:srgbClr val="6666FF"/>
            </a:solidFill>
            <a:round/>
            <a:tailEnd type="triangle" w="sm" len="sm"/>
          </a:ln>
        </p:spPr>
      </p:cxnSp>
      <p:sp>
        <p:nvSpPr>
          <p:cNvPr id="1177" name="s21-zoom-frame">
            <a:extLst>
              <a:ext uri="{FF2B5EF4-FFF2-40B4-BE49-F238E27FC236}">
                <a16:creationId xmlns:a16="http://schemas.microsoft.com/office/drawing/2014/main" id="{1D89369F-AFEC-4945-972E-571E20DCC81E}"/>
              </a:ext>
            </a:extLst>
          </p:cNvPr>
          <p:cNvSpPr>
            <a:spLocks noGrp="1"/>
          </p:cNvSpPr>
          <p:nvPr/>
        </p:nvSpPr>
        <p:spPr>
          <a:xfrm>
            <a:off x="1619280" y="5000760"/>
            <a:ext cx="5238360" cy="10285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17145">
            <a:solidFill>
              <a:srgbClr val="012345"/>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178" name="s21-zoom-title">
            <a:extLst>
              <a:ext uri="{FF2B5EF4-FFF2-40B4-BE49-F238E27FC236}">
                <a16:creationId xmlns:a16="http://schemas.microsoft.com/office/drawing/2014/main" id="{69226E6B-006F-445B-A99F-F2C381EE8016}"/>
              </a:ext>
            </a:extLst>
          </p:cNvPr>
          <p:cNvSpPr>
            <a:spLocks noGrp="1"/>
          </p:cNvSpPr>
          <p:nvPr/>
        </p:nvSpPr>
        <p:spPr>
          <a:xfrm>
            <a:off x="1762200" y="5038560"/>
            <a:ext cx="2381040" cy="2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200" b="1" u="none">
                <a:solidFill>
                  <a:srgbClr val="0353A4"/>
                </a:solidFill>
                <a:latin typeface="Courier New"/>
                <a:ea typeface="Courier New"/>
                <a:cs typeface="Courier New"/>
              </a:rPr>
              <a:t>8-LANE NUMERICAL ZOOM</a:t>
            </a:r>
          </a:p>
        </p:txBody>
      </p:sp>
      <p:sp>
        <p:nvSpPr>
          <p:cNvPr id="1179" name="s21-zoom-input-0">
            <a:extLst>
              <a:ext uri="{FF2B5EF4-FFF2-40B4-BE49-F238E27FC236}">
                <a16:creationId xmlns:a16="http://schemas.microsoft.com/office/drawing/2014/main" id="{D0949A7C-F586-4CD0-9083-11641D35FA0A}"/>
              </a:ext>
            </a:extLst>
          </p:cNvPr>
          <p:cNvSpPr>
            <a:spLocks noGrp="1"/>
          </p:cNvSpPr>
          <p:nvPr/>
        </p:nvSpPr>
        <p:spPr>
          <a:xfrm>
            <a:off x="2390760" y="5324400"/>
            <a:ext cx="418680" cy="2854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428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3</a:t>
            </a:r>
          </a:p>
        </p:txBody>
      </p:sp>
      <p:sp>
        <p:nvSpPr>
          <p:cNvPr id="1180" name="s21-zoom-input-1">
            <a:extLst>
              <a:ext uri="{FF2B5EF4-FFF2-40B4-BE49-F238E27FC236}">
                <a16:creationId xmlns:a16="http://schemas.microsoft.com/office/drawing/2014/main" id="{E843DE20-1268-4355-B545-3286279B3549}"/>
              </a:ext>
            </a:extLst>
          </p:cNvPr>
          <p:cNvSpPr>
            <a:spLocks noGrp="1"/>
          </p:cNvSpPr>
          <p:nvPr/>
        </p:nvSpPr>
        <p:spPr>
          <a:xfrm>
            <a:off x="2886120" y="5324400"/>
            <a:ext cx="418680" cy="2854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428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1</a:t>
            </a:r>
          </a:p>
        </p:txBody>
      </p:sp>
      <p:sp>
        <p:nvSpPr>
          <p:cNvPr id="1181" name="s21-zoom-input-2">
            <a:extLst>
              <a:ext uri="{FF2B5EF4-FFF2-40B4-BE49-F238E27FC236}">
                <a16:creationId xmlns:a16="http://schemas.microsoft.com/office/drawing/2014/main" id="{4F142968-CD3A-44E0-9452-363E094E9F1F}"/>
              </a:ext>
            </a:extLst>
          </p:cNvPr>
          <p:cNvSpPr>
            <a:spLocks noGrp="1"/>
          </p:cNvSpPr>
          <p:nvPr/>
        </p:nvSpPr>
        <p:spPr>
          <a:xfrm>
            <a:off x="3381480" y="5324400"/>
            <a:ext cx="418680" cy="2854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428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7</a:t>
            </a:r>
          </a:p>
        </p:txBody>
      </p:sp>
      <p:sp>
        <p:nvSpPr>
          <p:cNvPr id="1182" name="s21-zoom-input-3">
            <a:extLst>
              <a:ext uri="{FF2B5EF4-FFF2-40B4-BE49-F238E27FC236}">
                <a16:creationId xmlns:a16="http://schemas.microsoft.com/office/drawing/2014/main" id="{A02C3CA6-A2A4-4BD1-8249-4C704AE821F5}"/>
              </a:ext>
            </a:extLst>
          </p:cNvPr>
          <p:cNvSpPr>
            <a:spLocks noGrp="1"/>
          </p:cNvSpPr>
          <p:nvPr/>
        </p:nvSpPr>
        <p:spPr>
          <a:xfrm>
            <a:off x="3876840" y="5324400"/>
            <a:ext cx="418680" cy="2854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428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0</a:t>
            </a:r>
          </a:p>
        </p:txBody>
      </p:sp>
      <p:sp>
        <p:nvSpPr>
          <p:cNvPr id="1183" name="s21-zoom-input-4">
            <a:extLst>
              <a:ext uri="{FF2B5EF4-FFF2-40B4-BE49-F238E27FC236}">
                <a16:creationId xmlns:a16="http://schemas.microsoft.com/office/drawing/2014/main" id="{685BA8D7-2F93-4745-BFE0-60170B3F8072}"/>
              </a:ext>
            </a:extLst>
          </p:cNvPr>
          <p:cNvSpPr>
            <a:spLocks noGrp="1"/>
          </p:cNvSpPr>
          <p:nvPr/>
        </p:nvSpPr>
        <p:spPr>
          <a:xfrm>
            <a:off x="4371840" y="5324400"/>
            <a:ext cx="418680" cy="2854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428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4</a:t>
            </a:r>
          </a:p>
        </p:txBody>
      </p:sp>
      <p:sp>
        <p:nvSpPr>
          <p:cNvPr id="1184" name="s21-zoom-input-5">
            <a:extLst>
              <a:ext uri="{FF2B5EF4-FFF2-40B4-BE49-F238E27FC236}">
                <a16:creationId xmlns:a16="http://schemas.microsoft.com/office/drawing/2014/main" id="{C2225A62-4DD1-4E09-8FCD-25482ABABE4F}"/>
              </a:ext>
            </a:extLst>
          </p:cNvPr>
          <p:cNvSpPr>
            <a:spLocks noGrp="1"/>
          </p:cNvSpPr>
          <p:nvPr/>
        </p:nvSpPr>
        <p:spPr>
          <a:xfrm>
            <a:off x="4867200" y="5324400"/>
            <a:ext cx="418680" cy="2854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428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1</a:t>
            </a:r>
          </a:p>
        </p:txBody>
      </p:sp>
      <p:sp>
        <p:nvSpPr>
          <p:cNvPr id="1185" name="s21-zoom-input-6">
            <a:extLst>
              <a:ext uri="{FF2B5EF4-FFF2-40B4-BE49-F238E27FC236}">
                <a16:creationId xmlns:a16="http://schemas.microsoft.com/office/drawing/2014/main" id="{587040F3-EB12-451C-8AA7-52A5914232F9}"/>
              </a:ext>
            </a:extLst>
          </p:cNvPr>
          <p:cNvSpPr>
            <a:spLocks noGrp="1"/>
          </p:cNvSpPr>
          <p:nvPr/>
        </p:nvSpPr>
        <p:spPr>
          <a:xfrm>
            <a:off x="5362560" y="5324400"/>
            <a:ext cx="418680" cy="2854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428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6</a:t>
            </a:r>
          </a:p>
        </p:txBody>
      </p:sp>
      <p:sp>
        <p:nvSpPr>
          <p:cNvPr id="1186" name="s21-zoom-input-7">
            <a:extLst>
              <a:ext uri="{FF2B5EF4-FFF2-40B4-BE49-F238E27FC236}">
                <a16:creationId xmlns:a16="http://schemas.microsoft.com/office/drawing/2014/main" id="{9DF0FE6C-F087-4415-AAB4-D9F02223409A}"/>
              </a:ext>
            </a:extLst>
          </p:cNvPr>
          <p:cNvSpPr>
            <a:spLocks noGrp="1"/>
          </p:cNvSpPr>
          <p:nvPr/>
        </p:nvSpPr>
        <p:spPr>
          <a:xfrm>
            <a:off x="5857920" y="5324400"/>
            <a:ext cx="418680" cy="2854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428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3</a:t>
            </a:r>
          </a:p>
        </p:txBody>
      </p:sp>
      <p:sp>
        <p:nvSpPr>
          <p:cNvPr id="1187" name="s21-zoom-input-label">
            <a:extLst>
              <a:ext uri="{FF2B5EF4-FFF2-40B4-BE49-F238E27FC236}">
                <a16:creationId xmlns:a16="http://schemas.microsoft.com/office/drawing/2014/main" id="{F1BC8AF0-AED4-44B4-A165-2EE084E4E362}"/>
              </a:ext>
            </a:extLst>
          </p:cNvPr>
          <p:cNvSpPr>
            <a:spLocks noGrp="1"/>
          </p:cNvSpPr>
          <p:nvPr/>
        </p:nvSpPr>
        <p:spPr>
          <a:xfrm>
            <a:off x="1762200" y="5324400"/>
            <a:ext cx="380520" cy="28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090" b="1" u="none">
                <a:solidFill>
                  <a:srgbClr val="0353A4"/>
                </a:solidFill>
                <a:latin typeface="Arial"/>
                <a:ea typeface="Arial"/>
                <a:cs typeface="Arial"/>
              </a:rPr>
              <a:t>in</a:t>
            </a:r>
          </a:p>
        </p:txBody>
      </p:sp>
      <p:sp>
        <p:nvSpPr>
          <p:cNvPr id="1188" name="s21-zoom-out-0">
            <a:extLst>
              <a:ext uri="{FF2B5EF4-FFF2-40B4-BE49-F238E27FC236}">
                <a16:creationId xmlns:a16="http://schemas.microsoft.com/office/drawing/2014/main" id="{35C60662-506B-4DCF-AAEA-8E70B533C26A}"/>
              </a:ext>
            </a:extLst>
          </p:cNvPr>
          <p:cNvSpPr>
            <a:spLocks noGrp="1"/>
          </p:cNvSpPr>
          <p:nvPr/>
        </p:nvSpPr>
        <p:spPr>
          <a:xfrm>
            <a:off x="2390760" y="5676840"/>
            <a:ext cx="418680" cy="2854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428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3</a:t>
            </a:r>
          </a:p>
        </p:txBody>
      </p:sp>
      <p:sp>
        <p:nvSpPr>
          <p:cNvPr id="1189" name="s21-zoom-out-1">
            <a:extLst>
              <a:ext uri="{FF2B5EF4-FFF2-40B4-BE49-F238E27FC236}">
                <a16:creationId xmlns:a16="http://schemas.microsoft.com/office/drawing/2014/main" id="{7B254F23-8D3D-4771-A8A5-C72A7F7F8716}"/>
              </a:ext>
            </a:extLst>
          </p:cNvPr>
          <p:cNvSpPr>
            <a:spLocks noGrp="1"/>
          </p:cNvSpPr>
          <p:nvPr/>
        </p:nvSpPr>
        <p:spPr>
          <a:xfrm>
            <a:off x="2886120" y="5676840"/>
            <a:ext cx="418680" cy="2854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428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4</a:t>
            </a:r>
          </a:p>
        </p:txBody>
      </p:sp>
      <p:sp>
        <p:nvSpPr>
          <p:cNvPr id="1190" name="s21-zoom-out-2">
            <a:extLst>
              <a:ext uri="{FF2B5EF4-FFF2-40B4-BE49-F238E27FC236}">
                <a16:creationId xmlns:a16="http://schemas.microsoft.com/office/drawing/2014/main" id="{543EE674-AD08-4338-9BC7-6D49FA8813B2}"/>
              </a:ext>
            </a:extLst>
          </p:cNvPr>
          <p:cNvSpPr>
            <a:spLocks noGrp="1"/>
          </p:cNvSpPr>
          <p:nvPr/>
        </p:nvSpPr>
        <p:spPr>
          <a:xfrm>
            <a:off x="3381480" y="5676840"/>
            <a:ext cx="418680" cy="2854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428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11</a:t>
            </a:r>
          </a:p>
        </p:txBody>
      </p:sp>
      <p:sp>
        <p:nvSpPr>
          <p:cNvPr id="1191" name="s21-zoom-out-3">
            <a:extLst>
              <a:ext uri="{FF2B5EF4-FFF2-40B4-BE49-F238E27FC236}">
                <a16:creationId xmlns:a16="http://schemas.microsoft.com/office/drawing/2014/main" id="{4E7F3A5F-E4EC-4653-8E47-338CB209B766}"/>
              </a:ext>
            </a:extLst>
          </p:cNvPr>
          <p:cNvSpPr>
            <a:spLocks noGrp="1"/>
          </p:cNvSpPr>
          <p:nvPr/>
        </p:nvSpPr>
        <p:spPr>
          <a:xfrm>
            <a:off x="3876840" y="5676840"/>
            <a:ext cx="418680" cy="2854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428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11</a:t>
            </a:r>
          </a:p>
        </p:txBody>
      </p:sp>
      <p:sp>
        <p:nvSpPr>
          <p:cNvPr id="1192" name="s21-zoom-out-4">
            <a:extLst>
              <a:ext uri="{FF2B5EF4-FFF2-40B4-BE49-F238E27FC236}">
                <a16:creationId xmlns:a16="http://schemas.microsoft.com/office/drawing/2014/main" id="{DCE6F52C-1D91-4CCA-B432-5D0DEBEA4A57}"/>
              </a:ext>
            </a:extLst>
          </p:cNvPr>
          <p:cNvSpPr>
            <a:spLocks noGrp="1"/>
          </p:cNvSpPr>
          <p:nvPr/>
        </p:nvSpPr>
        <p:spPr>
          <a:xfrm>
            <a:off x="4371840" y="5676840"/>
            <a:ext cx="418680" cy="2854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428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15</a:t>
            </a:r>
          </a:p>
        </p:txBody>
      </p:sp>
      <p:sp>
        <p:nvSpPr>
          <p:cNvPr id="1193" name="s21-zoom-out-5">
            <a:extLst>
              <a:ext uri="{FF2B5EF4-FFF2-40B4-BE49-F238E27FC236}">
                <a16:creationId xmlns:a16="http://schemas.microsoft.com/office/drawing/2014/main" id="{E37D4465-9545-4CBF-BDFA-EF9C67DBD2BC}"/>
              </a:ext>
            </a:extLst>
          </p:cNvPr>
          <p:cNvSpPr>
            <a:spLocks noGrp="1"/>
          </p:cNvSpPr>
          <p:nvPr/>
        </p:nvSpPr>
        <p:spPr>
          <a:xfrm>
            <a:off x="4867200" y="5676840"/>
            <a:ext cx="418680" cy="2854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428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16</a:t>
            </a:r>
          </a:p>
        </p:txBody>
      </p:sp>
      <p:sp>
        <p:nvSpPr>
          <p:cNvPr id="1194" name="s21-zoom-out-6">
            <a:extLst>
              <a:ext uri="{FF2B5EF4-FFF2-40B4-BE49-F238E27FC236}">
                <a16:creationId xmlns:a16="http://schemas.microsoft.com/office/drawing/2014/main" id="{C2EF8C42-E64A-4304-9F2D-F2F4684008C7}"/>
              </a:ext>
            </a:extLst>
          </p:cNvPr>
          <p:cNvSpPr>
            <a:spLocks noGrp="1"/>
          </p:cNvSpPr>
          <p:nvPr/>
        </p:nvSpPr>
        <p:spPr>
          <a:xfrm>
            <a:off x="5362560" y="5676840"/>
            <a:ext cx="418680" cy="2854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4288">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0" u="none">
                <a:solidFill>
                  <a:srgbClr val="001233"/>
                </a:solidFill>
                <a:latin typeface="Courier New"/>
                <a:ea typeface="Courier New"/>
                <a:cs typeface="Courier New"/>
              </a:rPr>
              <a:t>22</a:t>
            </a:r>
          </a:p>
        </p:txBody>
      </p:sp>
      <p:sp>
        <p:nvSpPr>
          <p:cNvPr id="1195" name="s21-zoom-out-7">
            <a:extLst>
              <a:ext uri="{FF2B5EF4-FFF2-40B4-BE49-F238E27FC236}">
                <a16:creationId xmlns:a16="http://schemas.microsoft.com/office/drawing/2014/main" id="{10BBA139-41EE-44EB-9C16-0B3900217EC8}"/>
              </a:ext>
            </a:extLst>
          </p:cNvPr>
          <p:cNvSpPr>
            <a:spLocks noGrp="1"/>
          </p:cNvSpPr>
          <p:nvPr/>
        </p:nvSpPr>
        <p:spPr>
          <a:xfrm>
            <a:off x="5857920" y="5676840"/>
            <a:ext cx="418680" cy="2854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23813">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090" b="1" u="none">
                <a:solidFill>
                  <a:srgbClr val="001233"/>
                </a:solidFill>
                <a:latin typeface="Courier New"/>
                <a:ea typeface="Courier New"/>
                <a:cs typeface="Courier New"/>
              </a:rPr>
              <a:t>25</a:t>
            </a:r>
          </a:p>
        </p:txBody>
      </p:sp>
      <p:sp>
        <p:nvSpPr>
          <p:cNvPr id="1196" name="s21-zoom-out-label">
            <a:extLst>
              <a:ext uri="{FF2B5EF4-FFF2-40B4-BE49-F238E27FC236}">
                <a16:creationId xmlns:a16="http://schemas.microsoft.com/office/drawing/2014/main" id="{F094762B-8D23-4369-BD3F-C1B9C223FB99}"/>
              </a:ext>
            </a:extLst>
          </p:cNvPr>
          <p:cNvSpPr>
            <a:spLocks noGrp="1"/>
          </p:cNvSpPr>
          <p:nvPr/>
        </p:nvSpPr>
        <p:spPr>
          <a:xfrm>
            <a:off x="1762200" y="5676840"/>
            <a:ext cx="380520" cy="28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090" b="1" u="none">
                <a:solidFill>
                  <a:srgbClr val="0353A4"/>
                </a:solidFill>
                <a:latin typeface="Arial"/>
                <a:ea typeface="Arial"/>
                <a:cs typeface="Arial"/>
              </a:rPr>
              <a:t>out</a:t>
            </a:r>
          </a:p>
        </p:txBody>
      </p:sp>
      <p:sp>
        <p:nvSpPr>
          <p:cNvPr id="1197" name="s21-code">
            <a:extLst>
              <a:ext uri="{FF2B5EF4-FFF2-40B4-BE49-F238E27FC236}">
                <a16:creationId xmlns:a16="http://schemas.microsoft.com/office/drawing/2014/main" id="{CAB34AC5-5C3E-4394-85D4-097BD51E5C4F}"/>
              </a:ext>
            </a:extLst>
          </p:cNvPr>
          <p:cNvSpPr>
            <a:spLocks noGrp="1"/>
          </p:cNvSpPr>
          <p:nvPr/>
        </p:nvSpPr>
        <p:spPr>
          <a:xfrm>
            <a:off x="7143840" y="5000760"/>
            <a:ext cx="4000320" cy="1028520"/>
          </a:xfrm>
          <a:prstGeom prst="rect">
            <a:avLst/>
          </a:prstGeom>
          <a:noFill/>
          <a:ln w="0">
            <a:noFill/>
          </a:ln>
        </p:spPr>
        <p:style>
          <a:lnRef idx="0">
            <a:scrgbClr r="0" g="0" b="0"/>
          </a:lnRef>
          <a:fillRef idx="0">
            <a:scrgbClr r="0" g="0" b="0"/>
          </a:fillRef>
          <a:effectRef idx="0">
            <a:scrgbClr r="0" g="0" b="0"/>
          </a:effectRef>
          <a:fontRef idx="minor"/>
        </p:style>
        <p:txBody>
          <a:bodyPr lIns="76320" tIns="38160" rIns="38160" bIns="19080" anchor="t">
            <a:normAutofit/>
          </a:bodyPr>
          <a:lstStyle/>
          <a:p>
            <a:pPr>
              <a:lnSpc>
                <a:spcPct val="100000"/>
              </a:lnSpc>
              <a:buNone/>
            </a:pPr>
            <a:r>
              <a:rPr sz="1240" b="1" u="none">
                <a:solidFill>
                  <a:srgbClr val="001233"/>
                </a:solidFill>
                <a:latin typeface="Courier New"/>
                <a:ea typeface="Courier New"/>
                <a:cs typeface="Courier New"/>
              </a:rPr>
              <a:t>for (d=1; d&lt;32; d&lt;&lt;=1) {</a:t>
            </a:r>
          </a:p>
          <a:p>
            <a:pPr>
              <a:lnSpc>
                <a:spcPct val="100000"/>
              </a:lnSpc>
              <a:buNone/>
            </a:pPr>
            <a:r>
              <a:rPr sz="1240" b="1" u="none">
                <a:solidFill>
                  <a:srgbClr val="001233"/>
                </a:solidFill>
                <a:latin typeface="Courier New"/>
                <a:ea typeface="Courier New"/>
                <a:cs typeface="Courier New"/>
              </a:rPr>
              <a:t>  y = __shfl_up_sync(mask, x, d);</a:t>
            </a:r>
          </a:p>
          <a:p>
            <a:pPr>
              <a:lnSpc>
                <a:spcPct val="100000"/>
              </a:lnSpc>
              <a:buNone/>
            </a:pPr>
            <a:r>
              <a:rPr sz="1240" b="1" u="none">
                <a:solidFill>
                  <a:srgbClr val="001233"/>
                </a:solidFill>
                <a:latin typeface="Courier New"/>
                <a:ea typeface="Courier New"/>
                <a:cs typeface="Courier New"/>
              </a:rPr>
              <a:t>  if (lane &gt;= d) x += y;</a:t>
            </a:r>
          </a:p>
          <a:p>
            <a:pPr>
              <a:lnSpc>
                <a:spcPct val="100000"/>
              </a:lnSpc>
              <a:buNone/>
            </a:pPr>
            <a:r>
              <a:rPr sz="1240" b="1" u="none">
                <a:solidFill>
                  <a:srgbClr val="001233"/>
                </a:solidFill>
                <a:latin typeface="Courier New"/>
                <a:ea typeface="Courier New"/>
                <a:cs typeface="Courier New"/>
              </a:rPr>
              <a:t>}</a:t>
            </a:r>
          </a:p>
        </p:txBody>
      </p:sp>
      <p:sp>
        <p:nvSpPr>
          <p:cNvPr id="1198" name="s21-cause">
            <a:extLst>
              <a:ext uri="{FF2B5EF4-FFF2-40B4-BE49-F238E27FC236}">
                <a16:creationId xmlns:a16="http://schemas.microsoft.com/office/drawing/2014/main" id="{E2D62760-7F1C-41EF-80B8-30CDCAE86FD8}"/>
              </a:ext>
            </a:extLst>
          </p:cNvPr>
          <p:cNvSpPr>
            <a:spLocks noGrp="1"/>
          </p:cNvSpPr>
          <p:nvPr/>
        </p:nvSpPr>
        <p:spPr>
          <a:xfrm>
            <a:off x="4809960" y="2552760"/>
            <a:ext cx="6190920" cy="32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650" b="1" u="none">
                <a:solidFill>
                  <a:srgbClr val="FF0000"/>
                </a:solidFill>
                <a:latin typeface="Arial"/>
                <a:ea typeface="Arial"/>
                <a:cs typeface="Arial"/>
              </a:rPr>
              <a:t>register exchange • no block barrier</a:t>
            </a:r>
          </a:p>
        </p:txBody>
      </p:sp>
      <p:sp>
        <p:nvSpPr>
          <p:cNvPr id="1199" name="s21-source">
            <a:extLst>
              <a:ext uri="{FF2B5EF4-FFF2-40B4-BE49-F238E27FC236}">
                <a16:creationId xmlns:a16="http://schemas.microsoft.com/office/drawing/2014/main" id="{0EE51531-0BF7-41D7-B720-5D828298D08A}"/>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Source: NVIDIA CUDA C Programming Guide — warp shuffle and synchronization. Warp size on L40S (CC 8.9) is 32 lanes.</a:t>
            </a:r>
          </a:p>
        </p:txBody>
      </p:sp>
    </p:spTree>
    <p:extLst>
      <p:ext uri="{BB962C8B-B14F-4D97-AF65-F5344CB8AC3E}">
        <p14:creationId xmlns:p14="http://schemas.microsoft.com/office/powerpoint/2010/main" val="278078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0" name="PlaceHolder 1">
            <a:extLst>
              <a:ext uri="{FF2B5EF4-FFF2-40B4-BE49-F238E27FC236}">
                <a16:creationId xmlns:a16="http://schemas.microsoft.com/office/drawing/2014/main" id="{25F0D799-28FC-4017-BE0B-5750B5F71505}"/>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3000" b="1" u="none">
                <a:solidFill>
                  <a:srgbClr val="001233"/>
                </a:solidFill>
                <a:latin typeface="Arial"/>
                <a:ea typeface="Arial"/>
                <a:cs typeface="Arial"/>
              </a:rPr>
              <a:t>Block-to-Device Scan</a:t>
            </a:r>
          </a:p>
        </p:txBody>
      </p:sp>
      <p:sp>
        <p:nvSpPr>
          <p:cNvPr id="1201" name="s22-page-number">
            <a:extLst>
              <a:ext uri="{FF2B5EF4-FFF2-40B4-BE49-F238E27FC236}">
                <a16:creationId xmlns:a16="http://schemas.microsoft.com/office/drawing/2014/main" id="{09FC4EAB-95E4-4CE9-A252-6B7596FA8F47}"/>
              </a:ext>
            </a:extLst>
          </p:cNvPr>
          <p:cNvSpPr>
            <a:spLocks noGrp="1"/>
          </p:cNvSpPr>
          <p:nvPr/>
        </p:nvSpPr>
        <p:spPr>
          <a:xfrm>
            <a:off x="11487240" y="6453360"/>
            <a:ext cx="456840" cy="264600"/>
          </a:xfrm>
          <a:prstGeom prst="rect">
            <a:avLst/>
          </a:prstGeom>
          <a:noFill/>
          <a:ln w="0">
            <a:noFill/>
          </a:ln>
        </p:spPr>
        <p:style>
          <a:lnRef idx="0">
            <a:scrgbClr r="0" g="0" b="0"/>
          </a:lnRef>
          <a:fillRef idx="0">
            <a:scrgbClr r="0" g="0" b="0"/>
          </a:fillRef>
          <a:effectRef idx="0">
            <a:scrgbClr r="0" g="0" b="0"/>
          </a:effectRef>
          <a:fontRef idx="minor"/>
        </p:style>
        <p:txBody>
          <a:bodyPr lIns="45720" rIns="45720" anchor="ctr">
            <a:noAutofit/>
          </a:bodyPr>
          <a:lstStyle/>
          <a:p>
            <a:pPr algn="r">
              <a:lnSpc>
                <a:spcPct val="100000"/>
              </a:lnSpc>
              <a:buNone/>
            </a:pPr>
            <a:r>
              <a:rPr sz="900" b="0" u="none">
                <a:solidFill>
                  <a:srgbClr val="88888D"/>
                </a:solidFill>
                <a:latin typeface="Arial"/>
                <a:ea typeface="Arial"/>
                <a:cs typeface="Arial"/>
              </a:rPr>
              <a:t>22</a:t>
            </a:r>
          </a:p>
        </p:txBody>
      </p:sp>
      <p:sp>
        <p:nvSpPr>
          <p:cNvPr id="1202" name="s22-subtitle">
            <a:extLst>
              <a:ext uri="{FF2B5EF4-FFF2-40B4-BE49-F238E27FC236}">
                <a16:creationId xmlns:a16="http://schemas.microsoft.com/office/drawing/2014/main" id="{6FFE7977-4E99-4EC7-B401-12323374E09F}"/>
              </a:ext>
            </a:extLst>
          </p:cNvPr>
          <p:cNvSpPr>
            <a:spLocks noGrp="1"/>
          </p:cNvSpPr>
          <p:nvPr/>
        </p:nvSpPr>
        <p:spPr>
          <a:xfrm>
            <a:off x="733320" y="1047600"/>
            <a:ext cx="9715320" cy="28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350" b="1" u="none">
                <a:solidFill>
                  <a:srgbClr val="001233"/>
                </a:solidFill>
                <a:latin typeface="Arial"/>
                <a:ea typeface="Arial"/>
                <a:cs typeface="Arial"/>
              </a:rPr>
              <a:t>Shared-memory barriers coordinate one block; device-wide scan crosses kernel boundaries</a:t>
            </a:r>
          </a:p>
        </p:txBody>
      </p:sp>
      <p:sp>
        <p:nvSpPr>
          <p:cNvPr id="1203" name="s22-k1">
            <a:extLst>
              <a:ext uri="{FF2B5EF4-FFF2-40B4-BE49-F238E27FC236}">
                <a16:creationId xmlns:a16="http://schemas.microsoft.com/office/drawing/2014/main" id="{2676F3B6-A96C-4FC5-BBD3-93B38DA5063F}"/>
              </a:ext>
            </a:extLst>
          </p:cNvPr>
          <p:cNvSpPr>
            <a:spLocks noGrp="1"/>
          </p:cNvSpPr>
          <p:nvPr/>
        </p:nvSpPr>
        <p:spPr>
          <a:xfrm>
            <a:off x="1000080" y="1428840"/>
            <a:ext cx="6953040" cy="28548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nSpc>
                <a:spcPct val="100000"/>
              </a:lnSpc>
              <a:buNone/>
            </a:pPr>
            <a:r>
              <a:rPr sz="1350" b="1" u="none">
                <a:solidFill>
                  <a:srgbClr val="0353A4"/>
                </a:solidFill>
                <a:latin typeface="Courier New"/>
                <a:ea typeface="Courier New"/>
                <a:cs typeface="Courier New"/>
              </a:rPr>
              <a:t>KERNEL 1  •  local scans inside each block</a:t>
            </a:r>
          </a:p>
        </p:txBody>
      </p:sp>
      <p:sp>
        <p:nvSpPr>
          <p:cNvPr id="1204" name="s22-block0">
            <a:extLst>
              <a:ext uri="{FF2B5EF4-FFF2-40B4-BE49-F238E27FC236}">
                <a16:creationId xmlns:a16="http://schemas.microsoft.com/office/drawing/2014/main" id="{2E100ADC-0D4D-4821-BC8D-B2CDE9EC020A}"/>
              </a:ext>
            </a:extLst>
          </p:cNvPr>
          <p:cNvSpPr>
            <a:spLocks noGrp="1"/>
          </p:cNvSpPr>
          <p:nvPr/>
        </p:nvSpPr>
        <p:spPr>
          <a:xfrm>
            <a:off x="1000080" y="1809720"/>
            <a:ext cx="4238280" cy="13140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9050">
            <a:solidFill>
              <a:srgbClr val="012345"/>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205" name="s22-block1">
            <a:extLst>
              <a:ext uri="{FF2B5EF4-FFF2-40B4-BE49-F238E27FC236}">
                <a16:creationId xmlns:a16="http://schemas.microsoft.com/office/drawing/2014/main" id="{B442908F-4D2A-4375-9601-B7F4CE807A7E}"/>
              </a:ext>
            </a:extLst>
          </p:cNvPr>
          <p:cNvSpPr>
            <a:spLocks noGrp="1"/>
          </p:cNvSpPr>
          <p:nvPr/>
        </p:nvSpPr>
        <p:spPr>
          <a:xfrm>
            <a:off x="6715080" y="1809720"/>
            <a:ext cx="4238280" cy="13140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2E1FE"/>
          </a:solidFill>
          <a:ln w="19050">
            <a:solidFill>
              <a:srgbClr val="012345"/>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206" name="s22-b0-label">
            <a:extLst>
              <a:ext uri="{FF2B5EF4-FFF2-40B4-BE49-F238E27FC236}">
                <a16:creationId xmlns:a16="http://schemas.microsoft.com/office/drawing/2014/main" id="{028EC21E-480D-4C88-B12B-32EA7AE0E8E8}"/>
              </a:ext>
            </a:extLst>
          </p:cNvPr>
          <p:cNvSpPr>
            <a:spLocks noGrp="1"/>
          </p:cNvSpPr>
          <p:nvPr/>
        </p:nvSpPr>
        <p:spPr>
          <a:xfrm>
            <a:off x="1143000" y="1847880"/>
            <a:ext cx="17143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200" b="1" u="none">
                <a:solidFill>
                  <a:srgbClr val="0353A4"/>
                </a:solidFill>
                <a:latin typeface="Courier New"/>
                <a:ea typeface="Courier New"/>
                <a:cs typeface="Courier New"/>
              </a:rPr>
              <a:t>THREAD BLOCK 0</a:t>
            </a:r>
          </a:p>
        </p:txBody>
      </p:sp>
      <p:sp>
        <p:nvSpPr>
          <p:cNvPr id="1207" name="s22-b1-label">
            <a:extLst>
              <a:ext uri="{FF2B5EF4-FFF2-40B4-BE49-F238E27FC236}">
                <a16:creationId xmlns:a16="http://schemas.microsoft.com/office/drawing/2014/main" id="{52D6D5E8-8F9E-4F35-8E65-C42F5A543434}"/>
              </a:ext>
            </a:extLst>
          </p:cNvPr>
          <p:cNvSpPr>
            <a:spLocks noGrp="1"/>
          </p:cNvSpPr>
          <p:nvPr/>
        </p:nvSpPr>
        <p:spPr>
          <a:xfrm>
            <a:off x="6858000" y="1847880"/>
            <a:ext cx="17143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200" b="1" u="none">
                <a:solidFill>
                  <a:srgbClr val="0353A4"/>
                </a:solidFill>
                <a:latin typeface="Courier New"/>
                <a:ea typeface="Courier New"/>
                <a:cs typeface="Courier New"/>
              </a:rPr>
              <a:t>THREAD BLOCK 1</a:t>
            </a:r>
          </a:p>
        </p:txBody>
      </p:sp>
      <p:sp>
        <p:nvSpPr>
          <p:cNvPr id="1208" name="s22-b0in-0">
            <a:extLst>
              <a:ext uri="{FF2B5EF4-FFF2-40B4-BE49-F238E27FC236}">
                <a16:creationId xmlns:a16="http://schemas.microsoft.com/office/drawing/2014/main" id="{DAD772B3-4ECD-468F-83D7-27E945414501}"/>
              </a:ext>
            </a:extLst>
          </p:cNvPr>
          <p:cNvSpPr>
            <a:spLocks noGrp="1"/>
          </p:cNvSpPr>
          <p:nvPr/>
        </p:nvSpPr>
        <p:spPr>
          <a:xfrm>
            <a:off x="2109960" y="2133720"/>
            <a:ext cx="48528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a:t>
            </a:r>
          </a:p>
        </p:txBody>
      </p:sp>
      <p:sp>
        <p:nvSpPr>
          <p:cNvPr id="1209" name="s22-b0in-1">
            <a:extLst>
              <a:ext uri="{FF2B5EF4-FFF2-40B4-BE49-F238E27FC236}">
                <a16:creationId xmlns:a16="http://schemas.microsoft.com/office/drawing/2014/main" id="{0AF280A5-EA4C-43A2-84D8-35B44ACBF99B}"/>
              </a:ext>
            </a:extLst>
          </p:cNvPr>
          <p:cNvSpPr>
            <a:spLocks noGrp="1"/>
          </p:cNvSpPr>
          <p:nvPr/>
        </p:nvSpPr>
        <p:spPr>
          <a:xfrm>
            <a:off x="2700360" y="2133720"/>
            <a:ext cx="48528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2</a:t>
            </a:r>
          </a:p>
        </p:txBody>
      </p:sp>
      <p:sp>
        <p:nvSpPr>
          <p:cNvPr id="1210" name="s22-b0in-2">
            <a:extLst>
              <a:ext uri="{FF2B5EF4-FFF2-40B4-BE49-F238E27FC236}">
                <a16:creationId xmlns:a16="http://schemas.microsoft.com/office/drawing/2014/main" id="{474AC39D-C9DD-432E-888A-9D11095A3EA4}"/>
              </a:ext>
            </a:extLst>
          </p:cNvPr>
          <p:cNvSpPr>
            <a:spLocks noGrp="1"/>
          </p:cNvSpPr>
          <p:nvPr/>
        </p:nvSpPr>
        <p:spPr>
          <a:xfrm>
            <a:off x="3290760" y="2133720"/>
            <a:ext cx="48528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3</a:t>
            </a:r>
          </a:p>
        </p:txBody>
      </p:sp>
      <p:sp>
        <p:nvSpPr>
          <p:cNvPr id="1211" name="s22-b0in-3">
            <a:extLst>
              <a:ext uri="{FF2B5EF4-FFF2-40B4-BE49-F238E27FC236}">
                <a16:creationId xmlns:a16="http://schemas.microsoft.com/office/drawing/2014/main" id="{627C405F-7ECC-4A31-A96A-098B30A2A8BA}"/>
              </a:ext>
            </a:extLst>
          </p:cNvPr>
          <p:cNvSpPr>
            <a:spLocks noGrp="1"/>
          </p:cNvSpPr>
          <p:nvPr/>
        </p:nvSpPr>
        <p:spPr>
          <a:xfrm>
            <a:off x="3881520" y="2133720"/>
            <a:ext cx="48528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4</a:t>
            </a:r>
          </a:p>
        </p:txBody>
      </p:sp>
      <p:sp>
        <p:nvSpPr>
          <p:cNvPr id="1212" name="s22-b0in-label">
            <a:extLst>
              <a:ext uri="{FF2B5EF4-FFF2-40B4-BE49-F238E27FC236}">
                <a16:creationId xmlns:a16="http://schemas.microsoft.com/office/drawing/2014/main" id="{93C2B24B-125B-4ED4-B6EB-5EA5BDCED20B}"/>
              </a:ext>
            </a:extLst>
          </p:cNvPr>
          <p:cNvSpPr>
            <a:spLocks noGrp="1"/>
          </p:cNvSpPr>
          <p:nvPr/>
        </p:nvSpPr>
        <p:spPr>
          <a:xfrm>
            <a:off x="1190520" y="2133720"/>
            <a:ext cx="571320" cy="304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200" b="1" u="none">
                <a:solidFill>
                  <a:srgbClr val="0353A4"/>
                </a:solidFill>
                <a:latin typeface="Arial"/>
                <a:ea typeface="Arial"/>
                <a:cs typeface="Arial"/>
              </a:rPr>
              <a:t>input</a:t>
            </a:r>
          </a:p>
        </p:txBody>
      </p:sp>
      <p:sp>
        <p:nvSpPr>
          <p:cNvPr id="1213" name="s22-b0local-0">
            <a:extLst>
              <a:ext uri="{FF2B5EF4-FFF2-40B4-BE49-F238E27FC236}">
                <a16:creationId xmlns:a16="http://schemas.microsoft.com/office/drawing/2014/main" id="{E7B55240-1AD3-421E-BA88-A9383E9911E4}"/>
              </a:ext>
            </a:extLst>
          </p:cNvPr>
          <p:cNvSpPr>
            <a:spLocks noGrp="1"/>
          </p:cNvSpPr>
          <p:nvPr/>
        </p:nvSpPr>
        <p:spPr>
          <a:xfrm>
            <a:off x="2109960" y="2581200"/>
            <a:ext cx="48528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0</a:t>
            </a:r>
          </a:p>
        </p:txBody>
      </p:sp>
      <p:sp>
        <p:nvSpPr>
          <p:cNvPr id="1214" name="s22-b0local-1">
            <a:extLst>
              <a:ext uri="{FF2B5EF4-FFF2-40B4-BE49-F238E27FC236}">
                <a16:creationId xmlns:a16="http://schemas.microsoft.com/office/drawing/2014/main" id="{28A8D644-6D78-4AD7-BEF0-F1F5DFB89F31}"/>
              </a:ext>
            </a:extLst>
          </p:cNvPr>
          <p:cNvSpPr>
            <a:spLocks noGrp="1"/>
          </p:cNvSpPr>
          <p:nvPr/>
        </p:nvSpPr>
        <p:spPr>
          <a:xfrm>
            <a:off x="2700360" y="2581200"/>
            <a:ext cx="48528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a:t>
            </a:r>
          </a:p>
        </p:txBody>
      </p:sp>
      <p:sp>
        <p:nvSpPr>
          <p:cNvPr id="1215" name="s22-b0local-2">
            <a:extLst>
              <a:ext uri="{FF2B5EF4-FFF2-40B4-BE49-F238E27FC236}">
                <a16:creationId xmlns:a16="http://schemas.microsoft.com/office/drawing/2014/main" id="{ED320F51-1225-4A99-B50F-1285E336776E}"/>
              </a:ext>
            </a:extLst>
          </p:cNvPr>
          <p:cNvSpPr>
            <a:spLocks noGrp="1"/>
          </p:cNvSpPr>
          <p:nvPr/>
        </p:nvSpPr>
        <p:spPr>
          <a:xfrm>
            <a:off x="3290760" y="2581200"/>
            <a:ext cx="48528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3</a:t>
            </a:r>
          </a:p>
        </p:txBody>
      </p:sp>
      <p:sp>
        <p:nvSpPr>
          <p:cNvPr id="1216" name="s22-b0local-3">
            <a:extLst>
              <a:ext uri="{FF2B5EF4-FFF2-40B4-BE49-F238E27FC236}">
                <a16:creationId xmlns:a16="http://schemas.microsoft.com/office/drawing/2014/main" id="{7C2B856D-54E9-4C60-99CA-CE1957C19E66}"/>
              </a:ext>
            </a:extLst>
          </p:cNvPr>
          <p:cNvSpPr>
            <a:spLocks noGrp="1"/>
          </p:cNvSpPr>
          <p:nvPr/>
        </p:nvSpPr>
        <p:spPr>
          <a:xfrm>
            <a:off x="3881520" y="2581200"/>
            <a:ext cx="48528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6</a:t>
            </a:r>
          </a:p>
        </p:txBody>
      </p:sp>
      <p:sp>
        <p:nvSpPr>
          <p:cNvPr id="1217" name="s22-b0local-label">
            <a:extLst>
              <a:ext uri="{FF2B5EF4-FFF2-40B4-BE49-F238E27FC236}">
                <a16:creationId xmlns:a16="http://schemas.microsoft.com/office/drawing/2014/main" id="{59ACB122-C0B9-4A34-ABCD-ED539274000A}"/>
              </a:ext>
            </a:extLst>
          </p:cNvPr>
          <p:cNvSpPr>
            <a:spLocks noGrp="1"/>
          </p:cNvSpPr>
          <p:nvPr/>
        </p:nvSpPr>
        <p:spPr>
          <a:xfrm>
            <a:off x="1190520" y="2581200"/>
            <a:ext cx="571320" cy="304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200" b="1" u="none">
                <a:solidFill>
                  <a:srgbClr val="0353A4"/>
                </a:solidFill>
                <a:latin typeface="Arial"/>
                <a:ea typeface="Arial"/>
                <a:cs typeface="Arial"/>
              </a:rPr>
              <a:t>local</a:t>
            </a:r>
          </a:p>
        </p:txBody>
      </p:sp>
      <p:sp>
        <p:nvSpPr>
          <p:cNvPr id="1218" name="s22-b1in-0">
            <a:extLst>
              <a:ext uri="{FF2B5EF4-FFF2-40B4-BE49-F238E27FC236}">
                <a16:creationId xmlns:a16="http://schemas.microsoft.com/office/drawing/2014/main" id="{28C2F360-7950-44D8-BD0D-5294F8F069D7}"/>
              </a:ext>
            </a:extLst>
          </p:cNvPr>
          <p:cNvSpPr>
            <a:spLocks noGrp="1"/>
          </p:cNvSpPr>
          <p:nvPr/>
        </p:nvSpPr>
        <p:spPr>
          <a:xfrm>
            <a:off x="7824960" y="2133720"/>
            <a:ext cx="48528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5</a:t>
            </a:r>
          </a:p>
        </p:txBody>
      </p:sp>
      <p:sp>
        <p:nvSpPr>
          <p:cNvPr id="1219" name="s22-b1in-1">
            <a:extLst>
              <a:ext uri="{FF2B5EF4-FFF2-40B4-BE49-F238E27FC236}">
                <a16:creationId xmlns:a16="http://schemas.microsoft.com/office/drawing/2014/main" id="{201487A9-2D82-4B19-92B2-4FDB6C9A3435}"/>
              </a:ext>
            </a:extLst>
          </p:cNvPr>
          <p:cNvSpPr>
            <a:spLocks noGrp="1"/>
          </p:cNvSpPr>
          <p:nvPr/>
        </p:nvSpPr>
        <p:spPr>
          <a:xfrm>
            <a:off x="8415360" y="2133720"/>
            <a:ext cx="48528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6</a:t>
            </a:r>
          </a:p>
        </p:txBody>
      </p:sp>
      <p:sp>
        <p:nvSpPr>
          <p:cNvPr id="1220" name="s22-b1in-2">
            <a:extLst>
              <a:ext uri="{FF2B5EF4-FFF2-40B4-BE49-F238E27FC236}">
                <a16:creationId xmlns:a16="http://schemas.microsoft.com/office/drawing/2014/main" id="{E419BF05-59A1-4545-A5AC-4D490EB5DB30}"/>
              </a:ext>
            </a:extLst>
          </p:cNvPr>
          <p:cNvSpPr>
            <a:spLocks noGrp="1"/>
          </p:cNvSpPr>
          <p:nvPr/>
        </p:nvSpPr>
        <p:spPr>
          <a:xfrm>
            <a:off x="9005760" y="2133720"/>
            <a:ext cx="48528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7</a:t>
            </a:r>
          </a:p>
        </p:txBody>
      </p:sp>
      <p:sp>
        <p:nvSpPr>
          <p:cNvPr id="1221" name="s22-b1in-3">
            <a:extLst>
              <a:ext uri="{FF2B5EF4-FFF2-40B4-BE49-F238E27FC236}">
                <a16:creationId xmlns:a16="http://schemas.microsoft.com/office/drawing/2014/main" id="{F113284A-9E33-4A16-AE70-45575C078345}"/>
              </a:ext>
            </a:extLst>
          </p:cNvPr>
          <p:cNvSpPr>
            <a:spLocks noGrp="1"/>
          </p:cNvSpPr>
          <p:nvPr/>
        </p:nvSpPr>
        <p:spPr>
          <a:xfrm>
            <a:off x="9596520" y="2133720"/>
            <a:ext cx="48528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8</a:t>
            </a:r>
          </a:p>
        </p:txBody>
      </p:sp>
      <p:sp>
        <p:nvSpPr>
          <p:cNvPr id="1222" name="s22-b1in-label">
            <a:extLst>
              <a:ext uri="{FF2B5EF4-FFF2-40B4-BE49-F238E27FC236}">
                <a16:creationId xmlns:a16="http://schemas.microsoft.com/office/drawing/2014/main" id="{CF576664-A31F-49FB-A928-133ACB9ADD25}"/>
              </a:ext>
            </a:extLst>
          </p:cNvPr>
          <p:cNvSpPr>
            <a:spLocks noGrp="1"/>
          </p:cNvSpPr>
          <p:nvPr/>
        </p:nvSpPr>
        <p:spPr>
          <a:xfrm>
            <a:off x="6905520" y="2133720"/>
            <a:ext cx="571320" cy="304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200" b="1" u="none">
                <a:solidFill>
                  <a:srgbClr val="0353A4"/>
                </a:solidFill>
                <a:latin typeface="Arial"/>
                <a:ea typeface="Arial"/>
                <a:cs typeface="Arial"/>
              </a:rPr>
              <a:t>input</a:t>
            </a:r>
          </a:p>
        </p:txBody>
      </p:sp>
      <p:sp>
        <p:nvSpPr>
          <p:cNvPr id="1223" name="s22-b1local-0">
            <a:extLst>
              <a:ext uri="{FF2B5EF4-FFF2-40B4-BE49-F238E27FC236}">
                <a16:creationId xmlns:a16="http://schemas.microsoft.com/office/drawing/2014/main" id="{D993B89C-8C0F-422C-9B4E-21E779C57378}"/>
              </a:ext>
            </a:extLst>
          </p:cNvPr>
          <p:cNvSpPr>
            <a:spLocks noGrp="1"/>
          </p:cNvSpPr>
          <p:nvPr/>
        </p:nvSpPr>
        <p:spPr>
          <a:xfrm>
            <a:off x="7824960" y="2581200"/>
            <a:ext cx="48528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0</a:t>
            </a:r>
          </a:p>
        </p:txBody>
      </p:sp>
      <p:sp>
        <p:nvSpPr>
          <p:cNvPr id="1224" name="s22-b1local-1">
            <a:extLst>
              <a:ext uri="{FF2B5EF4-FFF2-40B4-BE49-F238E27FC236}">
                <a16:creationId xmlns:a16="http://schemas.microsoft.com/office/drawing/2014/main" id="{BD96618B-139C-44C5-B726-B06250E3F0D8}"/>
              </a:ext>
            </a:extLst>
          </p:cNvPr>
          <p:cNvSpPr>
            <a:spLocks noGrp="1"/>
          </p:cNvSpPr>
          <p:nvPr/>
        </p:nvSpPr>
        <p:spPr>
          <a:xfrm>
            <a:off x="8415360" y="2581200"/>
            <a:ext cx="48528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5</a:t>
            </a:r>
          </a:p>
        </p:txBody>
      </p:sp>
      <p:sp>
        <p:nvSpPr>
          <p:cNvPr id="1225" name="s22-b1local-2">
            <a:extLst>
              <a:ext uri="{FF2B5EF4-FFF2-40B4-BE49-F238E27FC236}">
                <a16:creationId xmlns:a16="http://schemas.microsoft.com/office/drawing/2014/main" id="{D033E62D-01F7-4396-A654-9BBB66DD5942}"/>
              </a:ext>
            </a:extLst>
          </p:cNvPr>
          <p:cNvSpPr>
            <a:spLocks noGrp="1"/>
          </p:cNvSpPr>
          <p:nvPr/>
        </p:nvSpPr>
        <p:spPr>
          <a:xfrm>
            <a:off x="9005760" y="2581200"/>
            <a:ext cx="48528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11</a:t>
            </a:r>
          </a:p>
        </p:txBody>
      </p:sp>
      <p:sp>
        <p:nvSpPr>
          <p:cNvPr id="1226" name="s22-b1local-3">
            <a:extLst>
              <a:ext uri="{FF2B5EF4-FFF2-40B4-BE49-F238E27FC236}">
                <a16:creationId xmlns:a16="http://schemas.microsoft.com/office/drawing/2014/main" id="{177CF0AB-995F-46E7-9806-DB1DEE5FA4AA}"/>
              </a:ext>
            </a:extLst>
          </p:cNvPr>
          <p:cNvSpPr>
            <a:spLocks noGrp="1"/>
          </p:cNvSpPr>
          <p:nvPr/>
        </p:nvSpPr>
        <p:spPr>
          <a:xfrm>
            <a:off x="9596520" y="2581200"/>
            <a:ext cx="485280" cy="3045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18</a:t>
            </a:r>
          </a:p>
        </p:txBody>
      </p:sp>
      <p:sp>
        <p:nvSpPr>
          <p:cNvPr id="1227" name="s22-b1local-label">
            <a:extLst>
              <a:ext uri="{FF2B5EF4-FFF2-40B4-BE49-F238E27FC236}">
                <a16:creationId xmlns:a16="http://schemas.microsoft.com/office/drawing/2014/main" id="{5054DD69-C743-40BA-8A0A-71DF4D9137F0}"/>
              </a:ext>
            </a:extLst>
          </p:cNvPr>
          <p:cNvSpPr>
            <a:spLocks noGrp="1"/>
          </p:cNvSpPr>
          <p:nvPr/>
        </p:nvSpPr>
        <p:spPr>
          <a:xfrm>
            <a:off x="6905520" y="2581200"/>
            <a:ext cx="571320" cy="304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200" b="1" u="none">
                <a:solidFill>
                  <a:srgbClr val="0353A4"/>
                </a:solidFill>
                <a:latin typeface="Arial"/>
                <a:ea typeface="Arial"/>
                <a:cs typeface="Arial"/>
              </a:rPr>
              <a:t>local</a:t>
            </a:r>
          </a:p>
        </p:txBody>
      </p:sp>
      <p:sp>
        <p:nvSpPr>
          <p:cNvPr id="1228" name="s22-b0-smem">
            <a:extLst>
              <a:ext uri="{FF2B5EF4-FFF2-40B4-BE49-F238E27FC236}">
                <a16:creationId xmlns:a16="http://schemas.microsoft.com/office/drawing/2014/main" id="{5FBB96B9-9550-4F4E-8BEB-A1AA29F95FEF}"/>
              </a:ext>
            </a:extLst>
          </p:cNvPr>
          <p:cNvSpPr>
            <a:spLocks noGrp="1"/>
          </p:cNvSpPr>
          <p:nvPr/>
        </p:nvSpPr>
        <p:spPr>
          <a:xfrm>
            <a:off x="4143240" y="2895480"/>
            <a:ext cx="923400" cy="2188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14288">
            <a:solidFill>
              <a:srgbClr val="012345"/>
            </a:solid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200" b="1" u="none">
                <a:solidFill>
                  <a:srgbClr val="001233"/>
                </a:solidFill>
                <a:latin typeface="Courier New"/>
                <a:ea typeface="Courier New"/>
                <a:cs typeface="Courier New"/>
              </a:rPr>
              <a:t>shared</a:t>
            </a:r>
          </a:p>
        </p:txBody>
      </p:sp>
      <p:sp>
        <p:nvSpPr>
          <p:cNvPr id="1229" name="s22-b1-smem">
            <a:extLst>
              <a:ext uri="{FF2B5EF4-FFF2-40B4-BE49-F238E27FC236}">
                <a16:creationId xmlns:a16="http://schemas.microsoft.com/office/drawing/2014/main" id="{21DC77BF-F58D-4804-9EF4-9BB6E2289967}"/>
              </a:ext>
            </a:extLst>
          </p:cNvPr>
          <p:cNvSpPr>
            <a:spLocks noGrp="1"/>
          </p:cNvSpPr>
          <p:nvPr/>
        </p:nvSpPr>
        <p:spPr>
          <a:xfrm>
            <a:off x="9858240" y="2895480"/>
            <a:ext cx="923400" cy="2188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14288">
            <a:solidFill>
              <a:srgbClr val="012345"/>
            </a:solid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200" b="1" u="none">
                <a:solidFill>
                  <a:srgbClr val="001233"/>
                </a:solidFill>
                <a:latin typeface="Courier New"/>
                <a:ea typeface="Courier New"/>
                <a:cs typeface="Courier New"/>
              </a:rPr>
              <a:t>shared</a:t>
            </a:r>
          </a:p>
        </p:txBody>
      </p:sp>
      <p:sp>
        <p:nvSpPr>
          <p:cNvPr id="1230" name="s22-barrier">
            <a:extLst>
              <a:ext uri="{FF2B5EF4-FFF2-40B4-BE49-F238E27FC236}">
                <a16:creationId xmlns:a16="http://schemas.microsoft.com/office/drawing/2014/main" id="{FD4E91EF-0A0C-4CD0-9C88-3F321F39EE2E}"/>
              </a:ext>
            </a:extLst>
          </p:cNvPr>
          <p:cNvSpPr>
            <a:spLocks noGrp="1"/>
          </p:cNvSpPr>
          <p:nvPr/>
        </p:nvSpPr>
        <p:spPr>
          <a:xfrm>
            <a:off x="3143160" y="3219480"/>
            <a:ext cx="5905080" cy="342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390" b="1" u="none">
                <a:solidFill>
                  <a:srgbClr val="FF0000"/>
                </a:solidFill>
                <a:latin typeface="Courier New"/>
                <a:ea typeface="Courier New"/>
                <a:cs typeface="Courier New"/>
              </a:rPr>
              <a:t>BLOCK BARRIER • __syncthreads() STOPS HERE</a:t>
            </a:r>
          </a:p>
        </p:txBody>
      </p:sp>
      <p:sp>
        <p:nvSpPr>
          <p:cNvPr id="1231" name="s22-block-limit-a">
            <a:extLst>
              <a:ext uri="{FF2B5EF4-FFF2-40B4-BE49-F238E27FC236}">
                <a16:creationId xmlns:a16="http://schemas.microsoft.com/office/drawing/2014/main" id="{4434C817-48E5-4302-8815-E15B2EEEE4FF}"/>
              </a:ext>
            </a:extLst>
          </p:cNvPr>
          <p:cNvSpPr>
            <a:spLocks noGrp="1"/>
          </p:cNvSpPr>
          <p:nvPr/>
        </p:nvSpPr>
        <p:spPr>
          <a:xfrm>
            <a:off x="5248080" y="1752480"/>
            <a:ext cx="360" cy="1438200"/>
          </a:xfrm>
          <a:prstGeom prst="line">
            <a:avLst/>
          </a:prstGeom>
          <a:ln w="20955">
            <a:solidFill>
              <a:srgbClr val="FF0000"/>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232" name="s22-block-limit-b">
            <a:extLst>
              <a:ext uri="{FF2B5EF4-FFF2-40B4-BE49-F238E27FC236}">
                <a16:creationId xmlns:a16="http://schemas.microsoft.com/office/drawing/2014/main" id="{F968F6ED-D7B2-4243-8850-7C4DF3D7F841}"/>
              </a:ext>
            </a:extLst>
          </p:cNvPr>
          <p:cNvSpPr>
            <a:spLocks noGrp="1"/>
          </p:cNvSpPr>
          <p:nvPr/>
        </p:nvSpPr>
        <p:spPr>
          <a:xfrm>
            <a:off x="6696000" y="1752480"/>
            <a:ext cx="360" cy="1438200"/>
          </a:xfrm>
          <a:prstGeom prst="line">
            <a:avLst/>
          </a:prstGeom>
          <a:ln w="20955">
            <a:solidFill>
              <a:srgbClr val="FF0000"/>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233" name="s22-kernel-boundary-1">
            <a:extLst>
              <a:ext uri="{FF2B5EF4-FFF2-40B4-BE49-F238E27FC236}">
                <a16:creationId xmlns:a16="http://schemas.microsoft.com/office/drawing/2014/main" id="{D3DCA478-229D-485E-BFFA-D66A1B16BAD5}"/>
              </a:ext>
            </a:extLst>
          </p:cNvPr>
          <p:cNvSpPr>
            <a:spLocks noGrp="1"/>
          </p:cNvSpPr>
          <p:nvPr/>
        </p:nvSpPr>
        <p:spPr>
          <a:xfrm>
            <a:off x="857160" y="3676680"/>
            <a:ext cx="10477080" cy="85320"/>
          </a:xfrm>
          <a:custGeom>
            <a:avLst/>
            <a:gdLst/>
            <a:ahLst/>
            <a:cxnLst/>
            <a:rect l="l" t="t" r="r" b="b"/>
            <a:pathLst>
              <a:path w="10477500" h="85725">
                <a:moveTo>
                  <a:pt x="0" y="47149"/>
                </a:moveTo>
                <a:lnTo>
                  <a:pt x="1676400" y="26575"/>
                </a:lnTo>
                <a:lnTo>
                  <a:pt x="3562350" y="54007"/>
                </a:lnTo>
                <a:lnTo>
                  <a:pt x="5657850" y="31718"/>
                </a:lnTo>
                <a:lnTo>
                  <a:pt x="7753350" y="55721"/>
                </a:lnTo>
                <a:lnTo>
                  <a:pt x="10477500" y="35147"/>
                </a:lnTo>
              </a:path>
              <a:path w="10477500" h="85725">
                <a:moveTo>
                  <a:pt x="0" y="38576"/>
                </a:moveTo>
                <a:lnTo>
                  <a:pt x="1676400" y="35147"/>
                </a:lnTo>
                <a:lnTo>
                  <a:pt x="3562350" y="45434"/>
                </a:lnTo>
                <a:lnTo>
                  <a:pt x="5657850" y="40291"/>
                </a:lnTo>
                <a:lnTo>
                  <a:pt x="7753350" y="47149"/>
                </a:lnTo>
                <a:lnTo>
                  <a:pt x="10477500" y="43720"/>
                </a:lnTo>
              </a:path>
            </a:pathLst>
          </a:custGeom>
          <a:noFill/>
          <a:ln w="28575">
            <a:solidFill>
              <a:srgbClr val="FF0000"/>
            </a:solidFill>
          </a:ln>
        </p:spPr>
        <p:style>
          <a:lnRef idx="0">
            <a:scrgbClr r="0" g="0" b="0"/>
          </a:lnRef>
          <a:fillRef idx="0">
            <a:scrgbClr r="0" g="0" b="0"/>
          </a:fillRef>
          <a:effectRef idx="0">
            <a:scrgbClr r="0" g="0" b="0"/>
          </a:effectRef>
          <a:fontRef idx="minor"/>
        </p:style>
        <p:txBody>
          <a:bodyPr lIns="90000" tIns="40320" rIns="90000" bIns="40320" anchor="t">
            <a:noAutofit/>
          </a:bodyPr>
          <a:lstStyle/>
          <a:p>
            <a:pPr>
              <a:buNone/>
            </a:pPr>
            <a:endParaRPr/>
          </a:p>
        </p:txBody>
      </p:sp>
      <p:sp>
        <p:nvSpPr>
          <p:cNvPr id="1234" name="s22-k2">
            <a:extLst>
              <a:ext uri="{FF2B5EF4-FFF2-40B4-BE49-F238E27FC236}">
                <a16:creationId xmlns:a16="http://schemas.microsoft.com/office/drawing/2014/main" id="{CD9B0361-B0B5-4C64-AD17-0953FCA7CE78}"/>
              </a:ext>
            </a:extLst>
          </p:cNvPr>
          <p:cNvSpPr>
            <a:spLocks noGrp="1"/>
          </p:cNvSpPr>
          <p:nvPr/>
        </p:nvSpPr>
        <p:spPr>
          <a:xfrm>
            <a:off x="1000080" y="3838680"/>
            <a:ext cx="6667200" cy="28548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nSpc>
                <a:spcPct val="100000"/>
              </a:lnSpc>
              <a:buNone/>
            </a:pPr>
            <a:r>
              <a:rPr sz="1350" b="1" u="none">
                <a:solidFill>
                  <a:srgbClr val="0353A4"/>
                </a:solidFill>
                <a:latin typeface="Courier New"/>
                <a:ea typeface="Courier New"/>
                <a:cs typeface="Courier New"/>
              </a:rPr>
              <a:t>KERNEL 2  •  scan block totals in global memory</a:t>
            </a:r>
          </a:p>
        </p:txBody>
      </p:sp>
      <p:sp>
        <p:nvSpPr>
          <p:cNvPr id="1235" name="s22-totals-0">
            <a:extLst>
              <a:ext uri="{FF2B5EF4-FFF2-40B4-BE49-F238E27FC236}">
                <a16:creationId xmlns:a16="http://schemas.microsoft.com/office/drawing/2014/main" id="{55E2958C-5735-4B4B-95F5-622C37B4D78D}"/>
              </a:ext>
            </a:extLst>
          </p:cNvPr>
          <p:cNvSpPr>
            <a:spLocks noGrp="1"/>
          </p:cNvSpPr>
          <p:nvPr/>
        </p:nvSpPr>
        <p:spPr>
          <a:xfrm>
            <a:off x="3914640" y="4210200"/>
            <a:ext cx="62820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16193">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10</a:t>
            </a:r>
          </a:p>
        </p:txBody>
      </p:sp>
      <p:sp>
        <p:nvSpPr>
          <p:cNvPr id="1236" name="s22-totals-1">
            <a:extLst>
              <a:ext uri="{FF2B5EF4-FFF2-40B4-BE49-F238E27FC236}">
                <a16:creationId xmlns:a16="http://schemas.microsoft.com/office/drawing/2014/main" id="{F06F1960-8A26-44A0-A7F8-F5402F8B1D7F}"/>
              </a:ext>
            </a:extLst>
          </p:cNvPr>
          <p:cNvSpPr>
            <a:spLocks noGrp="1"/>
          </p:cNvSpPr>
          <p:nvPr/>
        </p:nvSpPr>
        <p:spPr>
          <a:xfrm>
            <a:off x="4695840" y="4210200"/>
            <a:ext cx="62820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16193">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26</a:t>
            </a:r>
          </a:p>
        </p:txBody>
      </p:sp>
      <p:sp>
        <p:nvSpPr>
          <p:cNvPr id="1237" name="s22-totals-label">
            <a:extLst>
              <a:ext uri="{FF2B5EF4-FFF2-40B4-BE49-F238E27FC236}">
                <a16:creationId xmlns:a16="http://schemas.microsoft.com/office/drawing/2014/main" id="{5610079D-C686-42F6-8902-A8D3868CDEEC}"/>
              </a:ext>
            </a:extLst>
          </p:cNvPr>
          <p:cNvSpPr>
            <a:spLocks noGrp="1"/>
          </p:cNvSpPr>
          <p:nvPr/>
        </p:nvSpPr>
        <p:spPr>
          <a:xfrm>
            <a:off x="2905200" y="4210200"/>
            <a:ext cx="761760" cy="36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200" b="1" u="none">
                <a:solidFill>
                  <a:srgbClr val="0353A4"/>
                </a:solidFill>
                <a:latin typeface="Arial"/>
                <a:ea typeface="Arial"/>
                <a:cs typeface="Arial"/>
              </a:rPr>
              <a:t>totals</a:t>
            </a:r>
          </a:p>
        </p:txBody>
      </p:sp>
      <p:sp>
        <p:nvSpPr>
          <p:cNvPr id="1238" name="s22-offsets-0">
            <a:extLst>
              <a:ext uri="{FF2B5EF4-FFF2-40B4-BE49-F238E27FC236}">
                <a16:creationId xmlns:a16="http://schemas.microsoft.com/office/drawing/2014/main" id="{DBCD6932-912D-47C3-BA50-A3F9AE8947BE}"/>
              </a:ext>
            </a:extLst>
          </p:cNvPr>
          <p:cNvSpPr>
            <a:spLocks noGrp="1"/>
          </p:cNvSpPr>
          <p:nvPr/>
        </p:nvSpPr>
        <p:spPr>
          <a:xfrm>
            <a:off x="7439040" y="4210200"/>
            <a:ext cx="62820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C2C2FF"/>
          </a:solidFill>
          <a:ln w="16193">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0</a:t>
            </a:r>
          </a:p>
        </p:txBody>
      </p:sp>
      <p:sp>
        <p:nvSpPr>
          <p:cNvPr id="1239" name="s22-offsets-1">
            <a:extLst>
              <a:ext uri="{FF2B5EF4-FFF2-40B4-BE49-F238E27FC236}">
                <a16:creationId xmlns:a16="http://schemas.microsoft.com/office/drawing/2014/main" id="{FB672591-3923-478F-B473-E93B29CBF797}"/>
              </a:ext>
            </a:extLst>
          </p:cNvPr>
          <p:cNvSpPr>
            <a:spLocks noGrp="1"/>
          </p:cNvSpPr>
          <p:nvPr/>
        </p:nvSpPr>
        <p:spPr>
          <a:xfrm>
            <a:off x="8220240" y="4210200"/>
            <a:ext cx="628200" cy="3614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C2C2FF"/>
          </a:solidFill>
          <a:ln w="16193">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10</a:t>
            </a:r>
          </a:p>
        </p:txBody>
      </p:sp>
      <p:sp>
        <p:nvSpPr>
          <p:cNvPr id="1240" name="s22-offsets-label">
            <a:extLst>
              <a:ext uri="{FF2B5EF4-FFF2-40B4-BE49-F238E27FC236}">
                <a16:creationId xmlns:a16="http://schemas.microsoft.com/office/drawing/2014/main" id="{7D93E15A-1729-4547-8364-347D2E850893}"/>
              </a:ext>
            </a:extLst>
          </p:cNvPr>
          <p:cNvSpPr>
            <a:spLocks noGrp="1"/>
          </p:cNvSpPr>
          <p:nvPr/>
        </p:nvSpPr>
        <p:spPr>
          <a:xfrm>
            <a:off x="6429240" y="4210200"/>
            <a:ext cx="761760" cy="36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200" b="1" u="none">
                <a:solidFill>
                  <a:srgbClr val="0353A4"/>
                </a:solidFill>
                <a:latin typeface="Arial"/>
                <a:ea typeface="Arial"/>
                <a:cs typeface="Arial"/>
              </a:rPr>
              <a:t>offsets</a:t>
            </a:r>
          </a:p>
        </p:txBody>
      </p:sp>
      <p:cxnSp>
        <p:nvCxnSpPr>
          <p:cNvPr id="1297" name="s22-flow-s22-totals-1-s22-offsets-0"/>
          <p:cNvCxnSpPr>
            <a:stCxn id="1236" idx="3"/>
            <a:endCxn id="1238" idx="1"/>
          </p:cNvCxnSpPr>
          <p:nvPr/>
        </p:nvCxnSpPr>
        <p:spPr>
          <a:xfrm>
            <a:off x="5324040" y="4390920"/>
            <a:ext cx="2115360" cy="360"/>
          </a:xfrm>
          <a:prstGeom prst="straightConnector1">
            <a:avLst/>
          </a:prstGeom>
          <a:ln w="33338">
            <a:solidFill>
              <a:srgbClr val="0353A4"/>
            </a:solidFill>
            <a:round/>
            <a:tailEnd type="triangle" w="sm" len="sm"/>
          </a:ln>
        </p:spPr>
      </p:cxnSp>
      <p:sp>
        <p:nvSpPr>
          <p:cNvPr id="1242" name="s22-kernel-boundary-2">
            <a:extLst>
              <a:ext uri="{FF2B5EF4-FFF2-40B4-BE49-F238E27FC236}">
                <a16:creationId xmlns:a16="http://schemas.microsoft.com/office/drawing/2014/main" id="{B6254A60-98CA-4B12-9F75-4F4329F7E916}"/>
              </a:ext>
            </a:extLst>
          </p:cNvPr>
          <p:cNvSpPr>
            <a:spLocks noGrp="1"/>
          </p:cNvSpPr>
          <p:nvPr/>
        </p:nvSpPr>
        <p:spPr>
          <a:xfrm>
            <a:off x="857160" y="4676760"/>
            <a:ext cx="10477080" cy="85320"/>
          </a:xfrm>
          <a:custGeom>
            <a:avLst/>
            <a:gdLst/>
            <a:ahLst/>
            <a:cxnLst/>
            <a:rect l="l" t="t" r="r" b="b"/>
            <a:pathLst>
              <a:path w="10477500" h="85725">
                <a:moveTo>
                  <a:pt x="0" y="47149"/>
                </a:moveTo>
                <a:lnTo>
                  <a:pt x="1676400" y="26575"/>
                </a:lnTo>
                <a:lnTo>
                  <a:pt x="3562350" y="54007"/>
                </a:lnTo>
                <a:lnTo>
                  <a:pt x="5657850" y="31718"/>
                </a:lnTo>
                <a:lnTo>
                  <a:pt x="7753350" y="55721"/>
                </a:lnTo>
                <a:lnTo>
                  <a:pt x="10477500" y="35147"/>
                </a:lnTo>
              </a:path>
              <a:path w="10477500" h="85725">
                <a:moveTo>
                  <a:pt x="0" y="38576"/>
                </a:moveTo>
                <a:lnTo>
                  <a:pt x="1676400" y="35147"/>
                </a:lnTo>
                <a:lnTo>
                  <a:pt x="3562350" y="45434"/>
                </a:lnTo>
                <a:lnTo>
                  <a:pt x="5657850" y="40291"/>
                </a:lnTo>
                <a:lnTo>
                  <a:pt x="7753350" y="47149"/>
                </a:lnTo>
                <a:lnTo>
                  <a:pt x="10477500" y="43720"/>
                </a:lnTo>
              </a:path>
            </a:pathLst>
          </a:custGeom>
          <a:noFill/>
          <a:ln w="28575">
            <a:solidFill>
              <a:srgbClr val="FF0000"/>
            </a:solidFill>
          </a:ln>
        </p:spPr>
        <p:style>
          <a:lnRef idx="0">
            <a:scrgbClr r="0" g="0" b="0"/>
          </a:lnRef>
          <a:fillRef idx="0">
            <a:scrgbClr r="0" g="0" b="0"/>
          </a:fillRef>
          <a:effectRef idx="0">
            <a:scrgbClr r="0" g="0" b="0"/>
          </a:effectRef>
          <a:fontRef idx="minor"/>
        </p:style>
        <p:txBody>
          <a:bodyPr lIns="90000" tIns="40320" rIns="90000" bIns="40320" anchor="t">
            <a:noAutofit/>
          </a:bodyPr>
          <a:lstStyle/>
          <a:p>
            <a:pPr>
              <a:buNone/>
            </a:pPr>
            <a:endParaRPr/>
          </a:p>
        </p:txBody>
      </p:sp>
      <p:sp>
        <p:nvSpPr>
          <p:cNvPr id="1243" name="s22-k3">
            <a:extLst>
              <a:ext uri="{FF2B5EF4-FFF2-40B4-BE49-F238E27FC236}">
                <a16:creationId xmlns:a16="http://schemas.microsoft.com/office/drawing/2014/main" id="{6E342762-0CF1-4934-8323-DD95F499BD21}"/>
              </a:ext>
            </a:extLst>
          </p:cNvPr>
          <p:cNvSpPr>
            <a:spLocks noGrp="1"/>
          </p:cNvSpPr>
          <p:nvPr/>
        </p:nvSpPr>
        <p:spPr>
          <a:xfrm>
            <a:off x="1000080" y="4819680"/>
            <a:ext cx="7810200" cy="28548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nSpc>
                <a:spcPct val="100000"/>
              </a:lnSpc>
              <a:buNone/>
            </a:pPr>
            <a:r>
              <a:rPr sz="1350" b="1" u="none">
                <a:solidFill>
                  <a:srgbClr val="0353A4"/>
                </a:solidFill>
                <a:latin typeface="Courier New"/>
                <a:ea typeface="Courier New"/>
                <a:cs typeface="Courier New"/>
              </a:rPr>
              <a:t>KERNEL 3  •  add each block offset and write the grid result</a:t>
            </a:r>
          </a:p>
        </p:txBody>
      </p:sp>
      <p:sp>
        <p:nvSpPr>
          <p:cNvPr id="1244" name="s22-result-0">
            <a:extLst>
              <a:ext uri="{FF2B5EF4-FFF2-40B4-BE49-F238E27FC236}">
                <a16:creationId xmlns:a16="http://schemas.microsoft.com/office/drawing/2014/main" id="{5DBA650C-5585-4F33-9A55-975FD8ED5B12}"/>
              </a:ext>
            </a:extLst>
          </p:cNvPr>
          <p:cNvSpPr>
            <a:spLocks noGrp="1"/>
          </p:cNvSpPr>
          <p:nvPr/>
        </p:nvSpPr>
        <p:spPr>
          <a:xfrm>
            <a:off x="3371760" y="525780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0</a:t>
            </a:r>
          </a:p>
        </p:txBody>
      </p:sp>
      <p:sp>
        <p:nvSpPr>
          <p:cNvPr id="1245" name="s22-result-1">
            <a:extLst>
              <a:ext uri="{FF2B5EF4-FFF2-40B4-BE49-F238E27FC236}">
                <a16:creationId xmlns:a16="http://schemas.microsoft.com/office/drawing/2014/main" id="{CF05B154-9F36-4BE8-BAF3-032CFD5422A3}"/>
              </a:ext>
            </a:extLst>
          </p:cNvPr>
          <p:cNvSpPr>
            <a:spLocks noGrp="1"/>
          </p:cNvSpPr>
          <p:nvPr/>
        </p:nvSpPr>
        <p:spPr>
          <a:xfrm>
            <a:off x="4095720" y="525780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a:t>
            </a:r>
          </a:p>
        </p:txBody>
      </p:sp>
      <p:sp>
        <p:nvSpPr>
          <p:cNvPr id="1246" name="s22-result-2">
            <a:extLst>
              <a:ext uri="{FF2B5EF4-FFF2-40B4-BE49-F238E27FC236}">
                <a16:creationId xmlns:a16="http://schemas.microsoft.com/office/drawing/2014/main" id="{21C5EB90-1636-47EC-8A6B-25EDDCF60BD7}"/>
              </a:ext>
            </a:extLst>
          </p:cNvPr>
          <p:cNvSpPr>
            <a:spLocks noGrp="1"/>
          </p:cNvSpPr>
          <p:nvPr/>
        </p:nvSpPr>
        <p:spPr>
          <a:xfrm>
            <a:off x="4819680" y="525780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3</a:t>
            </a:r>
          </a:p>
        </p:txBody>
      </p:sp>
      <p:sp>
        <p:nvSpPr>
          <p:cNvPr id="1247" name="s22-result-3">
            <a:extLst>
              <a:ext uri="{FF2B5EF4-FFF2-40B4-BE49-F238E27FC236}">
                <a16:creationId xmlns:a16="http://schemas.microsoft.com/office/drawing/2014/main" id="{11605378-C625-4177-BCFE-C9E93C56549A}"/>
              </a:ext>
            </a:extLst>
          </p:cNvPr>
          <p:cNvSpPr>
            <a:spLocks noGrp="1"/>
          </p:cNvSpPr>
          <p:nvPr/>
        </p:nvSpPr>
        <p:spPr>
          <a:xfrm>
            <a:off x="5543640" y="525780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6</a:t>
            </a:r>
          </a:p>
        </p:txBody>
      </p:sp>
      <p:sp>
        <p:nvSpPr>
          <p:cNvPr id="1248" name="s22-result-4">
            <a:extLst>
              <a:ext uri="{FF2B5EF4-FFF2-40B4-BE49-F238E27FC236}">
                <a16:creationId xmlns:a16="http://schemas.microsoft.com/office/drawing/2014/main" id="{4755842C-31BE-4327-A014-FF958FC960EF}"/>
              </a:ext>
            </a:extLst>
          </p:cNvPr>
          <p:cNvSpPr>
            <a:spLocks noGrp="1"/>
          </p:cNvSpPr>
          <p:nvPr/>
        </p:nvSpPr>
        <p:spPr>
          <a:xfrm>
            <a:off x="6267600" y="525780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23813">
            <a:solidFill>
              <a:srgbClr val="FF0000"/>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10</a:t>
            </a:r>
          </a:p>
        </p:txBody>
      </p:sp>
      <p:sp>
        <p:nvSpPr>
          <p:cNvPr id="1249" name="s22-result-5">
            <a:extLst>
              <a:ext uri="{FF2B5EF4-FFF2-40B4-BE49-F238E27FC236}">
                <a16:creationId xmlns:a16="http://schemas.microsoft.com/office/drawing/2014/main" id="{F054C59B-32D4-4CB1-ABD7-5D70249AE5E9}"/>
              </a:ext>
            </a:extLst>
          </p:cNvPr>
          <p:cNvSpPr>
            <a:spLocks noGrp="1"/>
          </p:cNvSpPr>
          <p:nvPr/>
        </p:nvSpPr>
        <p:spPr>
          <a:xfrm>
            <a:off x="6991200" y="525780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15</a:t>
            </a:r>
          </a:p>
        </p:txBody>
      </p:sp>
      <p:sp>
        <p:nvSpPr>
          <p:cNvPr id="1250" name="s22-result-6">
            <a:extLst>
              <a:ext uri="{FF2B5EF4-FFF2-40B4-BE49-F238E27FC236}">
                <a16:creationId xmlns:a16="http://schemas.microsoft.com/office/drawing/2014/main" id="{A2B3F6DF-E953-4A4E-B706-AC3636299EE2}"/>
              </a:ext>
            </a:extLst>
          </p:cNvPr>
          <p:cNvSpPr>
            <a:spLocks noGrp="1"/>
          </p:cNvSpPr>
          <p:nvPr/>
        </p:nvSpPr>
        <p:spPr>
          <a:xfrm>
            <a:off x="7715160" y="525780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21</a:t>
            </a:r>
          </a:p>
        </p:txBody>
      </p:sp>
      <p:sp>
        <p:nvSpPr>
          <p:cNvPr id="1251" name="s22-result-7">
            <a:extLst>
              <a:ext uri="{FF2B5EF4-FFF2-40B4-BE49-F238E27FC236}">
                <a16:creationId xmlns:a16="http://schemas.microsoft.com/office/drawing/2014/main" id="{E6A511F2-74F3-49DB-A4B0-007DC51717AC}"/>
              </a:ext>
            </a:extLst>
          </p:cNvPr>
          <p:cNvSpPr>
            <a:spLocks noGrp="1"/>
          </p:cNvSpPr>
          <p:nvPr/>
        </p:nvSpPr>
        <p:spPr>
          <a:xfrm>
            <a:off x="8439120" y="5257800"/>
            <a:ext cx="571320" cy="3996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524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0" u="none">
                <a:solidFill>
                  <a:srgbClr val="001233"/>
                </a:solidFill>
                <a:latin typeface="Courier New"/>
                <a:ea typeface="Courier New"/>
                <a:cs typeface="Courier New"/>
              </a:rPr>
              <a:t>28</a:t>
            </a:r>
          </a:p>
        </p:txBody>
      </p:sp>
      <p:sp>
        <p:nvSpPr>
          <p:cNvPr id="1252" name="s22-result-label">
            <a:extLst>
              <a:ext uri="{FF2B5EF4-FFF2-40B4-BE49-F238E27FC236}">
                <a16:creationId xmlns:a16="http://schemas.microsoft.com/office/drawing/2014/main" id="{B3D75234-A714-4E5C-A89E-2225FA565686}"/>
              </a:ext>
            </a:extLst>
          </p:cNvPr>
          <p:cNvSpPr>
            <a:spLocks noGrp="1"/>
          </p:cNvSpPr>
          <p:nvPr/>
        </p:nvSpPr>
        <p:spPr>
          <a:xfrm>
            <a:off x="1857240" y="5257800"/>
            <a:ext cx="71388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a:lnSpc>
                <a:spcPct val="100000"/>
              </a:lnSpc>
              <a:buNone/>
            </a:pPr>
            <a:r>
              <a:rPr sz="1200" b="1" u="none">
                <a:solidFill>
                  <a:srgbClr val="0353A4"/>
                </a:solidFill>
                <a:latin typeface="Arial"/>
                <a:ea typeface="Arial"/>
                <a:cs typeface="Arial"/>
              </a:rPr>
              <a:t>grid</a:t>
            </a:r>
          </a:p>
        </p:txBody>
      </p:sp>
      <p:sp>
        <p:nvSpPr>
          <p:cNvPr id="1253" name="s22-result-block-boundary">
            <a:extLst>
              <a:ext uri="{FF2B5EF4-FFF2-40B4-BE49-F238E27FC236}">
                <a16:creationId xmlns:a16="http://schemas.microsoft.com/office/drawing/2014/main" id="{3514A7F4-C9C4-4E8D-863F-2D7B62E527D6}"/>
              </a:ext>
            </a:extLst>
          </p:cNvPr>
          <p:cNvSpPr>
            <a:spLocks noGrp="1"/>
          </p:cNvSpPr>
          <p:nvPr/>
        </p:nvSpPr>
        <p:spPr>
          <a:xfrm>
            <a:off x="6143400" y="5190840"/>
            <a:ext cx="360" cy="514440"/>
          </a:xfrm>
          <a:prstGeom prst="line">
            <a:avLst/>
          </a:prstGeom>
          <a:ln w="19050">
            <a:solidFill>
              <a:srgbClr val="FF0000"/>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254" name="s22-offset-add">
            <a:extLst>
              <a:ext uri="{FF2B5EF4-FFF2-40B4-BE49-F238E27FC236}">
                <a16:creationId xmlns:a16="http://schemas.microsoft.com/office/drawing/2014/main" id="{8820C880-19E1-4690-A8B0-75737C611E67}"/>
              </a:ext>
            </a:extLst>
          </p:cNvPr>
          <p:cNvSpPr>
            <a:spLocks noGrp="1"/>
          </p:cNvSpPr>
          <p:nvPr/>
        </p:nvSpPr>
        <p:spPr>
          <a:xfrm>
            <a:off x="5810400" y="5695920"/>
            <a:ext cx="1618920" cy="28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200" b="1" u="none">
                <a:solidFill>
                  <a:srgbClr val="FF0000"/>
                </a:solidFill>
                <a:latin typeface="Arial"/>
                <a:ea typeface="Arial"/>
                <a:cs typeface="Arial"/>
              </a:rPr>
              <a:t>+10 offset</a:t>
            </a:r>
          </a:p>
        </p:txBody>
      </p:sp>
      <p:sp>
        <p:nvSpPr>
          <p:cNvPr id="1255" name="s22-source">
            <a:extLst>
              <a:ext uri="{FF2B5EF4-FFF2-40B4-BE49-F238E27FC236}">
                <a16:creationId xmlns:a16="http://schemas.microsoft.com/office/drawing/2014/main" id="{96E0A000-C57C-4A96-9155-5F1E52184B03}"/>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Sources: NVIDIA CUDA C Programming Guide and CUB DeviceScan documentation. Values are an exact two-block exclusive-scan example.</a:t>
            </a:r>
          </a:p>
        </p:txBody>
      </p:sp>
    </p:spTree>
    <p:extLst>
      <p:ext uri="{BB962C8B-B14F-4D97-AF65-F5344CB8AC3E}">
        <p14:creationId xmlns:p14="http://schemas.microsoft.com/office/powerpoint/2010/main" val="20660490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6" name="PlaceHolder 1">
            <a:extLst>
              <a:ext uri="{FF2B5EF4-FFF2-40B4-BE49-F238E27FC236}">
                <a16:creationId xmlns:a16="http://schemas.microsoft.com/office/drawing/2014/main" id="{A07A927F-46FD-4394-9F3B-FC0AC436844D}"/>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3000" b="1" u="none">
                <a:solidFill>
                  <a:srgbClr val="001233"/>
                </a:solidFill>
                <a:latin typeface="Arial"/>
                <a:ea typeface="Arial"/>
                <a:cs typeface="Arial"/>
              </a:rPr>
              <a:t>Tensor Core Scope</a:t>
            </a:r>
          </a:p>
        </p:txBody>
      </p:sp>
      <p:sp>
        <p:nvSpPr>
          <p:cNvPr id="1257" name="s23-page-number">
            <a:extLst>
              <a:ext uri="{FF2B5EF4-FFF2-40B4-BE49-F238E27FC236}">
                <a16:creationId xmlns:a16="http://schemas.microsoft.com/office/drawing/2014/main" id="{B402639E-F1C6-4B47-9CBC-52B52253243C}"/>
              </a:ext>
            </a:extLst>
          </p:cNvPr>
          <p:cNvSpPr>
            <a:spLocks noGrp="1"/>
          </p:cNvSpPr>
          <p:nvPr/>
        </p:nvSpPr>
        <p:spPr>
          <a:xfrm>
            <a:off x="11487240" y="6453360"/>
            <a:ext cx="456840" cy="264600"/>
          </a:xfrm>
          <a:prstGeom prst="rect">
            <a:avLst/>
          </a:prstGeom>
          <a:noFill/>
          <a:ln w="0">
            <a:noFill/>
          </a:ln>
        </p:spPr>
        <p:style>
          <a:lnRef idx="0">
            <a:scrgbClr r="0" g="0" b="0"/>
          </a:lnRef>
          <a:fillRef idx="0">
            <a:scrgbClr r="0" g="0" b="0"/>
          </a:fillRef>
          <a:effectRef idx="0">
            <a:scrgbClr r="0" g="0" b="0"/>
          </a:effectRef>
          <a:fontRef idx="minor"/>
        </p:style>
        <p:txBody>
          <a:bodyPr lIns="45720" rIns="45720" anchor="ctr">
            <a:noAutofit/>
          </a:bodyPr>
          <a:lstStyle/>
          <a:p>
            <a:pPr algn="r">
              <a:lnSpc>
                <a:spcPct val="100000"/>
              </a:lnSpc>
              <a:buNone/>
            </a:pPr>
            <a:r>
              <a:rPr sz="900" b="0" u="none">
                <a:solidFill>
                  <a:srgbClr val="88888D"/>
                </a:solidFill>
                <a:latin typeface="Arial"/>
                <a:ea typeface="Arial"/>
                <a:cs typeface="Arial"/>
              </a:rPr>
              <a:t>23</a:t>
            </a:r>
          </a:p>
        </p:txBody>
      </p:sp>
      <p:sp>
        <p:nvSpPr>
          <p:cNvPr id="1258" name="s23-subtitle">
            <a:extLst>
              <a:ext uri="{FF2B5EF4-FFF2-40B4-BE49-F238E27FC236}">
                <a16:creationId xmlns:a16="http://schemas.microsoft.com/office/drawing/2014/main" id="{FE004739-037C-4AF4-991A-98A3A3AC69E0}"/>
              </a:ext>
            </a:extLst>
          </p:cNvPr>
          <p:cNvSpPr>
            <a:spLocks noGrp="1"/>
          </p:cNvSpPr>
          <p:nvPr/>
        </p:nvSpPr>
        <p:spPr>
          <a:xfrm>
            <a:off x="733320" y="1047600"/>
            <a:ext cx="9239040" cy="28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350" b="1" u="none">
                <a:solidFill>
                  <a:srgbClr val="001233"/>
                </a:solidFill>
                <a:latin typeface="Arial"/>
                <a:ea typeface="Arial"/>
                <a:cs typeface="Arial"/>
              </a:rPr>
              <a:t>The operation contract decides which execution path inside the SM is eligible</a:t>
            </a:r>
          </a:p>
        </p:txBody>
      </p:sp>
      <p:sp>
        <p:nvSpPr>
          <p:cNvPr id="1259" name="s23-sm-shell">
            <a:extLst>
              <a:ext uri="{FF2B5EF4-FFF2-40B4-BE49-F238E27FC236}">
                <a16:creationId xmlns:a16="http://schemas.microsoft.com/office/drawing/2014/main" id="{0B556E26-856A-4C39-8EC5-029B3FCF5DF3}"/>
              </a:ext>
            </a:extLst>
          </p:cNvPr>
          <p:cNvSpPr>
            <a:spLocks noGrp="1"/>
          </p:cNvSpPr>
          <p:nvPr/>
        </p:nvSpPr>
        <p:spPr>
          <a:xfrm>
            <a:off x="2381400" y="1571760"/>
            <a:ext cx="7524360" cy="37144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20955">
            <a:solidFill>
              <a:srgbClr val="012345"/>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260" name="s23-sm-title">
            <a:extLst>
              <a:ext uri="{FF2B5EF4-FFF2-40B4-BE49-F238E27FC236}">
                <a16:creationId xmlns:a16="http://schemas.microsoft.com/office/drawing/2014/main" id="{EDC6EA5C-8598-4E84-8696-ED3341C91D4D}"/>
              </a:ext>
            </a:extLst>
          </p:cNvPr>
          <p:cNvSpPr>
            <a:spLocks noGrp="1"/>
          </p:cNvSpPr>
          <p:nvPr/>
        </p:nvSpPr>
        <p:spPr>
          <a:xfrm>
            <a:off x="2666880" y="1695600"/>
            <a:ext cx="1714320" cy="3236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800" b="1" u="none">
                <a:solidFill>
                  <a:srgbClr val="001233"/>
                </a:solidFill>
                <a:latin typeface="Courier New"/>
                <a:ea typeface="Courier New"/>
                <a:cs typeface="Courier New"/>
              </a:rPr>
              <a:t>ONE SM</a:t>
            </a:r>
          </a:p>
        </p:txBody>
      </p:sp>
      <p:sp>
        <p:nvSpPr>
          <p:cNvPr id="1261" name="s23-sched-0">
            <a:extLst>
              <a:ext uri="{FF2B5EF4-FFF2-40B4-BE49-F238E27FC236}">
                <a16:creationId xmlns:a16="http://schemas.microsoft.com/office/drawing/2014/main" id="{7B808D0E-D43F-4575-925D-E4789F7112FF}"/>
              </a:ext>
            </a:extLst>
          </p:cNvPr>
          <p:cNvSpPr>
            <a:spLocks noGrp="1"/>
          </p:cNvSpPr>
          <p:nvPr/>
        </p:nvSpPr>
        <p:spPr>
          <a:xfrm>
            <a:off x="4619520" y="1762200"/>
            <a:ext cx="952200" cy="275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C2C2FF"/>
          </a:solidFill>
          <a:ln w="13335">
            <a:solidFill>
              <a:srgbClr val="012345"/>
            </a:solidFill>
          </a:ln>
        </p:spPr>
        <p:style>
          <a:lnRef idx="0">
            <a:scrgbClr r="0" g="0" b="0"/>
          </a:lnRef>
          <a:fillRef idx="0">
            <a:scrgbClr r="0" g="0" b="0"/>
          </a:fillRef>
          <a:effectRef idx="0">
            <a:scrgbClr r="0" g="0" b="0"/>
          </a:effectRef>
          <a:fontRef idx="minor"/>
        </p:style>
        <p:txBody>
          <a:bodyPr lIns="9360" tIns="0" rIns="9360" bIns="0" anchor="ctr">
            <a:normAutofit fontScale="70000" lnSpcReduction="19999"/>
          </a:bodyPr>
          <a:lstStyle/>
          <a:p>
            <a:pPr>
              <a:buNone/>
            </a:pPr>
            <a:endParaRPr/>
          </a:p>
        </p:txBody>
      </p:sp>
      <p:sp>
        <p:nvSpPr>
          <p:cNvPr id="1262" name="s23-sched-1">
            <a:extLst>
              <a:ext uri="{FF2B5EF4-FFF2-40B4-BE49-F238E27FC236}">
                <a16:creationId xmlns:a16="http://schemas.microsoft.com/office/drawing/2014/main" id="{D670446A-C604-4C47-84E0-264C54A3303E}"/>
              </a:ext>
            </a:extLst>
          </p:cNvPr>
          <p:cNvSpPr>
            <a:spLocks noGrp="1"/>
          </p:cNvSpPr>
          <p:nvPr/>
        </p:nvSpPr>
        <p:spPr>
          <a:xfrm>
            <a:off x="5743440" y="1762200"/>
            <a:ext cx="952200" cy="275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C2C2FF"/>
          </a:solidFill>
          <a:ln w="13335">
            <a:solidFill>
              <a:srgbClr val="012345"/>
            </a:solidFill>
          </a:ln>
        </p:spPr>
        <p:style>
          <a:lnRef idx="0">
            <a:scrgbClr r="0" g="0" b="0"/>
          </a:lnRef>
          <a:fillRef idx="0">
            <a:scrgbClr r="0" g="0" b="0"/>
          </a:fillRef>
          <a:effectRef idx="0">
            <a:scrgbClr r="0" g="0" b="0"/>
          </a:effectRef>
          <a:fontRef idx="minor"/>
        </p:style>
        <p:txBody>
          <a:bodyPr lIns="9360" tIns="0" rIns="9360" bIns="0" anchor="ctr">
            <a:normAutofit fontScale="70000" lnSpcReduction="19999"/>
          </a:bodyPr>
          <a:lstStyle/>
          <a:p>
            <a:pPr>
              <a:buNone/>
            </a:pPr>
            <a:endParaRPr/>
          </a:p>
        </p:txBody>
      </p:sp>
      <p:sp>
        <p:nvSpPr>
          <p:cNvPr id="1263" name="s23-sched-2">
            <a:extLst>
              <a:ext uri="{FF2B5EF4-FFF2-40B4-BE49-F238E27FC236}">
                <a16:creationId xmlns:a16="http://schemas.microsoft.com/office/drawing/2014/main" id="{40912BAB-578E-4BF8-8CAB-07B8DF5C3F3A}"/>
              </a:ext>
            </a:extLst>
          </p:cNvPr>
          <p:cNvSpPr>
            <a:spLocks noGrp="1"/>
          </p:cNvSpPr>
          <p:nvPr/>
        </p:nvSpPr>
        <p:spPr>
          <a:xfrm>
            <a:off x="6867360" y="1762200"/>
            <a:ext cx="952200" cy="275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C2C2FF"/>
          </a:solidFill>
          <a:ln w="13335">
            <a:solidFill>
              <a:srgbClr val="012345"/>
            </a:solidFill>
          </a:ln>
        </p:spPr>
        <p:style>
          <a:lnRef idx="0">
            <a:scrgbClr r="0" g="0" b="0"/>
          </a:lnRef>
          <a:fillRef idx="0">
            <a:scrgbClr r="0" g="0" b="0"/>
          </a:fillRef>
          <a:effectRef idx="0">
            <a:scrgbClr r="0" g="0" b="0"/>
          </a:effectRef>
          <a:fontRef idx="minor"/>
        </p:style>
        <p:txBody>
          <a:bodyPr lIns="9360" tIns="0" rIns="9360" bIns="0" anchor="ctr">
            <a:normAutofit fontScale="70000" lnSpcReduction="19999"/>
          </a:bodyPr>
          <a:lstStyle/>
          <a:p>
            <a:pPr>
              <a:buNone/>
            </a:pPr>
            <a:endParaRPr/>
          </a:p>
        </p:txBody>
      </p:sp>
      <p:sp>
        <p:nvSpPr>
          <p:cNvPr id="1264" name="s23-sched-3">
            <a:extLst>
              <a:ext uri="{FF2B5EF4-FFF2-40B4-BE49-F238E27FC236}">
                <a16:creationId xmlns:a16="http://schemas.microsoft.com/office/drawing/2014/main" id="{474254D6-A95C-4CEB-B2BC-9E8F037FA699}"/>
              </a:ext>
            </a:extLst>
          </p:cNvPr>
          <p:cNvSpPr>
            <a:spLocks noGrp="1"/>
          </p:cNvSpPr>
          <p:nvPr/>
        </p:nvSpPr>
        <p:spPr>
          <a:xfrm>
            <a:off x="7991640" y="1762200"/>
            <a:ext cx="952200" cy="275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C2C2FF"/>
          </a:solidFill>
          <a:ln w="13335">
            <a:solidFill>
              <a:srgbClr val="012345"/>
            </a:solidFill>
          </a:ln>
        </p:spPr>
        <p:style>
          <a:lnRef idx="0">
            <a:scrgbClr r="0" g="0" b="0"/>
          </a:lnRef>
          <a:fillRef idx="0">
            <a:scrgbClr r="0" g="0" b="0"/>
          </a:fillRef>
          <a:effectRef idx="0">
            <a:scrgbClr r="0" g="0" b="0"/>
          </a:effectRef>
          <a:fontRef idx="minor"/>
        </p:style>
        <p:txBody>
          <a:bodyPr lIns="9360" tIns="0" rIns="9360" bIns="0" anchor="ctr">
            <a:normAutofit fontScale="70000" lnSpcReduction="19999"/>
          </a:bodyPr>
          <a:lstStyle/>
          <a:p>
            <a:pPr>
              <a:buNone/>
            </a:pPr>
            <a:endParaRPr/>
          </a:p>
        </p:txBody>
      </p:sp>
      <p:sp>
        <p:nvSpPr>
          <p:cNvPr id="1265" name="s23-sched-label">
            <a:extLst>
              <a:ext uri="{FF2B5EF4-FFF2-40B4-BE49-F238E27FC236}">
                <a16:creationId xmlns:a16="http://schemas.microsoft.com/office/drawing/2014/main" id="{109E0D68-F5FB-4606-B7EA-6B1286D9181D}"/>
              </a:ext>
            </a:extLst>
          </p:cNvPr>
          <p:cNvSpPr>
            <a:spLocks noGrp="1"/>
          </p:cNvSpPr>
          <p:nvPr/>
        </p:nvSpPr>
        <p:spPr>
          <a:xfrm>
            <a:off x="4619520" y="1771560"/>
            <a:ext cx="4323960" cy="25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200" b="1" u="none">
                <a:solidFill>
                  <a:srgbClr val="001233"/>
                </a:solidFill>
                <a:latin typeface="Courier New"/>
                <a:ea typeface="Courier New"/>
                <a:cs typeface="Courier New"/>
              </a:rPr>
              <a:t>4 WARP SCHEDULERS</a:t>
            </a:r>
          </a:p>
        </p:txBody>
      </p:sp>
      <p:sp>
        <p:nvSpPr>
          <p:cNvPr id="1266" name="s23-prefix-frame">
            <a:extLst>
              <a:ext uri="{FF2B5EF4-FFF2-40B4-BE49-F238E27FC236}">
                <a16:creationId xmlns:a16="http://schemas.microsoft.com/office/drawing/2014/main" id="{A9AC5804-28AF-4D55-A4E2-D8E510BF191B}"/>
              </a:ext>
            </a:extLst>
          </p:cNvPr>
          <p:cNvSpPr>
            <a:spLocks noGrp="1"/>
          </p:cNvSpPr>
          <p:nvPr/>
        </p:nvSpPr>
        <p:spPr>
          <a:xfrm>
            <a:off x="552600" y="2647800"/>
            <a:ext cx="1952280" cy="44748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17145">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267" name="s23-prefix-0">
            <a:extLst>
              <a:ext uri="{FF2B5EF4-FFF2-40B4-BE49-F238E27FC236}">
                <a16:creationId xmlns:a16="http://schemas.microsoft.com/office/drawing/2014/main" id="{3B0F1D31-4885-4A9D-BA3F-354347640334}"/>
              </a:ext>
            </a:extLst>
          </p:cNvPr>
          <p:cNvSpPr>
            <a:spLocks noGrp="1"/>
          </p:cNvSpPr>
          <p:nvPr/>
        </p:nvSpPr>
        <p:spPr>
          <a:xfrm>
            <a:off x="752400" y="2714760"/>
            <a:ext cx="171000" cy="304560"/>
          </a:xfrm>
          <a:prstGeom prst="rect">
            <a:avLst/>
          </a:prstGeom>
          <a:solidFill>
            <a:srgbClr val="BCDCFE"/>
          </a:solidFill>
          <a:ln w="12383">
            <a:solidFill>
              <a:srgbClr val="0353A4"/>
            </a:solidFill>
          </a:ln>
        </p:spPr>
        <p:style>
          <a:lnRef idx="0">
            <a:scrgbClr r="0" g="0" b="0"/>
          </a:lnRef>
          <a:fillRef idx="0">
            <a:scrgbClr r="0" g="0" b="0"/>
          </a:fillRef>
          <a:effectRef idx="0">
            <a:scrgbClr r="0" g="0" b="0"/>
          </a:effectRef>
          <a:fontRef idx="minor"/>
        </p:style>
        <p:txBody>
          <a:bodyPr lIns="9360" tIns="0" rIns="9360" bIns="0" anchor="ctr">
            <a:normAutofit/>
          </a:bodyPr>
          <a:lstStyle/>
          <a:p>
            <a:pPr algn="ctr">
              <a:lnSpc>
                <a:spcPct val="100000"/>
              </a:lnSpc>
              <a:buNone/>
            </a:pPr>
            <a:r>
              <a:rPr sz="1200" b="0" u="none">
                <a:solidFill>
                  <a:srgbClr val="001233"/>
                </a:solidFill>
                <a:latin typeface="Courier New"/>
                <a:ea typeface="Courier New"/>
                <a:cs typeface="Courier New"/>
              </a:rPr>
              <a:t>3</a:t>
            </a:r>
          </a:p>
        </p:txBody>
      </p:sp>
      <p:sp>
        <p:nvSpPr>
          <p:cNvPr id="1268" name="s23-prefix-1">
            <a:extLst>
              <a:ext uri="{FF2B5EF4-FFF2-40B4-BE49-F238E27FC236}">
                <a16:creationId xmlns:a16="http://schemas.microsoft.com/office/drawing/2014/main" id="{5ABEAF86-C56F-4AEA-A1AE-BE6F6FCA7634}"/>
              </a:ext>
            </a:extLst>
          </p:cNvPr>
          <p:cNvSpPr>
            <a:spLocks noGrp="1"/>
          </p:cNvSpPr>
          <p:nvPr/>
        </p:nvSpPr>
        <p:spPr>
          <a:xfrm>
            <a:off x="961920" y="2714760"/>
            <a:ext cx="171000" cy="304560"/>
          </a:xfrm>
          <a:prstGeom prst="rect">
            <a:avLst/>
          </a:prstGeom>
          <a:solidFill>
            <a:srgbClr val="BCDCFE"/>
          </a:solidFill>
          <a:ln w="12383">
            <a:solidFill>
              <a:srgbClr val="0353A4"/>
            </a:solidFill>
          </a:ln>
        </p:spPr>
        <p:style>
          <a:lnRef idx="0">
            <a:scrgbClr r="0" g="0" b="0"/>
          </a:lnRef>
          <a:fillRef idx="0">
            <a:scrgbClr r="0" g="0" b="0"/>
          </a:fillRef>
          <a:effectRef idx="0">
            <a:scrgbClr r="0" g="0" b="0"/>
          </a:effectRef>
          <a:fontRef idx="minor"/>
        </p:style>
        <p:txBody>
          <a:bodyPr lIns="9360" tIns="0" rIns="9360" bIns="0" anchor="ctr">
            <a:normAutofit/>
          </a:bodyPr>
          <a:lstStyle/>
          <a:p>
            <a:pPr algn="ctr">
              <a:lnSpc>
                <a:spcPct val="100000"/>
              </a:lnSpc>
              <a:buNone/>
            </a:pPr>
            <a:r>
              <a:rPr sz="1200" b="0" u="none">
                <a:solidFill>
                  <a:srgbClr val="001233"/>
                </a:solidFill>
                <a:latin typeface="Courier New"/>
                <a:ea typeface="Courier New"/>
                <a:cs typeface="Courier New"/>
              </a:rPr>
              <a:t>1</a:t>
            </a:r>
          </a:p>
        </p:txBody>
      </p:sp>
      <p:sp>
        <p:nvSpPr>
          <p:cNvPr id="1269" name="s23-prefix-2">
            <a:extLst>
              <a:ext uri="{FF2B5EF4-FFF2-40B4-BE49-F238E27FC236}">
                <a16:creationId xmlns:a16="http://schemas.microsoft.com/office/drawing/2014/main" id="{3CB0CE2B-AC31-475F-A001-25DA3A8F741D}"/>
              </a:ext>
            </a:extLst>
          </p:cNvPr>
          <p:cNvSpPr>
            <a:spLocks noGrp="1"/>
          </p:cNvSpPr>
          <p:nvPr/>
        </p:nvSpPr>
        <p:spPr>
          <a:xfrm>
            <a:off x="1171440" y="2714760"/>
            <a:ext cx="171000" cy="304560"/>
          </a:xfrm>
          <a:prstGeom prst="rect">
            <a:avLst/>
          </a:prstGeom>
          <a:solidFill>
            <a:srgbClr val="BCDCFE"/>
          </a:solidFill>
          <a:ln w="12383">
            <a:solidFill>
              <a:srgbClr val="0353A4"/>
            </a:solidFill>
          </a:ln>
        </p:spPr>
        <p:style>
          <a:lnRef idx="0">
            <a:scrgbClr r="0" g="0" b="0"/>
          </a:lnRef>
          <a:fillRef idx="0">
            <a:scrgbClr r="0" g="0" b="0"/>
          </a:fillRef>
          <a:effectRef idx="0">
            <a:scrgbClr r="0" g="0" b="0"/>
          </a:effectRef>
          <a:fontRef idx="minor"/>
        </p:style>
        <p:txBody>
          <a:bodyPr lIns="9360" tIns="0" rIns="9360" bIns="0" anchor="ctr">
            <a:normAutofit/>
          </a:bodyPr>
          <a:lstStyle/>
          <a:p>
            <a:pPr algn="ctr">
              <a:lnSpc>
                <a:spcPct val="100000"/>
              </a:lnSpc>
              <a:buNone/>
            </a:pPr>
            <a:r>
              <a:rPr sz="1200" b="0" u="none">
                <a:solidFill>
                  <a:srgbClr val="001233"/>
                </a:solidFill>
                <a:latin typeface="Courier New"/>
                <a:ea typeface="Courier New"/>
                <a:cs typeface="Courier New"/>
              </a:rPr>
              <a:t>7</a:t>
            </a:r>
          </a:p>
        </p:txBody>
      </p:sp>
      <p:sp>
        <p:nvSpPr>
          <p:cNvPr id="1270" name="s23-prefix-3">
            <a:extLst>
              <a:ext uri="{FF2B5EF4-FFF2-40B4-BE49-F238E27FC236}">
                <a16:creationId xmlns:a16="http://schemas.microsoft.com/office/drawing/2014/main" id="{589AA9DB-2508-4B7E-AD51-EC6B2578356D}"/>
              </a:ext>
            </a:extLst>
          </p:cNvPr>
          <p:cNvSpPr>
            <a:spLocks noGrp="1"/>
          </p:cNvSpPr>
          <p:nvPr/>
        </p:nvSpPr>
        <p:spPr>
          <a:xfrm>
            <a:off x="1380960" y="2714760"/>
            <a:ext cx="171000" cy="304560"/>
          </a:xfrm>
          <a:prstGeom prst="rect">
            <a:avLst/>
          </a:prstGeom>
          <a:solidFill>
            <a:srgbClr val="BCDCFE"/>
          </a:solidFill>
          <a:ln w="12383">
            <a:solidFill>
              <a:srgbClr val="0353A4"/>
            </a:solidFill>
          </a:ln>
        </p:spPr>
        <p:style>
          <a:lnRef idx="0">
            <a:scrgbClr r="0" g="0" b="0"/>
          </a:lnRef>
          <a:fillRef idx="0">
            <a:scrgbClr r="0" g="0" b="0"/>
          </a:fillRef>
          <a:effectRef idx="0">
            <a:scrgbClr r="0" g="0" b="0"/>
          </a:effectRef>
          <a:fontRef idx="minor"/>
        </p:style>
        <p:txBody>
          <a:bodyPr lIns="9360" tIns="0" rIns="9360" bIns="0" anchor="ctr">
            <a:normAutofit/>
          </a:bodyPr>
          <a:lstStyle/>
          <a:p>
            <a:pPr algn="ctr">
              <a:lnSpc>
                <a:spcPct val="100000"/>
              </a:lnSpc>
              <a:buNone/>
            </a:pPr>
            <a:r>
              <a:rPr sz="1200" b="0" u="none">
                <a:solidFill>
                  <a:srgbClr val="001233"/>
                </a:solidFill>
                <a:latin typeface="Courier New"/>
                <a:ea typeface="Courier New"/>
                <a:cs typeface="Courier New"/>
              </a:rPr>
              <a:t>0</a:t>
            </a:r>
          </a:p>
        </p:txBody>
      </p:sp>
      <p:sp>
        <p:nvSpPr>
          <p:cNvPr id="1271" name="s23-prefix-4">
            <a:extLst>
              <a:ext uri="{FF2B5EF4-FFF2-40B4-BE49-F238E27FC236}">
                <a16:creationId xmlns:a16="http://schemas.microsoft.com/office/drawing/2014/main" id="{A6BA6C2C-9977-49B7-9AA9-A32025E21EC8}"/>
              </a:ext>
            </a:extLst>
          </p:cNvPr>
          <p:cNvSpPr>
            <a:spLocks noGrp="1"/>
          </p:cNvSpPr>
          <p:nvPr/>
        </p:nvSpPr>
        <p:spPr>
          <a:xfrm>
            <a:off x="1590840" y="2714760"/>
            <a:ext cx="171000" cy="304560"/>
          </a:xfrm>
          <a:prstGeom prst="rect">
            <a:avLst/>
          </a:prstGeom>
          <a:solidFill>
            <a:srgbClr val="BCDCFE"/>
          </a:solidFill>
          <a:ln w="12383">
            <a:solidFill>
              <a:srgbClr val="0353A4"/>
            </a:solidFill>
          </a:ln>
        </p:spPr>
        <p:style>
          <a:lnRef idx="0">
            <a:scrgbClr r="0" g="0" b="0"/>
          </a:lnRef>
          <a:fillRef idx="0">
            <a:scrgbClr r="0" g="0" b="0"/>
          </a:fillRef>
          <a:effectRef idx="0">
            <a:scrgbClr r="0" g="0" b="0"/>
          </a:effectRef>
          <a:fontRef idx="minor"/>
        </p:style>
        <p:txBody>
          <a:bodyPr lIns="9360" tIns="0" rIns="9360" bIns="0" anchor="ctr">
            <a:normAutofit/>
          </a:bodyPr>
          <a:lstStyle/>
          <a:p>
            <a:pPr algn="ctr">
              <a:lnSpc>
                <a:spcPct val="100000"/>
              </a:lnSpc>
              <a:buNone/>
            </a:pPr>
            <a:r>
              <a:rPr sz="1200" b="0" u="none">
                <a:solidFill>
                  <a:srgbClr val="001233"/>
                </a:solidFill>
                <a:latin typeface="Courier New"/>
                <a:ea typeface="Courier New"/>
                <a:cs typeface="Courier New"/>
              </a:rPr>
              <a:t>4</a:t>
            </a:r>
          </a:p>
        </p:txBody>
      </p:sp>
      <p:sp>
        <p:nvSpPr>
          <p:cNvPr id="1272" name="s23-prefix-5">
            <a:extLst>
              <a:ext uri="{FF2B5EF4-FFF2-40B4-BE49-F238E27FC236}">
                <a16:creationId xmlns:a16="http://schemas.microsoft.com/office/drawing/2014/main" id="{C2CC3C06-E0A0-42C2-BAE1-2D8CF93B57F9}"/>
              </a:ext>
            </a:extLst>
          </p:cNvPr>
          <p:cNvSpPr>
            <a:spLocks noGrp="1"/>
          </p:cNvSpPr>
          <p:nvPr/>
        </p:nvSpPr>
        <p:spPr>
          <a:xfrm>
            <a:off x="1800360" y="2714760"/>
            <a:ext cx="171000" cy="304560"/>
          </a:xfrm>
          <a:prstGeom prst="rect">
            <a:avLst/>
          </a:prstGeom>
          <a:solidFill>
            <a:srgbClr val="BCDCFE"/>
          </a:solidFill>
          <a:ln w="12383">
            <a:solidFill>
              <a:srgbClr val="0353A4"/>
            </a:solidFill>
          </a:ln>
        </p:spPr>
        <p:style>
          <a:lnRef idx="0">
            <a:scrgbClr r="0" g="0" b="0"/>
          </a:lnRef>
          <a:fillRef idx="0">
            <a:scrgbClr r="0" g="0" b="0"/>
          </a:fillRef>
          <a:effectRef idx="0">
            <a:scrgbClr r="0" g="0" b="0"/>
          </a:effectRef>
          <a:fontRef idx="minor"/>
        </p:style>
        <p:txBody>
          <a:bodyPr lIns="9360" tIns="0" rIns="9360" bIns="0" anchor="ctr">
            <a:normAutofit/>
          </a:bodyPr>
          <a:lstStyle/>
          <a:p>
            <a:pPr algn="ctr">
              <a:lnSpc>
                <a:spcPct val="100000"/>
              </a:lnSpc>
              <a:buNone/>
            </a:pPr>
            <a:r>
              <a:rPr sz="1200" b="0" u="none">
                <a:solidFill>
                  <a:srgbClr val="001233"/>
                </a:solidFill>
                <a:latin typeface="Courier New"/>
                <a:ea typeface="Courier New"/>
                <a:cs typeface="Courier New"/>
              </a:rPr>
              <a:t>1</a:t>
            </a:r>
          </a:p>
        </p:txBody>
      </p:sp>
      <p:sp>
        <p:nvSpPr>
          <p:cNvPr id="1273" name="s23-prefix-6">
            <a:extLst>
              <a:ext uri="{FF2B5EF4-FFF2-40B4-BE49-F238E27FC236}">
                <a16:creationId xmlns:a16="http://schemas.microsoft.com/office/drawing/2014/main" id="{C0FC77E5-FF54-4AAE-9AA6-0594B37ABAAD}"/>
              </a:ext>
            </a:extLst>
          </p:cNvPr>
          <p:cNvSpPr>
            <a:spLocks noGrp="1"/>
          </p:cNvSpPr>
          <p:nvPr/>
        </p:nvSpPr>
        <p:spPr>
          <a:xfrm>
            <a:off x="2009880" y="2714760"/>
            <a:ext cx="171000" cy="304560"/>
          </a:xfrm>
          <a:prstGeom prst="rect">
            <a:avLst/>
          </a:prstGeom>
          <a:solidFill>
            <a:srgbClr val="BCDCFE"/>
          </a:solidFill>
          <a:ln w="12383">
            <a:solidFill>
              <a:srgbClr val="0353A4"/>
            </a:solidFill>
          </a:ln>
        </p:spPr>
        <p:style>
          <a:lnRef idx="0">
            <a:scrgbClr r="0" g="0" b="0"/>
          </a:lnRef>
          <a:fillRef idx="0">
            <a:scrgbClr r="0" g="0" b="0"/>
          </a:fillRef>
          <a:effectRef idx="0">
            <a:scrgbClr r="0" g="0" b="0"/>
          </a:effectRef>
          <a:fontRef idx="minor"/>
        </p:style>
        <p:txBody>
          <a:bodyPr lIns="9360" tIns="0" rIns="9360" bIns="0" anchor="ctr">
            <a:normAutofit/>
          </a:bodyPr>
          <a:lstStyle/>
          <a:p>
            <a:pPr algn="ctr">
              <a:lnSpc>
                <a:spcPct val="100000"/>
              </a:lnSpc>
              <a:buNone/>
            </a:pPr>
            <a:r>
              <a:rPr sz="1200" b="0" u="none">
                <a:solidFill>
                  <a:srgbClr val="001233"/>
                </a:solidFill>
                <a:latin typeface="Courier New"/>
                <a:ea typeface="Courier New"/>
                <a:cs typeface="Courier New"/>
              </a:rPr>
              <a:t>6</a:t>
            </a:r>
          </a:p>
        </p:txBody>
      </p:sp>
      <p:sp>
        <p:nvSpPr>
          <p:cNvPr id="1274" name="s23-prefix-7">
            <a:extLst>
              <a:ext uri="{FF2B5EF4-FFF2-40B4-BE49-F238E27FC236}">
                <a16:creationId xmlns:a16="http://schemas.microsoft.com/office/drawing/2014/main" id="{D7C1C251-0DE8-43E6-B778-3A5E260B8BF6}"/>
              </a:ext>
            </a:extLst>
          </p:cNvPr>
          <p:cNvSpPr>
            <a:spLocks noGrp="1"/>
          </p:cNvSpPr>
          <p:nvPr/>
        </p:nvSpPr>
        <p:spPr>
          <a:xfrm>
            <a:off x="2219400" y="2714760"/>
            <a:ext cx="171000" cy="304560"/>
          </a:xfrm>
          <a:prstGeom prst="rect">
            <a:avLst/>
          </a:prstGeom>
          <a:solidFill>
            <a:srgbClr val="BCDCFE"/>
          </a:solidFill>
          <a:ln w="12383">
            <a:solidFill>
              <a:srgbClr val="0353A4"/>
            </a:solidFill>
          </a:ln>
        </p:spPr>
        <p:style>
          <a:lnRef idx="0">
            <a:scrgbClr r="0" g="0" b="0"/>
          </a:lnRef>
          <a:fillRef idx="0">
            <a:scrgbClr r="0" g="0" b="0"/>
          </a:fillRef>
          <a:effectRef idx="0">
            <a:scrgbClr r="0" g="0" b="0"/>
          </a:effectRef>
          <a:fontRef idx="minor"/>
        </p:style>
        <p:txBody>
          <a:bodyPr lIns="9360" tIns="0" rIns="9360" bIns="0" anchor="ctr">
            <a:normAutofit/>
          </a:bodyPr>
          <a:lstStyle/>
          <a:p>
            <a:pPr algn="ctr">
              <a:lnSpc>
                <a:spcPct val="100000"/>
              </a:lnSpc>
              <a:buNone/>
            </a:pPr>
            <a:r>
              <a:rPr sz="1200" b="0" u="none">
                <a:solidFill>
                  <a:srgbClr val="001233"/>
                </a:solidFill>
                <a:latin typeface="Courier New"/>
                <a:ea typeface="Courier New"/>
                <a:cs typeface="Courier New"/>
              </a:rPr>
              <a:t>3</a:t>
            </a:r>
          </a:p>
        </p:txBody>
      </p:sp>
      <p:sp>
        <p:nvSpPr>
          <p:cNvPr id="1275" name="s23-prefix-label">
            <a:extLst>
              <a:ext uri="{FF2B5EF4-FFF2-40B4-BE49-F238E27FC236}">
                <a16:creationId xmlns:a16="http://schemas.microsoft.com/office/drawing/2014/main" id="{C9F43820-F8BF-491E-ABFD-82A178F03CF9}"/>
              </a:ext>
            </a:extLst>
          </p:cNvPr>
          <p:cNvSpPr>
            <a:spLocks noGrp="1"/>
          </p:cNvSpPr>
          <p:nvPr/>
        </p:nvSpPr>
        <p:spPr>
          <a:xfrm>
            <a:off x="666720" y="2362320"/>
            <a:ext cx="1809360" cy="28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200" b="1" u="none">
                <a:solidFill>
                  <a:srgbClr val="FF0000"/>
                </a:solidFill>
                <a:latin typeface="Courier New"/>
                <a:ea typeface="Courier New"/>
                <a:cs typeface="Courier New"/>
              </a:rPr>
              <a:t>PREFIX ROW</a:t>
            </a:r>
          </a:p>
        </p:txBody>
      </p:sp>
      <p:sp>
        <p:nvSpPr>
          <p:cNvPr id="1276" name="s23-cuda-path">
            <a:extLst>
              <a:ext uri="{FF2B5EF4-FFF2-40B4-BE49-F238E27FC236}">
                <a16:creationId xmlns:a16="http://schemas.microsoft.com/office/drawing/2014/main" id="{9DC8E271-EA88-4A53-9EF4-9519334C2BBE}"/>
              </a:ext>
            </a:extLst>
          </p:cNvPr>
          <p:cNvSpPr>
            <a:spLocks noGrp="1"/>
          </p:cNvSpPr>
          <p:nvPr/>
        </p:nvSpPr>
        <p:spPr>
          <a:xfrm>
            <a:off x="2857680" y="2381400"/>
            <a:ext cx="3238200" cy="21902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18098">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277" name="s23-cuda-fill-0">
            <a:extLst>
              <a:ext uri="{FF2B5EF4-FFF2-40B4-BE49-F238E27FC236}">
                <a16:creationId xmlns:a16="http://schemas.microsoft.com/office/drawing/2014/main" id="{8A41AD65-02B4-4E5C-B1FC-29C3C7DDD86B}"/>
              </a:ext>
            </a:extLst>
          </p:cNvPr>
          <p:cNvSpPr>
            <a:spLocks noGrp="1"/>
          </p:cNvSpPr>
          <p:nvPr/>
        </p:nvSpPr>
        <p:spPr>
          <a:xfrm>
            <a:off x="2876400" y="2400480"/>
            <a:ext cx="3200040" cy="358560"/>
          </a:xfrm>
          <a:prstGeom prst="rect">
            <a:avLst/>
          </a:prstGeom>
          <a:solidFill>
            <a:srgbClr val="D2E1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278" name="s23-cuda-fill-1">
            <a:extLst>
              <a:ext uri="{FF2B5EF4-FFF2-40B4-BE49-F238E27FC236}">
                <a16:creationId xmlns:a16="http://schemas.microsoft.com/office/drawing/2014/main" id="{CE5491E9-6F83-4283-977F-230C3086DF2A}"/>
              </a:ext>
            </a:extLst>
          </p:cNvPr>
          <p:cNvSpPr>
            <a:spLocks noGrp="1"/>
          </p:cNvSpPr>
          <p:nvPr/>
        </p:nvSpPr>
        <p:spPr>
          <a:xfrm>
            <a:off x="2876400" y="2749680"/>
            <a:ext cx="3200040" cy="367920"/>
          </a:xfrm>
          <a:prstGeom prst="rect">
            <a:avLst/>
          </a:prstGeom>
          <a:solidFill>
            <a:srgbClr val="D2E1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279" name="s23-cuda-fill-2">
            <a:extLst>
              <a:ext uri="{FF2B5EF4-FFF2-40B4-BE49-F238E27FC236}">
                <a16:creationId xmlns:a16="http://schemas.microsoft.com/office/drawing/2014/main" id="{A906DC93-AA2A-4179-AA9E-E05A654201BB}"/>
              </a:ext>
            </a:extLst>
          </p:cNvPr>
          <p:cNvSpPr>
            <a:spLocks noGrp="1"/>
          </p:cNvSpPr>
          <p:nvPr/>
        </p:nvSpPr>
        <p:spPr>
          <a:xfrm>
            <a:off x="2876400" y="3108240"/>
            <a:ext cx="3200040" cy="367920"/>
          </a:xfrm>
          <a:prstGeom prst="rect">
            <a:avLst/>
          </a:prstGeom>
          <a:solidFill>
            <a:srgbClr val="D2E1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280" name="s23-cuda-fill-3">
            <a:extLst>
              <a:ext uri="{FF2B5EF4-FFF2-40B4-BE49-F238E27FC236}">
                <a16:creationId xmlns:a16="http://schemas.microsoft.com/office/drawing/2014/main" id="{A275EA2B-1753-4074-95C0-3F4799B95DAA}"/>
              </a:ext>
            </a:extLst>
          </p:cNvPr>
          <p:cNvSpPr>
            <a:spLocks noGrp="1"/>
          </p:cNvSpPr>
          <p:nvPr/>
        </p:nvSpPr>
        <p:spPr>
          <a:xfrm>
            <a:off x="2876400" y="3467160"/>
            <a:ext cx="3200040" cy="367920"/>
          </a:xfrm>
          <a:prstGeom prst="rect">
            <a:avLst/>
          </a:prstGeom>
          <a:solidFill>
            <a:srgbClr val="D2E1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281" name="s23-cuda-fill-4">
            <a:extLst>
              <a:ext uri="{FF2B5EF4-FFF2-40B4-BE49-F238E27FC236}">
                <a16:creationId xmlns:a16="http://schemas.microsoft.com/office/drawing/2014/main" id="{65502CAF-7CA1-45DE-B6B8-4E6A21F99669}"/>
              </a:ext>
            </a:extLst>
          </p:cNvPr>
          <p:cNvSpPr>
            <a:spLocks noGrp="1"/>
          </p:cNvSpPr>
          <p:nvPr/>
        </p:nvSpPr>
        <p:spPr>
          <a:xfrm>
            <a:off x="2876400" y="3825720"/>
            <a:ext cx="3200040" cy="367920"/>
          </a:xfrm>
          <a:prstGeom prst="rect">
            <a:avLst/>
          </a:prstGeom>
          <a:solidFill>
            <a:srgbClr val="D2E1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282" name="s23-cuda-fill-5">
            <a:extLst>
              <a:ext uri="{FF2B5EF4-FFF2-40B4-BE49-F238E27FC236}">
                <a16:creationId xmlns:a16="http://schemas.microsoft.com/office/drawing/2014/main" id="{A9E0182B-87B7-4F07-AC08-7ACFE5E970E0}"/>
              </a:ext>
            </a:extLst>
          </p:cNvPr>
          <p:cNvSpPr>
            <a:spLocks noGrp="1"/>
          </p:cNvSpPr>
          <p:nvPr/>
        </p:nvSpPr>
        <p:spPr>
          <a:xfrm>
            <a:off x="2876400" y="4184640"/>
            <a:ext cx="3200040" cy="367920"/>
          </a:xfrm>
          <a:prstGeom prst="rect">
            <a:avLst/>
          </a:prstGeom>
          <a:solidFill>
            <a:srgbClr val="D2E1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283" name="s23-cuda-lane-0">
            <a:extLst>
              <a:ext uri="{FF2B5EF4-FFF2-40B4-BE49-F238E27FC236}">
                <a16:creationId xmlns:a16="http://schemas.microsoft.com/office/drawing/2014/main" id="{0F877F74-7A4D-4FA2-8656-A00CEE48BB90}"/>
              </a:ext>
            </a:extLst>
          </p:cNvPr>
          <p:cNvSpPr>
            <a:spLocks noGrp="1"/>
          </p:cNvSpPr>
          <p:nvPr/>
        </p:nvSpPr>
        <p:spPr>
          <a:xfrm>
            <a:off x="319104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284" name="s23-cuda-lane-1">
            <a:extLst>
              <a:ext uri="{FF2B5EF4-FFF2-40B4-BE49-F238E27FC236}">
                <a16:creationId xmlns:a16="http://schemas.microsoft.com/office/drawing/2014/main" id="{6054D8C7-62C7-4710-84D7-69A2CC555B1B}"/>
              </a:ext>
            </a:extLst>
          </p:cNvPr>
          <p:cNvSpPr>
            <a:spLocks noGrp="1"/>
          </p:cNvSpPr>
          <p:nvPr/>
        </p:nvSpPr>
        <p:spPr>
          <a:xfrm>
            <a:off x="327168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285" name="s23-cuda-lane-2">
            <a:extLst>
              <a:ext uri="{FF2B5EF4-FFF2-40B4-BE49-F238E27FC236}">
                <a16:creationId xmlns:a16="http://schemas.microsoft.com/office/drawing/2014/main" id="{A212D8FE-6A07-4730-933C-B5628508A867}"/>
              </a:ext>
            </a:extLst>
          </p:cNvPr>
          <p:cNvSpPr>
            <a:spLocks noGrp="1"/>
          </p:cNvSpPr>
          <p:nvPr/>
        </p:nvSpPr>
        <p:spPr>
          <a:xfrm>
            <a:off x="335268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286" name="s23-cuda-lane-3">
            <a:extLst>
              <a:ext uri="{FF2B5EF4-FFF2-40B4-BE49-F238E27FC236}">
                <a16:creationId xmlns:a16="http://schemas.microsoft.com/office/drawing/2014/main" id="{3DCCB6C9-E58D-4A77-B270-A43968220EA5}"/>
              </a:ext>
            </a:extLst>
          </p:cNvPr>
          <p:cNvSpPr>
            <a:spLocks noGrp="1"/>
          </p:cNvSpPr>
          <p:nvPr/>
        </p:nvSpPr>
        <p:spPr>
          <a:xfrm>
            <a:off x="343368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287" name="s23-cuda-lane-4">
            <a:extLst>
              <a:ext uri="{FF2B5EF4-FFF2-40B4-BE49-F238E27FC236}">
                <a16:creationId xmlns:a16="http://schemas.microsoft.com/office/drawing/2014/main" id="{0234D61C-6464-4C3E-B4C0-C1E363E51E4B}"/>
              </a:ext>
            </a:extLst>
          </p:cNvPr>
          <p:cNvSpPr>
            <a:spLocks noGrp="1"/>
          </p:cNvSpPr>
          <p:nvPr/>
        </p:nvSpPr>
        <p:spPr>
          <a:xfrm>
            <a:off x="351468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288" name="s23-cuda-lane-5">
            <a:extLst>
              <a:ext uri="{FF2B5EF4-FFF2-40B4-BE49-F238E27FC236}">
                <a16:creationId xmlns:a16="http://schemas.microsoft.com/office/drawing/2014/main" id="{88704344-EBDE-46A3-BF1C-42149F0EC32E}"/>
              </a:ext>
            </a:extLst>
          </p:cNvPr>
          <p:cNvSpPr>
            <a:spLocks noGrp="1"/>
          </p:cNvSpPr>
          <p:nvPr/>
        </p:nvSpPr>
        <p:spPr>
          <a:xfrm>
            <a:off x="359568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289" name="s23-cuda-lane-6">
            <a:extLst>
              <a:ext uri="{FF2B5EF4-FFF2-40B4-BE49-F238E27FC236}">
                <a16:creationId xmlns:a16="http://schemas.microsoft.com/office/drawing/2014/main" id="{8E8CEDD1-B8F4-4810-BFA2-92D8F2450221}"/>
              </a:ext>
            </a:extLst>
          </p:cNvPr>
          <p:cNvSpPr>
            <a:spLocks noGrp="1"/>
          </p:cNvSpPr>
          <p:nvPr/>
        </p:nvSpPr>
        <p:spPr>
          <a:xfrm>
            <a:off x="367668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290" name="s23-cuda-lane-7">
            <a:extLst>
              <a:ext uri="{FF2B5EF4-FFF2-40B4-BE49-F238E27FC236}">
                <a16:creationId xmlns:a16="http://schemas.microsoft.com/office/drawing/2014/main" id="{6EC9F3A5-99CA-4E5E-B263-54571B85BC27}"/>
              </a:ext>
            </a:extLst>
          </p:cNvPr>
          <p:cNvSpPr>
            <a:spLocks noGrp="1"/>
          </p:cNvSpPr>
          <p:nvPr/>
        </p:nvSpPr>
        <p:spPr>
          <a:xfrm>
            <a:off x="375768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291" name="s23-cuda-lane-8">
            <a:extLst>
              <a:ext uri="{FF2B5EF4-FFF2-40B4-BE49-F238E27FC236}">
                <a16:creationId xmlns:a16="http://schemas.microsoft.com/office/drawing/2014/main" id="{5AB6002C-6B95-4518-B660-B33BF6247A8C}"/>
              </a:ext>
            </a:extLst>
          </p:cNvPr>
          <p:cNvSpPr>
            <a:spLocks noGrp="1"/>
          </p:cNvSpPr>
          <p:nvPr/>
        </p:nvSpPr>
        <p:spPr>
          <a:xfrm>
            <a:off x="383868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292" name="s23-cuda-lane-9">
            <a:extLst>
              <a:ext uri="{FF2B5EF4-FFF2-40B4-BE49-F238E27FC236}">
                <a16:creationId xmlns:a16="http://schemas.microsoft.com/office/drawing/2014/main" id="{BC98E711-FEE3-4EDA-9EEF-11204E6FC1E9}"/>
              </a:ext>
            </a:extLst>
          </p:cNvPr>
          <p:cNvSpPr>
            <a:spLocks noGrp="1"/>
          </p:cNvSpPr>
          <p:nvPr/>
        </p:nvSpPr>
        <p:spPr>
          <a:xfrm>
            <a:off x="391968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293" name="s23-cuda-lane-10">
            <a:extLst>
              <a:ext uri="{FF2B5EF4-FFF2-40B4-BE49-F238E27FC236}">
                <a16:creationId xmlns:a16="http://schemas.microsoft.com/office/drawing/2014/main" id="{75E7B277-317F-465A-A069-3B4F89BDCC94}"/>
              </a:ext>
            </a:extLst>
          </p:cNvPr>
          <p:cNvSpPr>
            <a:spLocks noGrp="1"/>
          </p:cNvSpPr>
          <p:nvPr/>
        </p:nvSpPr>
        <p:spPr>
          <a:xfrm>
            <a:off x="400068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294" name="s23-cuda-lane-11">
            <a:extLst>
              <a:ext uri="{FF2B5EF4-FFF2-40B4-BE49-F238E27FC236}">
                <a16:creationId xmlns:a16="http://schemas.microsoft.com/office/drawing/2014/main" id="{6D50B49F-6BA8-430C-A273-3E1EDA582ADD}"/>
              </a:ext>
            </a:extLst>
          </p:cNvPr>
          <p:cNvSpPr>
            <a:spLocks noGrp="1"/>
          </p:cNvSpPr>
          <p:nvPr/>
        </p:nvSpPr>
        <p:spPr>
          <a:xfrm>
            <a:off x="408132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295" name="s23-cuda-lane-12">
            <a:extLst>
              <a:ext uri="{FF2B5EF4-FFF2-40B4-BE49-F238E27FC236}">
                <a16:creationId xmlns:a16="http://schemas.microsoft.com/office/drawing/2014/main" id="{7B4C2F30-EDB8-4A9E-B64E-D72D6B3CED55}"/>
              </a:ext>
            </a:extLst>
          </p:cNvPr>
          <p:cNvSpPr>
            <a:spLocks noGrp="1"/>
          </p:cNvSpPr>
          <p:nvPr/>
        </p:nvSpPr>
        <p:spPr>
          <a:xfrm>
            <a:off x="416232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296" name="s23-cuda-lane-13">
            <a:extLst>
              <a:ext uri="{FF2B5EF4-FFF2-40B4-BE49-F238E27FC236}">
                <a16:creationId xmlns:a16="http://schemas.microsoft.com/office/drawing/2014/main" id="{96ABDC71-4569-4E3A-9F42-B5AF1132242E}"/>
              </a:ext>
            </a:extLst>
          </p:cNvPr>
          <p:cNvSpPr>
            <a:spLocks noGrp="1"/>
          </p:cNvSpPr>
          <p:nvPr/>
        </p:nvSpPr>
        <p:spPr>
          <a:xfrm>
            <a:off x="424332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297" name="s23-cuda-lane-14">
            <a:extLst>
              <a:ext uri="{FF2B5EF4-FFF2-40B4-BE49-F238E27FC236}">
                <a16:creationId xmlns:a16="http://schemas.microsoft.com/office/drawing/2014/main" id="{7CE934FE-8D5B-42B1-952F-B0A1BBE62E3C}"/>
              </a:ext>
            </a:extLst>
          </p:cNvPr>
          <p:cNvSpPr>
            <a:spLocks noGrp="1"/>
          </p:cNvSpPr>
          <p:nvPr/>
        </p:nvSpPr>
        <p:spPr>
          <a:xfrm>
            <a:off x="432432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298" name="s23-cuda-lane-15">
            <a:extLst>
              <a:ext uri="{FF2B5EF4-FFF2-40B4-BE49-F238E27FC236}">
                <a16:creationId xmlns:a16="http://schemas.microsoft.com/office/drawing/2014/main" id="{412D0807-ACD5-4512-8E30-28B0629E9F8F}"/>
              </a:ext>
            </a:extLst>
          </p:cNvPr>
          <p:cNvSpPr>
            <a:spLocks noGrp="1"/>
          </p:cNvSpPr>
          <p:nvPr/>
        </p:nvSpPr>
        <p:spPr>
          <a:xfrm>
            <a:off x="440532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299" name="s23-cuda-lane-16">
            <a:extLst>
              <a:ext uri="{FF2B5EF4-FFF2-40B4-BE49-F238E27FC236}">
                <a16:creationId xmlns:a16="http://schemas.microsoft.com/office/drawing/2014/main" id="{588560BA-0DAA-48C7-A861-15D6CC6842DF}"/>
              </a:ext>
            </a:extLst>
          </p:cNvPr>
          <p:cNvSpPr>
            <a:spLocks noGrp="1"/>
          </p:cNvSpPr>
          <p:nvPr/>
        </p:nvSpPr>
        <p:spPr>
          <a:xfrm>
            <a:off x="448632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300" name="s23-cuda-lane-17">
            <a:extLst>
              <a:ext uri="{FF2B5EF4-FFF2-40B4-BE49-F238E27FC236}">
                <a16:creationId xmlns:a16="http://schemas.microsoft.com/office/drawing/2014/main" id="{55104A1E-9E4F-4346-9EE7-BC2075ABEF6C}"/>
              </a:ext>
            </a:extLst>
          </p:cNvPr>
          <p:cNvSpPr>
            <a:spLocks noGrp="1"/>
          </p:cNvSpPr>
          <p:nvPr/>
        </p:nvSpPr>
        <p:spPr>
          <a:xfrm>
            <a:off x="456732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301" name="s23-cuda-lane-18">
            <a:extLst>
              <a:ext uri="{FF2B5EF4-FFF2-40B4-BE49-F238E27FC236}">
                <a16:creationId xmlns:a16="http://schemas.microsoft.com/office/drawing/2014/main" id="{DF0FBB7C-BE5D-4C9C-8D55-65DF4FC5BD07}"/>
              </a:ext>
            </a:extLst>
          </p:cNvPr>
          <p:cNvSpPr>
            <a:spLocks noGrp="1"/>
          </p:cNvSpPr>
          <p:nvPr/>
        </p:nvSpPr>
        <p:spPr>
          <a:xfrm>
            <a:off x="464832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302" name="s23-cuda-lane-19">
            <a:extLst>
              <a:ext uri="{FF2B5EF4-FFF2-40B4-BE49-F238E27FC236}">
                <a16:creationId xmlns:a16="http://schemas.microsoft.com/office/drawing/2014/main" id="{1E480D15-79F0-4796-8A66-56AF5A4A99D2}"/>
              </a:ext>
            </a:extLst>
          </p:cNvPr>
          <p:cNvSpPr>
            <a:spLocks noGrp="1"/>
          </p:cNvSpPr>
          <p:nvPr/>
        </p:nvSpPr>
        <p:spPr>
          <a:xfrm>
            <a:off x="472932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303" name="s23-cuda-lane-20">
            <a:extLst>
              <a:ext uri="{FF2B5EF4-FFF2-40B4-BE49-F238E27FC236}">
                <a16:creationId xmlns:a16="http://schemas.microsoft.com/office/drawing/2014/main" id="{59025052-53A0-455B-9B9D-C6A0243110ED}"/>
              </a:ext>
            </a:extLst>
          </p:cNvPr>
          <p:cNvSpPr>
            <a:spLocks noGrp="1"/>
          </p:cNvSpPr>
          <p:nvPr/>
        </p:nvSpPr>
        <p:spPr>
          <a:xfrm>
            <a:off x="480996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304" name="s23-cuda-lane-21">
            <a:extLst>
              <a:ext uri="{FF2B5EF4-FFF2-40B4-BE49-F238E27FC236}">
                <a16:creationId xmlns:a16="http://schemas.microsoft.com/office/drawing/2014/main" id="{A9C61F3A-8BA2-466F-86DC-347FD7985802}"/>
              </a:ext>
            </a:extLst>
          </p:cNvPr>
          <p:cNvSpPr>
            <a:spLocks noGrp="1"/>
          </p:cNvSpPr>
          <p:nvPr/>
        </p:nvSpPr>
        <p:spPr>
          <a:xfrm>
            <a:off x="489096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305" name="s23-cuda-lane-22">
            <a:extLst>
              <a:ext uri="{FF2B5EF4-FFF2-40B4-BE49-F238E27FC236}">
                <a16:creationId xmlns:a16="http://schemas.microsoft.com/office/drawing/2014/main" id="{D15D62F3-2949-40CA-A6CB-5D9DAB94FEFB}"/>
              </a:ext>
            </a:extLst>
          </p:cNvPr>
          <p:cNvSpPr>
            <a:spLocks noGrp="1"/>
          </p:cNvSpPr>
          <p:nvPr/>
        </p:nvSpPr>
        <p:spPr>
          <a:xfrm>
            <a:off x="497196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306" name="s23-cuda-lane-23">
            <a:extLst>
              <a:ext uri="{FF2B5EF4-FFF2-40B4-BE49-F238E27FC236}">
                <a16:creationId xmlns:a16="http://schemas.microsoft.com/office/drawing/2014/main" id="{C78C0185-ED03-442F-A9C7-221842DC8AAA}"/>
              </a:ext>
            </a:extLst>
          </p:cNvPr>
          <p:cNvSpPr>
            <a:spLocks noGrp="1"/>
          </p:cNvSpPr>
          <p:nvPr/>
        </p:nvSpPr>
        <p:spPr>
          <a:xfrm>
            <a:off x="505296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307" name="s23-cuda-lane-24">
            <a:extLst>
              <a:ext uri="{FF2B5EF4-FFF2-40B4-BE49-F238E27FC236}">
                <a16:creationId xmlns:a16="http://schemas.microsoft.com/office/drawing/2014/main" id="{680CDAFE-66D1-4E21-BEAE-CE6ABDF44AD6}"/>
              </a:ext>
            </a:extLst>
          </p:cNvPr>
          <p:cNvSpPr>
            <a:spLocks noGrp="1"/>
          </p:cNvSpPr>
          <p:nvPr/>
        </p:nvSpPr>
        <p:spPr>
          <a:xfrm>
            <a:off x="513396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308" name="s23-cuda-lane-25">
            <a:extLst>
              <a:ext uri="{FF2B5EF4-FFF2-40B4-BE49-F238E27FC236}">
                <a16:creationId xmlns:a16="http://schemas.microsoft.com/office/drawing/2014/main" id="{40EBA9DA-D477-4F36-A90B-19A8F4153BBD}"/>
              </a:ext>
            </a:extLst>
          </p:cNvPr>
          <p:cNvSpPr>
            <a:spLocks noGrp="1"/>
          </p:cNvSpPr>
          <p:nvPr/>
        </p:nvSpPr>
        <p:spPr>
          <a:xfrm>
            <a:off x="521496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309" name="s23-cuda-lane-26">
            <a:extLst>
              <a:ext uri="{FF2B5EF4-FFF2-40B4-BE49-F238E27FC236}">
                <a16:creationId xmlns:a16="http://schemas.microsoft.com/office/drawing/2014/main" id="{9DDC2D75-F1C4-40A3-AF27-7059FEE38384}"/>
              </a:ext>
            </a:extLst>
          </p:cNvPr>
          <p:cNvSpPr>
            <a:spLocks noGrp="1"/>
          </p:cNvSpPr>
          <p:nvPr/>
        </p:nvSpPr>
        <p:spPr>
          <a:xfrm>
            <a:off x="529596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310" name="s23-cuda-lane-27">
            <a:extLst>
              <a:ext uri="{FF2B5EF4-FFF2-40B4-BE49-F238E27FC236}">
                <a16:creationId xmlns:a16="http://schemas.microsoft.com/office/drawing/2014/main" id="{08EA3125-2B55-4AEB-BE8B-6453C38367AB}"/>
              </a:ext>
            </a:extLst>
          </p:cNvPr>
          <p:cNvSpPr>
            <a:spLocks noGrp="1"/>
          </p:cNvSpPr>
          <p:nvPr/>
        </p:nvSpPr>
        <p:spPr>
          <a:xfrm>
            <a:off x="537696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311" name="s23-cuda-lane-28">
            <a:extLst>
              <a:ext uri="{FF2B5EF4-FFF2-40B4-BE49-F238E27FC236}">
                <a16:creationId xmlns:a16="http://schemas.microsoft.com/office/drawing/2014/main" id="{6BC3ADF3-AE8B-48C3-B715-80D989E1C389}"/>
              </a:ext>
            </a:extLst>
          </p:cNvPr>
          <p:cNvSpPr>
            <a:spLocks noGrp="1"/>
          </p:cNvSpPr>
          <p:nvPr/>
        </p:nvSpPr>
        <p:spPr>
          <a:xfrm>
            <a:off x="545796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312" name="s23-cuda-lane-29">
            <a:extLst>
              <a:ext uri="{FF2B5EF4-FFF2-40B4-BE49-F238E27FC236}">
                <a16:creationId xmlns:a16="http://schemas.microsoft.com/office/drawing/2014/main" id="{405F03A0-FB04-47C0-BADB-AE9AF1B19930}"/>
              </a:ext>
            </a:extLst>
          </p:cNvPr>
          <p:cNvSpPr>
            <a:spLocks noGrp="1"/>
          </p:cNvSpPr>
          <p:nvPr/>
        </p:nvSpPr>
        <p:spPr>
          <a:xfrm>
            <a:off x="553896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313" name="s23-cuda-lane-30">
            <a:extLst>
              <a:ext uri="{FF2B5EF4-FFF2-40B4-BE49-F238E27FC236}">
                <a16:creationId xmlns:a16="http://schemas.microsoft.com/office/drawing/2014/main" id="{2C3C0C14-C52A-473A-A973-A8DCE4763E27}"/>
              </a:ext>
            </a:extLst>
          </p:cNvPr>
          <p:cNvSpPr>
            <a:spLocks noGrp="1"/>
          </p:cNvSpPr>
          <p:nvPr/>
        </p:nvSpPr>
        <p:spPr>
          <a:xfrm>
            <a:off x="561960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314" name="s23-cuda-lane-31">
            <a:extLst>
              <a:ext uri="{FF2B5EF4-FFF2-40B4-BE49-F238E27FC236}">
                <a16:creationId xmlns:a16="http://schemas.microsoft.com/office/drawing/2014/main" id="{11080EE8-DC2E-4765-BDAA-865E96234D8B}"/>
              </a:ext>
            </a:extLst>
          </p:cNvPr>
          <p:cNvSpPr>
            <a:spLocks noGrp="1"/>
          </p:cNvSpPr>
          <p:nvPr/>
        </p:nvSpPr>
        <p:spPr>
          <a:xfrm>
            <a:off x="5700600" y="2733840"/>
            <a:ext cx="61560" cy="742680"/>
          </a:xfrm>
          <a:prstGeom prst="rect">
            <a:avLst/>
          </a:prstGeom>
          <a:solidFill>
            <a:srgbClr val="002855"/>
          </a:solidFill>
          <a:ln w="7620">
            <a:solidFill>
              <a:srgbClr val="BCDCFE"/>
            </a:solidFill>
          </a:ln>
        </p:spPr>
        <p:style>
          <a:lnRef idx="0">
            <a:scrgbClr r="0" g="0" b="0"/>
          </a:lnRef>
          <a:fillRef idx="0">
            <a:scrgbClr r="0" g="0" b="0"/>
          </a:fillRef>
          <a:effectRef idx="0">
            <a:scrgbClr r="0" g="0" b="0"/>
          </a:effectRef>
          <a:fontRef idx="minor"/>
        </p:style>
        <p:txBody>
          <a:bodyPr lIns="0" tIns="0" rIns="0" bIns="0" anchor="ctr">
            <a:normAutofit/>
          </a:bodyPr>
          <a:lstStyle/>
          <a:p>
            <a:pPr>
              <a:buNone/>
            </a:pPr>
            <a:endParaRPr/>
          </a:p>
        </p:txBody>
      </p:sp>
      <p:sp>
        <p:nvSpPr>
          <p:cNvPr id="1315" name="s23-register-band">
            <a:extLst>
              <a:ext uri="{FF2B5EF4-FFF2-40B4-BE49-F238E27FC236}">
                <a16:creationId xmlns:a16="http://schemas.microsoft.com/office/drawing/2014/main" id="{825E70E9-5390-4066-9457-2E7D126D0825}"/>
              </a:ext>
            </a:extLst>
          </p:cNvPr>
          <p:cNvSpPr>
            <a:spLocks noGrp="1"/>
          </p:cNvSpPr>
          <p:nvPr/>
        </p:nvSpPr>
        <p:spPr>
          <a:xfrm>
            <a:off x="3191040" y="3638520"/>
            <a:ext cx="257148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5240">
            <a:solidFill>
              <a:srgbClr val="012345"/>
            </a:solidFill>
          </a:ln>
        </p:spPr>
        <p:style>
          <a:lnRef idx="0">
            <a:scrgbClr r="0" g="0" b="0"/>
          </a:lnRef>
          <a:fillRef idx="0">
            <a:scrgbClr r="0" g="0" b="0"/>
          </a:fillRef>
          <a:effectRef idx="0">
            <a:scrgbClr r="0" g="0" b="0"/>
          </a:effectRef>
          <a:fontRef idx="minor"/>
        </p:style>
        <p:txBody>
          <a:bodyPr lIns="28440" tIns="9360" rIns="28440" bIns="9360" anchor="ctr">
            <a:normAutofit/>
          </a:bodyPr>
          <a:lstStyle/>
          <a:p>
            <a:pPr algn="ctr">
              <a:lnSpc>
                <a:spcPct val="100000"/>
              </a:lnSpc>
              <a:buNone/>
            </a:pPr>
            <a:r>
              <a:rPr sz="1200" b="1" u="none">
                <a:solidFill>
                  <a:srgbClr val="001233"/>
                </a:solidFill>
                <a:latin typeface="Courier New"/>
                <a:ea typeface="Courier New"/>
                <a:cs typeface="Courier New"/>
              </a:rPr>
              <a:t>REGISTERS + SHUFFLE</a:t>
            </a:r>
          </a:p>
        </p:txBody>
      </p:sp>
      <p:sp>
        <p:nvSpPr>
          <p:cNvPr id="1316" name="s23-shared-band">
            <a:extLst>
              <a:ext uri="{FF2B5EF4-FFF2-40B4-BE49-F238E27FC236}">
                <a16:creationId xmlns:a16="http://schemas.microsoft.com/office/drawing/2014/main" id="{B8CF98DD-109C-445D-8A7E-31350D5C8258}"/>
              </a:ext>
            </a:extLst>
          </p:cNvPr>
          <p:cNvSpPr>
            <a:spLocks noGrp="1"/>
          </p:cNvSpPr>
          <p:nvPr/>
        </p:nvSpPr>
        <p:spPr>
          <a:xfrm>
            <a:off x="3191040" y="4076640"/>
            <a:ext cx="2571480" cy="342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DDE0E6"/>
          </a:solidFill>
          <a:ln w="15240">
            <a:solidFill>
              <a:srgbClr val="012345"/>
            </a:solidFill>
          </a:ln>
        </p:spPr>
        <p:style>
          <a:lnRef idx="0">
            <a:scrgbClr r="0" g="0" b="0"/>
          </a:lnRef>
          <a:fillRef idx="0">
            <a:scrgbClr r="0" g="0" b="0"/>
          </a:fillRef>
          <a:effectRef idx="0">
            <a:scrgbClr r="0" g="0" b="0"/>
          </a:effectRef>
          <a:fontRef idx="minor"/>
        </p:style>
        <p:txBody>
          <a:bodyPr lIns="28440" tIns="9360" rIns="28440" bIns="9360" anchor="ctr">
            <a:normAutofit/>
          </a:bodyPr>
          <a:lstStyle/>
          <a:p>
            <a:pPr algn="ctr">
              <a:lnSpc>
                <a:spcPct val="100000"/>
              </a:lnSpc>
              <a:buNone/>
            </a:pPr>
            <a:r>
              <a:rPr sz="1200" b="1" u="none">
                <a:solidFill>
                  <a:srgbClr val="001233"/>
                </a:solidFill>
                <a:latin typeface="Courier New"/>
                <a:ea typeface="Courier New"/>
                <a:cs typeface="Courier New"/>
              </a:rPr>
              <a:t>SHARED MEMORY + BARRIER</a:t>
            </a:r>
          </a:p>
        </p:txBody>
      </p:sp>
      <p:sp>
        <p:nvSpPr>
          <p:cNvPr id="1317" name="s23-cuda-label">
            <a:extLst>
              <a:ext uri="{FF2B5EF4-FFF2-40B4-BE49-F238E27FC236}">
                <a16:creationId xmlns:a16="http://schemas.microsoft.com/office/drawing/2014/main" id="{EE470F4A-844C-47F3-9614-365BCE7BF5EA}"/>
              </a:ext>
            </a:extLst>
          </p:cNvPr>
          <p:cNvSpPr>
            <a:spLocks noGrp="1"/>
          </p:cNvSpPr>
          <p:nvPr/>
        </p:nvSpPr>
        <p:spPr>
          <a:xfrm>
            <a:off x="3333600" y="2428920"/>
            <a:ext cx="2285640" cy="26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200" b="1" u="none">
                <a:solidFill>
                  <a:srgbClr val="0353A4"/>
                </a:solidFill>
                <a:latin typeface="Courier New"/>
                <a:ea typeface="Courier New"/>
                <a:cs typeface="Courier New"/>
              </a:rPr>
              <a:t>CUDA LANE PATH</a:t>
            </a:r>
          </a:p>
        </p:txBody>
      </p:sp>
      <p:sp>
        <p:nvSpPr>
          <p:cNvPr id="1318" name="s23-tensor">
            <a:extLst>
              <a:ext uri="{FF2B5EF4-FFF2-40B4-BE49-F238E27FC236}">
                <a16:creationId xmlns:a16="http://schemas.microsoft.com/office/drawing/2014/main" id="{C8B14B7E-0388-4A3E-A3FC-FA4EBF859E0D}"/>
              </a:ext>
            </a:extLst>
          </p:cNvPr>
          <p:cNvSpPr>
            <a:spLocks noGrp="1"/>
          </p:cNvSpPr>
          <p:nvPr/>
        </p:nvSpPr>
        <p:spPr>
          <a:xfrm>
            <a:off x="6715080" y="2381400"/>
            <a:ext cx="2666520" cy="219024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18098">
            <a:solidFill>
              <a:srgbClr val="6666FF"/>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19" name="s23-tensor-fill-0">
            <a:extLst>
              <a:ext uri="{FF2B5EF4-FFF2-40B4-BE49-F238E27FC236}">
                <a16:creationId xmlns:a16="http://schemas.microsoft.com/office/drawing/2014/main" id="{4D118A4D-A392-4EF6-B4B0-49B32439D44F}"/>
              </a:ext>
            </a:extLst>
          </p:cNvPr>
          <p:cNvSpPr>
            <a:spLocks noGrp="1"/>
          </p:cNvSpPr>
          <p:nvPr/>
        </p:nvSpPr>
        <p:spPr>
          <a:xfrm>
            <a:off x="6734160" y="2400480"/>
            <a:ext cx="2628720" cy="358560"/>
          </a:xfrm>
          <a:prstGeom prst="rect">
            <a:avLst/>
          </a:prstGeom>
          <a:solidFill>
            <a:srgbClr val="E0E0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20" name="s23-tensor-fill-1">
            <a:extLst>
              <a:ext uri="{FF2B5EF4-FFF2-40B4-BE49-F238E27FC236}">
                <a16:creationId xmlns:a16="http://schemas.microsoft.com/office/drawing/2014/main" id="{DF276F0A-30BC-473A-B05B-53A35E883013}"/>
              </a:ext>
            </a:extLst>
          </p:cNvPr>
          <p:cNvSpPr>
            <a:spLocks noGrp="1"/>
          </p:cNvSpPr>
          <p:nvPr/>
        </p:nvSpPr>
        <p:spPr>
          <a:xfrm>
            <a:off x="6734160" y="2749680"/>
            <a:ext cx="2628720" cy="367920"/>
          </a:xfrm>
          <a:prstGeom prst="rect">
            <a:avLst/>
          </a:prstGeom>
          <a:solidFill>
            <a:srgbClr val="E0E0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21" name="s23-tensor-fill-2">
            <a:extLst>
              <a:ext uri="{FF2B5EF4-FFF2-40B4-BE49-F238E27FC236}">
                <a16:creationId xmlns:a16="http://schemas.microsoft.com/office/drawing/2014/main" id="{28018280-7F13-4491-A362-0AE2E5D3A57A}"/>
              </a:ext>
            </a:extLst>
          </p:cNvPr>
          <p:cNvSpPr>
            <a:spLocks noGrp="1"/>
          </p:cNvSpPr>
          <p:nvPr/>
        </p:nvSpPr>
        <p:spPr>
          <a:xfrm>
            <a:off x="6734160" y="3108240"/>
            <a:ext cx="2628720" cy="367920"/>
          </a:xfrm>
          <a:prstGeom prst="rect">
            <a:avLst/>
          </a:prstGeom>
          <a:solidFill>
            <a:srgbClr val="E0E0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22" name="s23-tensor-fill-3">
            <a:extLst>
              <a:ext uri="{FF2B5EF4-FFF2-40B4-BE49-F238E27FC236}">
                <a16:creationId xmlns:a16="http://schemas.microsoft.com/office/drawing/2014/main" id="{F8A0DBC1-85E4-4D6E-BE87-29E933EA1CE9}"/>
              </a:ext>
            </a:extLst>
          </p:cNvPr>
          <p:cNvSpPr>
            <a:spLocks noGrp="1"/>
          </p:cNvSpPr>
          <p:nvPr/>
        </p:nvSpPr>
        <p:spPr>
          <a:xfrm>
            <a:off x="6734160" y="3467160"/>
            <a:ext cx="2628720" cy="367920"/>
          </a:xfrm>
          <a:prstGeom prst="rect">
            <a:avLst/>
          </a:prstGeom>
          <a:solidFill>
            <a:srgbClr val="E0E0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23" name="s23-tensor-fill-4">
            <a:extLst>
              <a:ext uri="{FF2B5EF4-FFF2-40B4-BE49-F238E27FC236}">
                <a16:creationId xmlns:a16="http://schemas.microsoft.com/office/drawing/2014/main" id="{DB7A92C5-F06D-4B37-90B8-DE429BAD5368}"/>
              </a:ext>
            </a:extLst>
          </p:cNvPr>
          <p:cNvSpPr>
            <a:spLocks noGrp="1"/>
          </p:cNvSpPr>
          <p:nvPr/>
        </p:nvSpPr>
        <p:spPr>
          <a:xfrm>
            <a:off x="6734160" y="3825720"/>
            <a:ext cx="2628720" cy="367920"/>
          </a:xfrm>
          <a:prstGeom prst="rect">
            <a:avLst/>
          </a:prstGeom>
          <a:solidFill>
            <a:srgbClr val="E0E0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24" name="s23-tensor-fill-5">
            <a:extLst>
              <a:ext uri="{FF2B5EF4-FFF2-40B4-BE49-F238E27FC236}">
                <a16:creationId xmlns:a16="http://schemas.microsoft.com/office/drawing/2014/main" id="{BBE3441C-A7B5-406F-88C4-6847B52C84AD}"/>
              </a:ext>
            </a:extLst>
          </p:cNvPr>
          <p:cNvSpPr>
            <a:spLocks noGrp="1"/>
          </p:cNvSpPr>
          <p:nvPr/>
        </p:nvSpPr>
        <p:spPr>
          <a:xfrm>
            <a:off x="6734160" y="4184640"/>
            <a:ext cx="2628720" cy="367920"/>
          </a:xfrm>
          <a:prstGeom prst="rect">
            <a:avLst/>
          </a:prstGeom>
          <a:solidFill>
            <a:srgbClr val="E0E0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25" name="s23-A-0-0">
            <a:extLst>
              <a:ext uri="{FF2B5EF4-FFF2-40B4-BE49-F238E27FC236}">
                <a16:creationId xmlns:a16="http://schemas.microsoft.com/office/drawing/2014/main" id="{62A27904-A99F-4E4B-B61F-E526365C1CD7}"/>
              </a:ext>
            </a:extLst>
          </p:cNvPr>
          <p:cNvSpPr>
            <a:spLocks noGrp="1"/>
          </p:cNvSpPr>
          <p:nvPr/>
        </p:nvSpPr>
        <p:spPr>
          <a:xfrm>
            <a:off x="7095960" y="2914560"/>
            <a:ext cx="190080" cy="19008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26" name="s23-A-0-1">
            <a:extLst>
              <a:ext uri="{FF2B5EF4-FFF2-40B4-BE49-F238E27FC236}">
                <a16:creationId xmlns:a16="http://schemas.microsoft.com/office/drawing/2014/main" id="{DF8800D0-6450-4C49-8E92-FC3CF5BB3201}"/>
              </a:ext>
            </a:extLst>
          </p:cNvPr>
          <p:cNvSpPr>
            <a:spLocks noGrp="1"/>
          </p:cNvSpPr>
          <p:nvPr/>
        </p:nvSpPr>
        <p:spPr>
          <a:xfrm>
            <a:off x="7315200" y="2914560"/>
            <a:ext cx="190080" cy="19008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27" name="s23-A-0-2">
            <a:extLst>
              <a:ext uri="{FF2B5EF4-FFF2-40B4-BE49-F238E27FC236}">
                <a16:creationId xmlns:a16="http://schemas.microsoft.com/office/drawing/2014/main" id="{54CD99D1-BA74-48AA-8A10-13D6B6C38D6F}"/>
              </a:ext>
            </a:extLst>
          </p:cNvPr>
          <p:cNvSpPr>
            <a:spLocks noGrp="1"/>
          </p:cNvSpPr>
          <p:nvPr/>
        </p:nvSpPr>
        <p:spPr>
          <a:xfrm>
            <a:off x="7534440" y="2914560"/>
            <a:ext cx="190080" cy="19008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28" name="s23-A-1-0">
            <a:extLst>
              <a:ext uri="{FF2B5EF4-FFF2-40B4-BE49-F238E27FC236}">
                <a16:creationId xmlns:a16="http://schemas.microsoft.com/office/drawing/2014/main" id="{FC7856E6-315C-429E-ABE8-7236A5A35A88}"/>
              </a:ext>
            </a:extLst>
          </p:cNvPr>
          <p:cNvSpPr>
            <a:spLocks noGrp="1"/>
          </p:cNvSpPr>
          <p:nvPr/>
        </p:nvSpPr>
        <p:spPr>
          <a:xfrm>
            <a:off x="7095960" y="3133800"/>
            <a:ext cx="190080" cy="19008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29" name="s23-A-1-1">
            <a:extLst>
              <a:ext uri="{FF2B5EF4-FFF2-40B4-BE49-F238E27FC236}">
                <a16:creationId xmlns:a16="http://schemas.microsoft.com/office/drawing/2014/main" id="{375176A3-C56E-49C9-8DBF-C6659BB9E3B0}"/>
              </a:ext>
            </a:extLst>
          </p:cNvPr>
          <p:cNvSpPr>
            <a:spLocks noGrp="1"/>
          </p:cNvSpPr>
          <p:nvPr/>
        </p:nvSpPr>
        <p:spPr>
          <a:xfrm>
            <a:off x="7315200" y="3133800"/>
            <a:ext cx="190080" cy="19008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30" name="s23-A-1-2">
            <a:extLst>
              <a:ext uri="{FF2B5EF4-FFF2-40B4-BE49-F238E27FC236}">
                <a16:creationId xmlns:a16="http://schemas.microsoft.com/office/drawing/2014/main" id="{EBCE6210-2B03-4896-AA4A-447CB6C396D0}"/>
              </a:ext>
            </a:extLst>
          </p:cNvPr>
          <p:cNvSpPr>
            <a:spLocks noGrp="1"/>
          </p:cNvSpPr>
          <p:nvPr/>
        </p:nvSpPr>
        <p:spPr>
          <a:xfrm>
            <a:off x="7534440" y="3133800"/>
            <a:ext cx="190080" cy="19008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31" name="s23-A-2-0">
            <a:extLst>
              <a:ext uri="{FF2B5EF4-FFF2-40B4-BE49-F238E27FC236}">
                <a16:creationId xmlns:a16="http://schemas.microsoft.com/office/drawing/2014/main" id="{12A2F4E9-EFA5-41D9-8813-7E981EB9F4CE}"/>
              </a:ext>
            </a:extLst>
          </p:cNvPr>
          <p:cNvSpPr>
            <a:spLocks noGrp="1"/>
          </p:cNvSpPr>
          <p:nvPr/>
        </p:nvSpPr>
        <p:spPr>
          <a:xfrm>
            <a:off x="7095960" y="3352680"/>
            <a:ext cx="190080" cy="19008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32" name="s23-A-2-1">
            <a:extLst>
              <a:ext uri="{FF2B5EF4-FFF2-40B4-BE49-F238E27FC236}">
                <a16:creationId xmlns:a16="http://schemas.microsoft.com/office/drawing/2014/main" id="{33B72B2C-4718-4F89-A8F7-A93907B347A9}"/>
              </a:ext>
            </a:extLst>
          </p:cNvPr>
          <p:cNvSpPr>
            <a:spLocks noGrp="1"/>
          </p:cNvSpPr>
          <p:nvPr/>
        </p:nvSpPr>
        <p:spPr>
          <a:xfrm>
            <a:off x="7315200" y="3352680"/>
            <a:ext cx="190080" cy="19008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33" name="s23-A-2-2">
            <a:extLst>
              <a:ext uri="{FF2B5EF4-FFF2-40B4-BE49-F238E27FC236}">
                <a16:creationId xmlns:a16="http://schemas.microsoft.com/office/drawing/2014/main" id="{D5DC1562-DDDD-4D74-81A6-8DB4428B621F}"/>
              </a:ext>
            </a:extLst>
          </p:cNvPr>
          <p:cNvSpPr>
            <a:spLocks noGrp="1"/>
          </p:cNvSpPr>
          <p:nvPr/>
        </p:nvSpPr>
        <p:spPr>
          <a:xfrm>
            <a:off x="7534440" y="3352680"/>
            <a:ext cx="190080" cy="19008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34" name="s23-A-label">
            <a:extLst>
              <a:ext uri="{FF2B5EF4-FFF2-40B4-BE49-F238E27FC236}">
                <a16:creationId xmlns:a16="http://schemas.microsoft.com/office/drawing/2014/main" id="{9DAB9DBF-6983-4C9D-BA72-49F9C746CA64}"/>
              </a:ext>
            </a:extLst>
          </p:cNvPr>
          <p:cNvSpPr>
            <a:spLocks noGrp="1"/>
          </p:cNvSpPr>
          <p:nvPr/>
        </p:nvSpPr>
        <p:spPr>
          <a:xfrm>
            <a:off x="7058160" y="2666880"/>
            <a:ext cx="6570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200" b="1" u="none">
                <a:solidFill>
                  <a:srgbClr val="0353A4"/>
                </a:solidFill>
                <a:latin typeface="Arial"/>
                <a:ea typeface="Arial"/>
                <a:cs typeface="Arial"/>
              </a:rPr>
              <a:t>A</a:t>
            </a:r>
          </a:p>
        </p:txBody>
      </p:sp>
      <p:sp>
        <p:nvSpPr>
          <p:cNvPr id="1335" name="s23-B-0-0">
            <a:extLst>
              <a:ext uri="{FF2B5EF4-FFF2-40B4-BE49-F238E27FC236}">
                <a16:creationId xmlns:a16="http://schemas.microsoft.com/office/drawing/2014/main" id="{72A817C3-E3BF-465E-91F0-201CC22C2C4D}"/>
              </a:ext>
            </a:extLst>
          </p:cNvPr>
          <p:cNvSpPr>
            <a:spLocks noGrp="1"/>
          </p:cNvSpPr>
          <p:nvPr/>
        </p:nvSpPr>
        <p:spPr>
          <a:xfrm>
            <a:off x="8020080" y="2914560"/>
            <a:ext cx="190080" cy="19008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36" name="s23-B-0-1">
            <a:extLst>
              <a:ext uri="{FF2B5EF4-FFF2-40B4-BE49-F238E27FC236}">
                <a16:creationId xmlns:a16="http://schemas.microsoft.com/office/drawing/2014/main" id="{6A4E7092-3C94-4145-B378-9C67C3B45E40}"/>
              </a:ext>
            </a:extLst>
          </p:cNvPr>
          <p:cNvSpPr>
            <a:spLocks noGrp="1"/>
          </p:cNvSpPr>
          <p:nvPr/>
        </p:nvSpPr>
        <p:spPr>
          <a:xfrm>
            <a:off x="8238960" y="2914560"/>
            <a:ext cx="190080" cy="19008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37" name="s23-B-0-2">
            <a:extLst>
              <a:ext uri="{FF2B5EF4-FFF2-40B4-BE49-F238E27FC236}">
                <a16:creationId xmlns:a16="http://schemas.microsoft.com/office/drawing/2014/main" id="{992171B4-16F9-44AC-9F71-A3790A7D5088}"/>
              </a:ext>
            </a:extLst>
          </p:cNvPr>
          <p:cNvSpPr>
            <a:spLocks noGrp="1"/>
          </p:cNvSpPr>
          <p:nvPr/>
        </p:nvSpPr>
        <p:spPr>
          <a:xfrm>
            <a:off x="8458200" y="2914560"/>
            <a:ext cx="190080" cy="19008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38" name="s23-B-1-0">
            <a:extLst>
              <a:ext uri="{FF2B5EF4-FFF2-40B4-BE49-F238E27FC236}">
                <a16:creationId xmlns:a16="http://schemas.microsoft.com/office/drawing/2014/main" id="{341194FA-C016-486A-BA13-654AD5061017}"/>
              </a:ext>
            </a:extLst>
          </p:cNvPr>
          <p:cNvSpPr>
            <a:spLocks noGrp="1"/>
          </p:cNvSpPr>
          <p:nvPr/>
        </p:nvSpPr>
        <p:spPr>
          <a:xfrm>
            <a:off x="8020080" y="3133800"/>
            <a:ext cx="190080" cy="19008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39" name="s23-B-1-1">
            <a:extLst>
              <a:ext uri="{FF2B5EF4-FFF2-40B4-BE49-F238E27FC236}">
                <a16:creationId xmlns:a16="http://schemas.microsoft.com/office/drawing/2014/main" id="{D32F2D7B-8296-4EDA-94BE-9C37C49416C0}"/>
              </a:ext>
            </a:extLst>
          </p:cNvPr>
          <p:cNvSpPr>
            <a:spLocks noGrp="1"/>
          </p:cNvSpPr>
          <p:nvPr/>
        </p:nvSpPr>
        <p:spPr>
          <a:xfrm>
            <a:off x="8238960" y="3133800"/>
            <a:ext cx="190080" cy="19008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40" name="s23-B-1-2">
            <a:extLst>
              <a:ext uri="{FF2B5EF4-FFF2-40B4-BE49-F238E27FC236}">
                <a16:creationId xmlns:a16="http://schemas.microsoft.com/office/drawing/2014/main" id="{C0B564F5-4C11-4CDF-94FA-E34F456DFCC1}"/>
              </a:ext>
            </a:extLst>
          </p:cNvPr>
          <p:cNvSpPr>
            <a:spLocks noGrp="1"/>
          </p:cNvSpPr>
          <p:nvPr/>
        </p:nvSpPr>
        <p:spPr>
          <a:xfrm>
            <a:off x="8458200" y="3133800"/>
            <a:ext cx="190080" cy="19008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41" name="s23-B-2-0">
            <a:extLst>
              <a:ext uri="{FF2B5EF4-FFF2-40B4-BE49-F238E27FC236}">
                <a16:creationId xmlns:a16="http://schemas.microsoft.com/office/drawing/2014/main" id="{CCD9C494-55CF-4925-BD0A-0A65C12BCABC}"/>
              </a:ext>
            </a:extLst>
          </p:cNvPr>
          <p:cNvSpPr>
            <a:spLocks noGrp="1"/>
          </p:cNvSpPr>
          <p:nvPr/>
        </p:nvSpPr>
        <p:spPr>
          <a:xfrm>
            <a:off x="8020080" y="3352680"/>
            <a:ext cx="190080" cy="19008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42" name="s23-B-2-1">
            <a:extLst>
              <a:ext uri="{FF2B5EF4-FFF2-40B4-BE49-F238E27FC236}">
                <a16:creationId xmlns:a16="http://schemas.microsoft.com/office/drawing/2014/main" id="{3EC90590-1FE9-4A3E-9653-1A7B21389B07}"/>
              </a:ext>
            </a:extLst>
          </p:cNvPr>
          <p:cNvSpPr>
            <a:spLocks noGrp="1"/>
          </p:cNvSpPr>
          <p:nvPr/>
        </p:nvSpPr>
        <p:spPr>
          <a:xfrm>
            <a:off x="8238960" y="3352680"/>
            <a:ext cx="190080" cy="19008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43" name="s23-B-2-2">
            <a:extLst>
              <a:ext uri="{FF2B5EF4-FFF2-40B4-BE49-F238E27FC236}">
                <a16:creationId xmlns:a16="http://schemas.microsoft.com/office/drawing/2014/main" id="{C75E15DD-0E45-4642-9AA4-51654AC749BF}"/>
              </a:ext>
            </a:extLst>
          </p:cNvPr>
          <p:cNvSpPr>
            <a:spLocks noGrp="1"/>
          </p:cNvSpPr>
          <p:nvPr/>
        </p:nvSpPr>
        <p:spPr>
          <a:xfrm>
            <a:off x="8458200" y="3352680"/>
            <a:ext cx="190080" cy="19008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44" name="s23-B-label">
            <a:extLst>
              <a:ext uri="{FF2B5EF4-FFF2-40B4-BE49-F238E27FC236}">
                <a16:creationId xmlns:a16="http://schemas.microsoft.com/office/drawing/2014/main" id="{FDBEA23F-3719-4D2E-B468-7B427E1BDC6B}"/>
              </a:ext>
            </a:extLst>
          </p:cNvPr>
          <p:cNvSpPr>
            <a:spLocks noGrp="1"/>
          </p:cNvSpPr>
          <p:nvPr/>
        </p:nvSpPr>
        <p:spPr>
          <a:xfrm>
            <a:off x="7981920" y="2666880"/>
            <a:ext cx="6570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200" b="1" u="none">
                <a:solidFill>
                  <a:srgbClr val="0353A4"/>
                </a:solidFill>
                <a:latin typeface="Arial"/>
                <a:ea typeface="Arial"/>
                <a:cs typeface="Arial"/>
              </a:rPr>
              <a:t>B</a:t>
            </a:r>
          </a:p>
        </p:txBody>
      </p:sp>
      <p:sp>
        <p:nvSpPr>
          <p:cNvPr id="1345" name="s23-mma">
            <a:extLst>
              <a:ext uri="{FF2B5EF4-FFF2-40B4-BE49-F238E27FC236}">
                <a16:creationId xmlns:a16="http://schemas.microsoft.com/office/drawing/2014/main" id="{944EAA61-E411-47FD-B889-D02A6F1A79F1}"/>
              </a:ext>
            </a:extLst>
          </p:cNvPr>
          <p:cNvSpPr>
            <a:spLocks noGrp="1"/>
          </p:cNvSpPr>
          <p:nvPr/>
        </p:nvSpPr>
        <p:spPr>
          <a:xfrm>
            <a:off x="7524720" y="3828960"/>
            <a:ext cx="1047240" cy="3614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870" b="1" u="none">
                <a:solidFill>
                  <a:srgbClr val="6666FF"/>
                </a:solidFill>
                <a:latin typeface="Courier New"/>
                <a:ea typeface="Courier New"/>
                <a:cs typeface="Courier New"/>
              </a:rPr>
              <a:t>MMA</a:t>
            </a:r>
          </a:p>
        </p:txBody>
      </p:sp>
      <p:sp>
        <p:nvSpPr>
          <p:cNvPr id="1346" name="s23-tensor-label">
            <a:extLst>
              <a:ext uri="{FF2B5EF4-FFF2-40B4-BE49-F238E27FC236}">
                <a16:creationId xmlns:a16="http://schemas.microsoft.com/office/drawing/2014/main" id="{C59E5D8C-62C6-4C82-80BD-7E24C08FBA42}"/>
              </a:ext>
            </a:extLst>
          </p:cNvPr>
          <p:cNvSpPr>
            <a:spLocks noGrp="1"/>
          </p:cNvSpPr>
          <p:nvPr/>
        </p:nvSpPr>
        <p:spPr>
          <a:xfrm>
            <a:off x="6858000" y="2428920"/>
            <a:ext cx="2381040" cy="26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200" b="1" u="none">
                <a:solidFill>
                  <a:srgbClr val="6666FF"/>
                </a:solidFill>
                <a:latin typeface="Courier New"/>
                <a:ea typeface="Courier New"/>
                <a:cs typeface="Courier New"/>
              </a:rPr>
              <a:t>TENSOR CORE TILE PATH</a:t>
            </a:r>
          </a:p>
        </p:txBody>
      </p:sp>
      <p:cxnSp>
        <p:nvCxnSpPr>
          <p:cNvPr id="1446" name="s23-flow-s23-prefix-7-s23-cuda-path"/>
          <p:cNvCxnSpPr>
            <a:stCxn id="1274" idx="3"/>
            <a:endCxn id="1276" idx="1"/>
          </p:cNvCxnSpPr>
          <p:nvPr/>
        </p:nvCxnSpPr>
        <p:spPr>
          <a:xfrm>
            <a:off x="2390400" y="2867040"/>
            <a:ext cx="467640" cy="609840"/>
          </a:xfrm>
          <a:prstGeom prst="straightConnector1">
            <a:avLst/>
          </a:prstGeom>
          <a:ln w="38100">
            <a:solidFill>
              <a:srgbClr val="0353A4"/>
            </a:solidFill>
            <a:round/>
            <a:tailEnd type="triangle" w="sm" len="sm"/>
          </a:ln>
        </p:spPr>
      </p:cxnSp>
      <p:sp>
        <p:nvSpPr>
          <p:cNvPr id="1348" name="s23-invalid-branch">
            <a:extLst>
              <a:ext uri="{FF2B5EF4-FFF2-40B4-BE49-F238E27FC236}">
                <a16:creationId xmlns:a16="http://schemas.microsoft.com/office/drawing/2014/main" id="{42AFD68C-E1D3-4475-806C-8030F34FB04F}"/>
              </a:ext>
            </a:extLst>
          </p:cNvPr>
          <p:cNvSpPr>
            <a:spLocks noGrp="1"/>
          </p:cNvSpPr>
          <p:nvPr/>
        </p:nvSpPr>
        <p:spPr>
          <a:xfrm>
            <a:off x="2333520" y="3047760"/>
            <a:ext cx="5191200" cy="723960"/>
          </a:xfrm>
          <a:prstGeom prst="line">
            <a:avLst/>
          </a:prstGeom>
          <a:ln w="33338">
            <a:solidFill>
              <a:srgbClr val="FF0000"/>
            </a:solidFill>
            <a:prstDash val="dash"/>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49" name="s23-invalid-x">
            <a:extLst>
              <a:ext uri="{FF2B5EF4-FFF2-40B4-BE49-F238E27FC236}">
                <a16:creationId xmlns:a16="http://schemas.microsoft.com/office/drawing/2014/main" id="{FDB7FEB3-D329-46FA-B767-FF9E14BF1BCB}"/>
              </a:ext>
            </a:extLst>
          </p:cNvPr>
          <p:cNvSpPr>
            <a:spLocks noGrp="1"/>
          </p:cNvSpPr>
          <p:nvPr/>
        </p:nvSpPr>
        <p:spPr>
          <a:xfrm>
            <a:off x="6143760" y="3257640"/>
            <a:ext cx="590040" cy="5900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3380" b="1" u="none">
                <a:solidFill>
                  <a:srgbClr val="FF0000"/>
                </a:solidFill>
                <a:latin typeface="Arial"/>
                <a:ea typeface="Arial"/>
                <a:cs typeface="Arial"/>
              </a:rPr>
              <a:t>X</a:t>
            </a:r>
          </a:p>
        </p:txBody>
      </p:sp>
      <p:sp>
        <p:nvSpPr>
          <p:cNvPr id="1350" name="s23-invalid">
            <a:extLst>
              <a:ext uri="{FF2B5EF4-FFF2-40B4-BE49-F238E27FC236}">
                <a16:creationId xmlns:a16="http://schemas.microsoft.com/office/drawing/2014/main" id="{95D2788C-4912-4B56-A67D-0DAC8BDCE725}"/>
              </a:ext>
            </a:extLst>
          </p:cNvPr>
          <p:cNvSpPr>
            <a:spLocks noGrp="1"/>
          </p:cNvSpPr>
          <p:nvPr/>
        </p:nvSpPr>
        <p:spPr>
          <a:xfrm>
            <a:off x="6477120" y="4743360"/>
            <a:ext cx="3142800" cy="428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2020" b="1" u="none">
                <a:solidFill>
                  <a:srgbClr val="FF0000"/>
                </a:solidFill>
                <a:latin typeface="Arial"/>
                <a:ea typeface="Arial"/>
                <a:cs typeface="Arial"/>
              </a:rPr>
              <a:t>SCAN ≠ MMA TILE</a:t>
            </a:r>
          </a:p>
        </p:txBody>
      </p:sp>
      <p:sp>
        <p:nvSpPr>
          <p:cNvPr id="1351" name="s23-matrix-formula">
            <a:extLst>
              <a:ext uri="{FF2B5EF4-FFF2-40B4-BE49-F238E27FC236}">
                <a16:creationId xmlns:a16="http://schemas.microsoft.com/office/drawing/2014/main" id="{13AEC3A8-FB90-4043-9720-4E1CE7EA91D2}"/>
              </a:ext>
            </a:extLst>
          </p:cNvPr>
          <p:cNvSpPr>
            <a:spLocks noGrp="1"/>
          </p:cNvSpPr>
          <p:nvPr/>
        </p:nvSpPr>
        <p:spPr>
          <a:xfrm>
            <a:off x="9887040" y="2448000"/>
            <a:ext cx="1580760" cy="39960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1" u="none">
                <a:solidFill>
                  <a:srgbClr val="001233"/>
                </a:solidFill>
                <a:latin typeface="Courier New"/>
                <a:ea typeface="Courier New"/>
                <a:cs typeface="Courier New"/>
              </a:rPr>
              <a:t>D = A × B + C</a:t>
            </a:r>
          </a:p>
        </p:txBody>
      </p:sp>
      <p:sp>
        <p:nvSpPr>
          <p:cNvPr id="1352" name="s23-peak">
            <a:extLst>
              <a:ext uri="{FF2B5EF4-FFF2-40B4-BE49-F238E27FC236}">
                <a16:creationId xmlns:a16="http://schemas.microsoft.com/office/drawing/2014/main" id="{ED9DEF4D-C61C-4B87-B9B1-4665552EB21A}"/>
              </a:ext>
            </a:extLst>
          </p:cNvPr>
          <p:cNvSpPr>
            <a:spLocks noGrp="1"/>
          </p:cNvSpPr>
          <p:nvPr/>
        </p:nvSpPr>
        <p:spPr>
          <a:xfrm>
            <a:off x="9887040" y="3095640"/>
            <a:ext cx="157140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a:lnSpc>
                <a:spcPct val="100000"/>
              </a:lnSpc>
              <a:buNone/>
            </a:pPr>
            <a:r>
              <a:rPr sz="1200" b="1" u="none">
                <a:solidFill>
                  <a:srgbClr val="6666FF"/>
                </a:solidFill>
                <a:latin typeface="Courier New"/>
                <a:ea typeface="Courier New"/>
                <a:cs typeface="Courier New"/>
              </a:rPr>
              <a:t>L40S peak:</a:t>
            </a:r>
          </a:p>
          <a:p>
            <a:pPr algn="ctr">
              <a:lnSpc>
                <a:spcPct val="100000"/>
              </a:lnSpc>
              <a:buNone/>
            </a:pPr>
            <a:r>
              <a:rPr sz="1200" b="1" u="none">
                <a:solidFill>
                  <a:srgbClr val="6666FF"/>
                </a:solidFill>
                <a:latin typeface="Courier New"/>
                <a:ea typeface="Courier New"/>
                <a:cs typeface="Courier New"/>
              </a:rPr>
              <a:t>733 dense FP8 TFLOPS</a:t>
            </a:r>
          </a:p>
          <a:p>
            <a:pPr algn="ctr">
              <a:lnSpc>
                <a:spcPct val="100000"/>
              </a:lnSpc>
              <a:buNone/>
            </a:pPr>
            <a:r>
              <a:rPr sz="1200" b="1" u="none">
                <a:solidFill>
                  <a:srgbClr val="6666FF"/>
                </a:solidFill>
                <a:latin typeface="Courier New"/>
                <a:ea typeface="Courier New"/>
                <a:cs typeface="Courier New"/>
              </a:rPr>
              <a:t>MMA contracts only</a:t>
            </a:r>
          </a:p>
        </p:txBody>
      </p:sp>
      <p:sp>
        <p:nvSpPr>
          <p:cNvPr id="1353" name="s23-rule">
            <a:extLst>
              <a:ext uri="{FF2B5EF4-FFF2-40B4-BE49-F238E27FC236}">
                <a16:creationId xmlns:a16="http://schemas.microsoft.com/office/drawing/2014/main" id="{934B36EA-CBF6-4FBC-85EE-CE9CAB75CF7E}"/>
              </a:ext>
            </a:extLst>
          </p:cNvPr>
          <p:cNvSpPr>
            <a:spLocks noGrp="1"/>
          </p:cNvSpPr>
          <p:nvPr/>
        </p:nvSpPr>
        <p:spPr>
          <a:xfrm>
            <a:off x="3048120" y="5524560"/>
            <a:ext cx="6190920" cy="38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729" b="1" u="none">
                <a:solidFill>
                  <a:srgbClr val="FF0000"/>
                </a:solidFill>
                <a:latin typeface="Arial"/>
                <a:ea typeface="Arial"/>
                <a:cs typeface="Arial"/>
              </a:rPr>
              <a:t>hardware peak follows the matching branch</a:t>
            </a:r>
          </a:p>
        </p:txBody>
      </p:sp>
      <p:sp>
        <p:nvSpPr>
          <p:cNvPr id="1354" name="s23-source">
            <a:extLst>
              <a:ext uri="{FF2B5EF4-FFF2-40B4-BE49-F238E27FC236}">
                <a16:creationId xmlns:a16="http://schemas.microsoft.com/office/drawing/2014/main" id="{913FA4A2-65D8-4706-B1BB-4A595BCB7C7A}"/>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NVIDIA CUDA C Programming Guide (WMMA); NVIDIA L40S specifications. Schematic tiles; FP8 peak is not a scan roof.</a:t>
            </a:r>
          </a:p>
        </p:txBody>
      </p:sp>
    </p:spTree>
    <p:extLst>
      <p:ext uri="{BB962C8B-B14F-4D97-AF65-F5344CB8AC3E}">
        <p14:creationId xmlns:p14="http://schemas.microsoft.com/office/powerpoint/2010/main" val="1612075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5" name="PlaceHolder 1">
            <a:extLst>
              <a:ext uri="{FF2B5EF4-FFF2-40B4-BE49-F238E27FC236}">
                <a16:creationId xmlns:a16="http://schemas.microsoft.com/office/drawing/2014/main" id="{F4D50F6F-0B97-486A-A434-DFF84779CF0E}"/>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3000" b="1" u="none">
                <a:solidFill>
                  <a:srgbClr val="001233"/>
                </a:solidFill>
                <a:latin typeface="Arial"/>
                <a:ea typeface="Arial"/>
                <a:cs typeface="Arial"/>
              </a:rPr>
              <a:t>cuBLAS and cuDNN</a:t>
            </a:r>
          </a:p>
        </p:txBody>
      </p:sp>
      <p:sp>
        <p:nvSpPr>
          <p:cNvPr id="1356" name="s24-page-number">
            <a:extLst>
              <a:ext uri="{FF2B5EF4-FFF2-40B4-BE49-F238E27FC236}">
                <a16:creationId xmlns:a16="http://schemas.microsoft.com/office/drawing/2014/main" id="{3B2C6185-7A66-4258-BB1F-50710ED0DC30}"/>
              </a:ext>
            </a:extLst>
          </p:cNvPr>
          <p:cNvSpPr>
            <a:spLocks noGrp="1"/>
          </p:cNvSpPr>
          <p:nvPr/>
        </p:nvSpPr>
        <p:spPr>
          <a:xfrm>
            <a:off x="11487240" y="6453360"/>
            <a:ext cx="456840" cy="264600"/>
          </a:xfrm>
          <a:prstGeom prst="rect">
            <a:avLst/>
          </a:prstGeom>
          <a:noFill/>
          <a:ln w="0">
            <a:noFill/>
          </a:ln>
        </p:spPr>
        <p:style>
          <a:lnRef idx="0">
            <a:scrgbClr r="0" g="0" b="0"/>
          </a:lnRef>
          <a:fillRef idx="0">
            <a:scrgbClr r="0" g="0" b="0"/>
          </a:fillRef>
          <a:effectRef idx="0">
            <a:scrgbClr r="0" g="0" b="0"/>
          </a:effectRef>
          <a:fontRef idx="minor"/>
        </p:style>
        <p:txBody>
          <a:bodyPr lIns="45720" rIns="45720" anchor="ctr">
            <a:noAutofit/>
          </a:bodyPr>
          <a:lstStyle/>
          <a:p>
            <a:pPr algn="r">
              <a:lnSpc>
                <a:spcPct val="100000"/>
              </a:lnSpc>
              <a:buNone/>
            </a:pPr>
            <a:r>
              <a:rPr sz="900" b="0" u="none">
                <a:solidFill>
                  <a:srgbClr val="88888D"/>
                </a:solidFill>
                <a:latin typeface="Arial"/>
                <a:ea typeface="Arial"/>
                <a:cs typeface="Arial"/>
              </a:rPr>
              <a:t>24</a:t>
            </a:r>
          </a:p>
        </p:txBody>
      </p:sp>
      <p:sp>
        <p:nvSpPr>
          <p:cNvPr id="1357" name="s24-subtitle">
            <a:extLst>
              <a:ext uri="{FF2B5EF4-FFF2-40B4-BE49-F238E27FC236}">
                <a16:creationId xmlns:a16="http://schemas.microsoft.com/office/drawing/2014/main" id="{1566BA04-C89A-42CE-B6A2-19BFE85FFA2A}"/>
              </a:ext>
            </a:extLst>
          </p:cNvPr>
          <p:cNvSpPr>
            <a:spLocks noGrp="1"/>
          </p:cNvSpPr>
          <p:nvPr/>
        </p:nvSpPr>
        <p:spPr>
          <a:xfrm>
            <a:off x="733320" y="1047600"/>
            <a:ext cx="9334080" cy="28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350" b="1" u="none">
                <a:solidFill>
                  <a:srgbClr val="001233"/>
                </a:solidFill>
                <a:latin typeface="Arial"/>
                <a:ea typeface="Arial"/>
                <a:cs typeface="Arial"/>
              </a:rPr>
              <a:t>Libraries optimize tiling, precision, layout, fusion, and hardware paths.</a:t>
            </a:r>
          </a:p>
        </p:txBody>
      </p:sp>
      <p:sp>
        <p:nvSpPr>
          <p:cNvPr id="1358" name="s24-cublas-title">
            <a:extLst>
              <a:ext uri="{FF2B5EF4-FFF2-40B4-BE49-F238E27FC236}">
                <a16:creationId xmlns:a16="http://schemas.microsoft.com/office/drawing/2014/main" id="{24D0805A-1071-4A8B-9993-45905701997A}"/>
              </a:ext>
            </a:extLst>
          </p:cNvPr>
          <p:cNvSpPr>
            <a:spLocks noGrp="1"/>
          </p:cNvSpPr>
          <p:nvPr/>
        </p:nvSpPr>
        <p:spPr>
          <a:xfrm>
            <a:off x="857160" y="1666800"/>
            <a:ext cx="2666520" cy="3614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nSpc>
                <a:spcPct val="100000"/>
              </a:lnSpc>
              <a:buNone/>
            </a:pPr>
            <a:r>
              <a:rPr sz="1729" b="1" u="none">
                <a:solidFill>
                  <a:srgbClr val="0353A4"/>
                </a:solidFill>
                <a:latin typeface="Courier New"/>
                <a:ea typeface="Courier New"/>
                <a:cs typeface="Courier New"/>
              </a:rPr>
              <a:t>cuBLAS / cuBLASLt</a:t>
            </a:r>
          </a:p>
        </p:txBody>
      </p:sp>
      <p:sp>
        <p:nvSpPr>
          <p:cNvPr id="1359" name="s24-gemm">
            <a:extLst>
              <a:ext uri="{FF2B5EF4-FFF2-40B4-BE49-F238E27FC236}">
                <a16:creationId xmlns:a16="http://schemas.microsoft.com/office/drawing/2014/main" id="{3FDCE62A-2288-4AE6-B400-30DF1A3EFCBA}"/>
              </a:ext>
            </a:extLst>
          </p:cNvPr>
          <p:cNvSpPr>
            <a:spLocks noGrp="1"/>
          </p:cNvSpPr>
          <p:nvPr/>
        </p:nvSpPr>
        <p:spPr>
          <a:xfrm>
            <a:off x="857160" y="2095560"/>
            <a:ext cx="3714480" cy="3614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nSpc>
                <a:spcPct val="100000"/>
              </a:lnSpc>
              <a:buNone/>
            </a:pPr>
            <a:r>
              <a:rPr sz="1350" b="1" u="none">
                <a:solidFill>
                  <a:srgbClr val="001233"/>
                </a:solidFill>
                <a:latin typeface="Courier New"/>
                <a:ea typeface="Courier New"/>
                <a:cs typeface="Courier New"/>
              </a:rPr>
              <a:t>C = α op(A) op(B) + β C</a:t>
            </a:r>
          </a:p>
        </p:txBody>
      </p:sp>
      <p:sp>
        <p:nvSpPr>
          <p:cNvPr id="1360" name="s24-A-0-0">
            <a:extLst>
              <a:ext uri="{FF2B5EF4-FFF2-40B4-BE49-F238E27FC236}">
                <a16:creationId xmlns:a16="http://schemas.microsoft.com/office/drawing/2014/main" id="{08E8AC85-14D2-4FF0-B7E2-2CD60E0EB477}"/>
              </a:ext>
            </a:extLst>
          </p:cNvPr>
          <p:cNvSpPr>
            <a:spLocks noGrp="1"/>
          </p:cNvSpPr>
          <p:nvPr/>
        </p:nvSpPr>
        <p:spPr>
          <a:xfrm>
            <a:off x="1143000" y="2857680"/>
            <a:ext cx="237600" cy="23760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61" name="s24-A-0-1">
            <a:extLst>
              <a:ext uri="{FF2B5EF4-FFF2-40B4-BE49-F238E27FC236}">
                <a16:creationId xmlns:a16="http://schemas.microsoft.com/office/drawing/2014/main" id="{C01CC988-44E4-4EFA-A6D8-A677D9D78E92}"/>
              </a:ext>
            </a:extLst>
          </p:cNvPr>
          <p:cNvSpPr>
            <a:spLocks noGrp="1"/>
          </p:cNvSpPr>
          <p:nvPr/>
        </p:nvSpPr>
        <p:spPr>
          <a:xfrm>
            <a:off x="1409760" y="2857680"/>
            <a:ext cx="237600" cy="23760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62" name="s24-A-0-2">
            <a:extLst>
              <a:ext uri="{FF2B5EF4-FFF2-40B4-BE49-F238E27FC236}">
                <a16:creationId xmlns:a16="http://schemas.microsoft.com/office/drawing/2014/main" id="{E297D5D5-AAC8-4399-810F-E2C9E5925DA6}"/>
              </a:ext>
            </a:extLst>
          </p:cNvPr>
          <p:cNvSpPr>
            <a:spLocks noGrp="1"/>
          </p:cNvSpPr>
          <p:nvPr/>
        </p:nvSpPr>
        <p:spPr>
          <a:xfrm>
            <a:off x="1676520" y="2857680"/>
            <a:ext cx="237600" cy="23760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63" name="s24-A-1-0">
            <a:extLst>
              <a:ext uri="{FF2B5EF4-FFF2-40B4-BE49-F238E27FC236}">
                <a16:creationId xmlns:a16="http://schemas.microsoft.com/office/drawing/2014/main" id="{DE9A2CBF-5C8D-41DF-B727-2CA4F2ACF8F2}"/>
              </a:ext>
            </a:extLst>
          </p:cNvPr>
          <p:cNvSpPr>
            <a:spLocks noGrp="1"/>
          </p:cNvSpPr>
          <p:nvPr/>
        </p:nvSpPr>
        <p:spPr>
          <a:xfrm>
            <a:off x="1143000" y="3124080"/>
            <a:ext cx="237600" cy="23760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64" name="s24-A-1-1">
            <a:extLst>
              <a:ext uri="{FF2B5EF4-FFF2-40B4-BE49-F238E27FC236}">
                <a16:creationId xmlns:a16="http://schemas.microsoft.com/office/drawing/2014/main" id="{4BD5F853-4D8D-48B2-A5F0-32FA62A186A1}"/>
              </a:ext>
            </a:extLst>
          </p:cNvPr>
          <p:cNvSpPr>
            <a:spLocks noGrp="1"/>
          </p:cNvSpPr>
          <p:nvPr/>
        </p:nvSpPr>
        <p:spPr>
          <a:xfrm>
            <a:off x="1409760" y="3124080"/>
            <a:ext cx="237600" cy="23760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65" name="s24-A-1-2">
            <a:extLst>
              <a:ext uri="{FF2B5EF4-FFF2-40B4-BE49-F238E27FC236}">
                <a16:creationId xmlns:a16="http://schemas.microsoft.com/office/drawing/2014/main" id="{F6D0650F-DADF-4E95-9128-A640CC97405E}"/>
              </a:ext>
            </a:extLst>
          </p:cNvPr>
          <p:cNvSpPr>
            <a:spLocks noGrp="1"/>
          </p:cNvSpPr>
          <p:nvPr/>
        </p:nvSpPr>
        <p:spPr>
          <a:xfrm>
            <a:off x="1676520" y="3124080"/>
            <a:ext cx="237600" cy="23760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66" name="s24-A-2-0">
            <a:extLst>
              <a:ext uri="{FF2B5EF4-FFF2-40B4-BE49-F238E27FC236}">
                <a16:creationId xmlns:a16="http://schemas.microsoft.com/office/drawing/2014/main" id="{D172CE8B-39F5-40C6-9EEA-4DC409CE347C}"/>
              </a:ext>
            </a:extLst>
          </p:cNvPr>
          <p:cNvSpPr>
            <a:spLocks noGrp="1"/>
          </p:cNvSpPr>
          <p:nvPr/>
        </p:nvSpPr>
        <p:spPr>
          <a:xfrm>
            <a:off x="1143000" y="3390840"/>
            <a:ext cx="237600" cy="23760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67" name="s24-A-2-1">
            <a:extLst>
              <a:ext uri="{FF2B5EF4-FFF2-40B4-BE49-F238E27FC236}">
                <a16:creationId xmlns:a16="http://schemas.microsoft.com/office/drawing/2014/main" id="{AA53D3CF-2598-435A-A5AA-BF8F10DAA972}"/>
              </a:ext>
            </a:extLst>
          </p:cNvPr>
          <p:cNvSpPr>
            <a:spLocks noGrp="1"/>
          </p:cNvSpPr>
          <p:nvPr/>
        </p:nvSpPr>
        <p:spPr>
          <a:xfrm>
            <a:off x="1409760" y="3390840"/>
            <a:ext cx="237600" cy="23760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68" name="s24-A-2-2">
            <a:extLst>
              <a:ext uri="{FF2B5EF4-FFF2-40B4-BE49-F238E27FC236}">
                <a16:creationId xmlns:a16="http://schemas.microsoft.com/office/drawing/2014/main" id="{15E2B576-FE24-40D6-844F-01D05BD1D2AE}"/>
              </a:ext>
            </a:extLst>
          </p:cNvPr>
          <p:cNvSpPr>
            <a:spLocks noGrp="1"/>
          </p:cNvSpPr>
          <p:nvPr/>
        </p:nvSpPr>
        <p:spPr>
          <a:xfrm>
            <a:off x="1676520" y="3390840"/>
            <a:ext cx="237600" cy="23760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69" name="s24-A-label">
            <a:extLst>
              <a:ext uri="{FF2B5EF4-FFF2-40B4-BE49-F238E27FC236}">
                <a16:creationId xmlns:a16="http://schemas.microsoft.com/office/drawing/2014/main" id="{0794A43B-FB8A-4BAB-B2E0-574225793A31}"/>
              </a:ext>
            </a:extLst>
          </p:cNvPr>
          <p:cNvSpPr>
            <a:spLocks noGrp="1"/>
          </p:cNvSpPr>
          <p:nvPr/>
        </p:nvSpPr>
        <p:spPr>
          <a:xfrm>
            <a:off x="1104840" y="2610000"/>
            <a:ext cx="7999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200" b="1" u="none">
                <a:solidFill>
                  <a:srgbClr val="0353A4"/>
                </a:solidFill>
                <a:latin typeface="Arial"/>
                <a:ea typeface="Arial"/>
                <a:cs typeface="Arial"/>
              </a:rPr>
              <a:t>A</a:t>
            </a:r>
          </a:p>
        </p:txBody>
      </p:sp>
      <p:sp>
        <p:nvSpPr>
          <p:cNvPr id="1370" name="s24-B-0-0">
            <a:extLst>
              <a:ext uri="{FF2B5EF4-FFF2-40B4-BE49-F238E27FC236}">
                <a16:creationId xmlns:a16="http://schemas.microsoft.com/office/drawing/2014/main" id="{D1C3CA81-2BEA-4D73-A7D8-22F365ED67E9}"/>
              </a:ext>
            </a:extLst>
          </p:cNvPr>
          <p:cNvSpPr>
            <a:spLocks noGrp="1"/>
          </p:cNvSpPr>
          <p:nvPr/>
        </p:nvSpPr>
        <p:spPr>
          <a:xfrm>
            <a:off x="2381400" y="2857680"/>
            <a:ext cx="237600" cy="23760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71" name="s24-B-0-1">
            <a:extLst>
              <a:ext uri="{FF2B5EF4-FFF2-40B4-BE49-F238E27FC236}">
                <a16:creationId xmlns:a16="http://schemas.microsoft.com/office/drawing/2014/main" id="{37B9B421-AFC7-424A-B77A-B50EEBC86D9D}"/>
              </a:ext>
            </a:extLst>
          </p:cNvPr>
          <p:cNvSpPr>
            <a:spLocks noGrp="1"/>
          </p:cNvSpPr>
          <p:nvPr/>
        </p:nvSpPr>
        <p:spPr>
          <a:xfrm>
            <a:off x="2647800" y="2857680"/>
            <a:ext cx="237600" cy="23760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72" name="s24-B-0-2">
            <a:extLst>
              <a:ext uri="{FF2B5EF4-FFF2-40B4-BE49-F238E27FC236}">
                <a16:creationId xmlns:a16="http://schemas.microsoft.com/office/drawing/2014/main" id="{55C20DA7-2546-4053-9E1E-C1F610EA58E8}"/>
              </a:ext>
            </a:extLst>
          </p:cNvPr>
          <p:cNvSpPr>
            <a:spLocks noGrp="1"/>
          </p:cNvSpPr>
          <p:nvPr/>
        </p:nvSpPr>
        <p:spPr>
          <a:xfrm>
            <a:off x="2914560" y="2857680"/>
            <a:ext cx="237600" cy="23760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73" name="s24-B-1-0">
            <a:extLst>
              <a:ext uri="{FF2B5EF4-FFF2-40B4-BE49-F238E27FC236}">
                <a16:creationId xmlns:a16="http://schemas.microsoft.com/office/drawing/2014/main" id="{A67C8E1D-1DFB-474A-B354-60A8564C41C1}"/>
              </a:ext>
            </a:extLst>
          </p:cNvPr>
          <p:cNvSpPr>
            <a:spLocks noGrp="1"/>
          </p:cNvSpPr>
          <p:nvPr/>
        </p:nvSpPr>
        <p:spPr>
          <a:xfrm>
            <a:off x="2381400" y="3124080"/>
            <a:ext cx="237600" cy="23760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74" name="s24-B-1-1">
            <a:extLst>
              <a:ext uri="{FF2B5EF4-FFF2-40B4-BE49-F238E27FC236}">
                <a16:creationId xmlns:a16="http://schemas.microsoft.com/office/drawing/2014/main" id="{07B3B379-E720-4230-9BDA-B9F703868D32}"/>
              </a:ext>
            </a:extLst>
          </p:cNvPr>
          <p:cNvSpPr>
            <a:spLocks noGrp="1"/>
          </p:cNvSpPr>
          <p:nvPr/>
        </p:nvSpPr>
        <p:spPr>
          <a:xfrm>
            <a:off x="2647800" y="3124080"/>
            <a:ext cx="237600" cy="23760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75" name="s24-B-1-2">
            <a:extLst>
              <a:ext uri="{FF2B5EF4-FFF2-40B4-BE49-F238E27FC236}">
                <a16:creationId xmlns:a16="http://schemas.microsoft.com/office/drawing/2014/main" id="{4C787ABF-EE81-4880-BB2D-04E87B992C7A}"/>
              </a:ext>
            </a:extLst>
          </p:cNvPr>
          <p:cNvSpPr>
            <a:spLocks noGrp="1"/>
          </p:cNvSpPr>
          <p:nvPr/>
        </p:nvSpPr>
        <p:spPr>
          <a:xfrm>
            <a:off x="2914560" y="3124080"/>
            <a:ext cx="237600" cy="23760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76" name="s24-B-2-0">
            <a:extLst>
              <a:ext uri="{FF2B5EF4-FFF2-40B4-BE49-F238E27FC236}">
                <a16:creationId xmlns:a16="http://schemas.microsoft.com/office/drawing/2014/main" id="{E72E0190-DAFF-4854-82E8-FC71FD3FDC89}"/>
              </a:ext>
            </a:extLst>
          </p:cNvPr>
          <p:cNvSpPr>
            <a:spLocks noGrp="1"/>
          </p:cNvSpPr>
          <p:nvPr/>
        </p:nvSpPr>
        <p:spPr>
          <a:xfrm>
            <a:off x="2381400" y="3390840"/>
            <a:ext cx="237600" cy="23760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77" name="s24-B-2-1">
            <a:extLst>
              <a:ext uri="{FF2B5EF4-FFF2-40B4-BE49-F238E27FC236}">
                <a16:creationId xmlns:a16="http://schemas.microsoft.com/office/drawing/2014/main" id="{81746930-681B-4E61-AAEB-7B8BC4C3D72A}"/>
              </a:ext>
            </a:extLst>
          </p:cNvPr>
          <p:cNvSpPr>
            <a:spLocks noGrp="1"/>
          </p:cNvSpPr>
          <p:nvPr/>
        </p:nvSpPr>
        <p:spPr>
          <a:xfrm>
            <a:off x="2647800" y="3390840"/>
            <a:ext cx="237600" cy="23760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78" name="s24-B-2-2">
            <a:extLst>
              <a:ext uri="{FF2B5EF4-FFF2-40B4-BE49-F238E27FC236}">
                <a16:creationId xmlns:a16="http://schemas.microsoft.com/office/drawing/2014/main" id="{657A462C-E330-4C5F-8D99-6E2EBD635950}"/>
              </a:ext>
            </a:extLst>
          </p:cNvPr>
          <p:cNvSpPr>
            <a:spLocks noGrp="1"/>
          </p:cNvSpPr>
          <p:nvPr/>
        </p:nvSpPr>
        <p:spPr>
          <a:xfrm>
            <a:off x="2914560" y="3390840"/>
            <a:ext cx="237600" cy="23760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79" name="s24-B-label">
            <a:extLst>
              <a:ext uri="{FF2B5EF4-FFF2-40B4-BE49-F238E27FC236}">
                <a16:creationId xmlns:a16="http://schemas.microsoft.com/office/drawing/2014/main" id="{07ABDCFD-E6E6-4DC6-BC4D-F6831DC61724}"/>
              </a:ext>
            </a:extLst>
          </p:cNvPr>
          <p:cNvSpPr>
            <a:spLocks noGrp="1"/>
          </p:cNvSpPr>
          <p:nvPr/>
        </p:nvSpPr>
        <p:spPr>
          <a:xfrm>
            <a:off x="2343240" y="2610000"/>
            <a:ext cx="7999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200" b="1" u="none">
                <a:solidFill>
                  <a:srgbClr val="0353A4"/>
                </a:solidFill>
                <a:latin typeface="Arial"/>
                <a:ea typeface="Arial"/>
                <a:cs typeface="Arial"/>
              </a:rPr>
              <a:t>B</a:t>
            </a:r>
          </a:p>
        </p:txBody>
      </p:sp>
      <p:sp>
        <p:nvSpPr>
          <p:cNvPr id="1380" name="s24-C-0-0">
            <a:extLst>
              <a:ext uri="{FF2B5EF4-FFF2-40B4-BE49-F238E27FC236}">
                <a16:creationId xmlns:a16="http://schemas.microsoft.com/office/drawing/2014/main" id="{41B8C89C-3BD3-45E8-9A7E-ED6F45FD6BB0}"/>
              </a:ext>
            </a:extLst>
          </p:cNvPr>
          <p:cNvSpPr>
            <a:spLocks noGrp="1"/>
          </p:cNvSpPr>
          <p:nvPr/>
        </p:nvSpPr>
        <p:spPr>
          <a:xfrm>
            <a:off x="3619440" y="2857680"/>
            <a:ext cx="237600" cy="237600"/>
          </a:xfrm>
          <a:prstGeom prst="rect">
            <a:avLst/>
          </a:prstGeom>
          <a:solidFill>
            <a:srgbClr val="E0E0FF"/>
          </a:solidFill>
          <a:ln w="9525">
            <a:solidFill>
              <a:srgbClr val="6666FF"/>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81" name="s24-C-0-1">
            <a:extLst>
              <a:ext uri="{FF2B5EF4-FFF2-40B4-BE49-F238E27FC236}">
                <a16:creationId xmlns:a16="http://schemas.microsoft.com/office/drawing/2014/main" id="{A777FA5F-8C8F-450E-B970-84D0AC9161AB}"/>
              </a:ext>
            </a:extLst>
          </p:cNvPr>
          <p:cNvSpPr>
            <a:spLocks noGrp="1"/>
          </p:cNvSpPr>
          <p:nvPr/>
        </p:nvSpPr>
        <p:spPr>
          <a:xfrm>
            <a:off x="3886200" y="2857680"/>
            <a:ext cx="237600" cy="237600"/>
          </a:xfrm>
          <a:prstGeom prst="rect">
            <a:avLst/>
          </a:prstGeom>
          <a:solidFill>
            <a:srgbClr val="E0E0FF"/>
          </a:solidFill>
          <a:ln w="9525">
            <a:solidFill>
              <a:srgbClr val="6666FF"/>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82" name="s24-C-0-2">
            <a:extLst>
              <a:ext uri="{FF2B5EF4-FFF2-40B4-BE49-F238E27FC236}">
                <a16:creationId xmlns:a16="http://schemas.microsoft.com/office/drawing/2014/main" id="{D4DC8B38-0C7C-4E07-B5F5-1C85B2A13B99}"/>
              </a:ext>
            </a:extLst>
          </p:cNvPr>
          <p:cNvSpPr>
            <a:spLocks noGrp="1"/>
          </p:cNvSpPr>
          <p:nvPr/>
        </p:nvSpPr>
        <p:spPr>
          <a:xfrm>
            <a:off x="4152960" y="2857680"/>
            <a:ext cx="237600" cy="237600"/>
          </a:xfrm>
          <a:prstGeom prst="rect">
            <a:avLst/>
          </a:prstGeom>
          <a:solidFill>
            <a:srgbClr val="E0E0FF"/>
          </a:solidFill>
          <a:ln w="9525">
            <a:solidFill>
              <a:srgbClr val="6666FF"/>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83" name="s24-C-1-0">
            <a:extLst>
              <a:ext uri="{FF2B5EF4-FFF2-40B4-BE49-F238E27FC236}">
                <a16:creationId xmlns:a16="http://schemas.microsoft.com/office/drawing/2014/main" id="{A5FE0315-D43C-41F0-962A-3D9F3C66CBC6}"/>
              </a:ext>
            </a:extLst>
          </p:cNvPr>
          <p:cNvSpPr>
            <a:spLocks noGrp="1"/>
          </p:cNvSpPr>
          <p:nvPr/>
        </p:nvSpPr>
        <p:spPr>
          <a:xfrm>
            <a:off x="3619440" y="3124080"/>
            <a:ext cx="237600" cy="237600"/>
          </a:xfrm>
          <a:prstGeom prst="rect">
            <a:avLst/>
          </a:prstGeom>
          <a:solidFill>
            <a:srgbClr val="E0E0FF"/>
          </a:solidFill>
          <a:ln w="9525">
            <a:solidFill>
              <a:srgbClr val="6666FF"/>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84" name="s24-C-1-1">
            <a:extLst>
              <a:ext uri="{FF2B5EF4-FFF2-40B4-BE49-F238E27FC236}">
                <a16:creationId xmlns:a16="http://schemas.microsoft.com/office/drawing/2014/main" id="{01A0A5F7-CF3B-443C-A331-BDA80A21B9B3}"/>
              </a:ext>
            </a:extLst>
          </p:cNvPr>
          <p:cNvSpPr>
            <a:spLocks noGrp="1"/>
          </p:cNvSpPr>
          <p:nvPr/>
        </p:nvSpPr>
        <p:spPr>
          <a:xfrm>
            <a:off x="3886200" y="3124080"/>
            <a:ext cx="237600" cy="237600"/>
          </a:xfrm>
          <a:prstGeom prst="rect">
            <a:avLst/>
          </a:prstGeom>
          <a:solidFill>
            <a:srgbClr val="E0E0FF"/>
          </a:solidFill>
          <a:ln w="9525">
            <a:solidFill>
              <a:srgbClr val="6666FF"/>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85" name="s24-C-1-2">
            <a:extLst>
              <a:ext uri="{FF2B5EF4-FFF2-40B4-BE49-F238E27FC236}">
                <a16:creationId xmlns:a16="http://schemas.microsoft.com/office/drawing/2014/main" id="{A7ABD2D5-7165-4947-B9B9-544E5F343E72}"/>
              </a:ext>
            </a:extLst>
          </p:cNvPr>
          <p:cNvSpPr>
            <a:spLocks noGrp="1"/>
          </p:cNvSpPr>
          <p:nvPr/>
        </p:nvSpPr>
        <p:spPr>
          <a:xfrm>
            <a:off x="4152960" y="3124080"/>
            <a:ext cx="237600" cy="237600"/>
          </a:xfrm>
          <a:prstGeom prst="rect">
            <a:avLst/>
          </a:prstGeom>
          <a:solidFill>
            <a:srgbClr val="E0E0FF"/>
          </a:solidFill>
          <a:ln w="9525">
            <a:solidFill>
              <a:srgbClr val="6666FF"/>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86" name="s24-C-2-0">
            <a:extLst>
              <a:ext uri="{FF2B5EF4-FFF2-40B4-BE49-F238E27FC236}">
                <a16:creationId xmlns:a16="http://schemas.microsoft.com/office/drawing/2014/main" id="{3503F8F5-D903-44AF-AAB8-CCA972146C97}"/>
              </a:ext>
            </a:extLst>
          </p:cNvPr>
          <p:cNvSpPr>
            <a:spLocks noGrp="1"/>
          </p:cNvSpPr>
          <p:nvPr/>
        </p:nvSpPr>
        <p:spPr>
          <a:xfrm>
            <a:off x="3619440" y="3390840"/>
            <a:ext cx="237600" cy="237600"/>
          </a:xfrm>
          <a:prstGeom prst="rect">
            <a:avLst/>
          </a:prstGeom>
          <a:solidFill>
            <a:srgbClr val="E0E0FF"/>
          </a:solidFill>
          <a:ln w="9525">
            <a:solidFill>
              <a:srgbClr val="6666FF"/>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87" name="s24-C-2-1">
            <a:extLst>
              <a:ext uri="{FF2B5EF4-FFF2-40B4-BE49-F238E27FC236}">
                <a16:creationId xmlns:a16="http://schemas.microsoft.com/office/drawing/2014/main" id="{4589E116-43EF-427E-8368-526AACF4EA9F}"/>
              </a:ext>
            </a:extLst>
          </p:cNvPr>
          <p:cNvSpPr>
            <a:spLocks noGrp="1"/>
          </p:cNvSpPr>
          <p:nvPr/>
        </p:nvSpPr>
        <p:spPr>
          <a:xfrm>
            <a:off x="3886200" y="3390840"/>
            <a:ext cx="237600" cy="237600"/>
          </a:xfrm>
          <a:prstGeom prst="rect">
            <a:avLst/>
          </a:prstGeom>
          <a:solidFill>
            <a:srgbClr val="E0E0FF"/>
          </a:solidFill>
          <a:ln w="9525">
            <a:solidFill>
              <a:srgbClr val="6666FF"/>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88" name="s24-C-2-2">
            <a:extLst>
              <a:ext uri="{FF2B5EF4-FFF2-40B4-BE49-F238E27FC236}">
                <a16:creationId xmlns:a16="http://schemas.microsoft.com/office/drawing/2014/main" id="{758C6929-BF36-4C10-B5CD-8439C7E65939}"/>
              </a:ext>
            </a:extLst>
          </p:cNvPr>
          <p:cNvSpPr>
            <a:spLocks noGrp="1"/>
          </p:cNvSpPr>
          <p:nvPr/>
        </p:nvSpPr>
        <p:spPr>
          <a:xfrm>
            <a:off x="4152960" y="3390840"/>
            <a:ext cx="237600" cy="237600"/>
          </a:xfrm>
          <a:prstGeom prst="rect">
            <a:avLst/>
          </a:prstGeom>
          <a:solidFill>
            <a:srgbClr val="E0E0FF"/>
          </a:solidFill>
          <a:ln w="9525">
            <a:solidFill>
              <a:srgbClr val="6666FF"/>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389" name="s24-C-label">
            <a:extLst>
              <a:ext uri="{FF2B5EF4-FFF2-40B4-BE49-F238E27FC236}">
                <a16:creationId xmlns:a16="http://schemas.microsoft.com/office/drawing/2014/main" id="{E791E4A9-57B7-46EC-9C76-046557E36B9F}"/>
              </a:ext>
            </a:extLst>
          </p:cNvPr>
          <p:cNvSpPr>
            <a:spLocks noGrp="1"/>
          </p:cNvSpPr>
          <p:nvPr/>
        </p:nvSpPr>
        <p:spPr>
          <a:xfrm>
            <a:off x="3581280" y="2610000"/>
            <a:ext cx="7999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200" b="1" u="none">
                <a:solidFill>
                  <a:srgbClr val="6666FF"/>
                </a:solidFill>
                <a:latin typeface="Arial"/>
                <a:ea typeface="Arial"/>
                <a:cs typeface="Arial"/>
              </a:rPr>
              <a:t>C</a:t>
            </a:r>
          </a:p>
        </p:txBody>
      </p:sp>
      <p:sp>
        <p:nvSpPr>
          <p:cNvPr id="1390" name="s24-gemm-plan">
            <a:extLst>
              <a:ext uri="{FF2B5EF4-FFF2-40B4-BE49-F238E27FC236}">
                <a16:creationId xmlns:a16="http://schemas.microsoft.com/office/drawing/2014/main" id="{8C048D20-56E9-444B-9DB4-96B63D7FA25F}"/>
              </a:ext>
            </a:extLst>
          </p:cNvPr>
          <p:cNvSpPr>
            <a:spLocks noGrp="1"/>
          </p:cNvSpPr>
          <p:nvPr/>
        </p:nvSpPr>
        <p:spPr>
          <a:xfrm>
            <a:off x="4952880" y="2714760"/>
            <a:ext cx="2142720" cy="10951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905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tile + dtype + layout</a:t>
            </a:r>
          </a:p>
          <a:p>
            <a:pPr algn="ctr">
              <a:lnSpc>
                <a:spcPct val="100000"/>
              </a:lnSpc>
              <a:buNone/>
            </a:pPr>
            <a:r>
              <a:rPr sz="1200" b="1" u="none">
                <a:solidFill>
                  <a:srgbClr val="001233"/>
                </a:solidFill>
                <a:latin typeface="Courier New"/>
                <a:ea typeface="Courier New"/>
                <a:cs typeface="Courier New"/>
              </a:rPr>
              <a:t>→ execution plan</a:t>
            </a:r>
          </a:p>
          <a:p>
            <a:pPr algn="ctr">
              <a:lnSpc>
                <a:spcPct val="100000"/>
              </a:lnSpc>
              <a:buNone/>
            </a:pPr>
            <a:r>
              <a:rPr sz="1200" b="1" u="none">
                <a:solidFill>
                  <a:srgbClr val="001233"/>
                </a:solidFill>
                <a:latin typeface="Courier New"/>
                <a:ea typeface="Courier New"/>
                <a:cs typeface="Courier New"/>
              </a:rPr>
              <a:t>→ Tensor Core path</a:t>
            </a:r>
          </a:p>
        </p:txBody>
      </p:sp>
      <p:cxnSp>
        <p:nvCxnSpPr>
          <p:cNvPr id="1444" name="s24-flow-s24-C-2-2-s24-gemm-plan"/>
          <p:cNvCxnSpPr>
            <a:stCxn id="1388" idx="3"/>
            <a:endCxn id="1390" idx="1"/>
          </p:cNvCxnSpPr>
          <p:nvPr/>
        </p:nvCxnSpPr>
        <p:spPr>
          <a:xfrm flipV="1">
            <a:off x="4390560" y="3262320"/>
            <a:ext cx="562680" cy="247680"/>
          </a:xfrm>
          <a:prstGeom prst="straightConnector1">
            <a:avLst/>
          </a:prstGeom>
          <a:ln w="42863">
            <a:solidFill>
              <a:srgbClr val="0353A4"/>
            </a:solidFill>
            <a:round/>
            <a:tailEnd type="triangle" w="sm" len="sm"/>
          </a:ln>
        </p:spPr>
      </p:cxnSp>
      <p:sp>
        <p:nvSpPr>
          <p:cNvPr id="1392" name="s24-cudnn-title">
            <a:extLst>
              <a:ext uri="{FF2B5EF4-FFF2-40B4-BE49-F238E27FC236}">
                <a16:creationId xmlns:a16="http://schemas.microsoft.com/office/drawing/2014/main" id="{F0E43AC0-F860-4C35-8247-89A033E495BD}"/>
              </a:ext>
            </a:extLst>
          </p:cNvPr>
          <p:cNvSpPr>
            <a:spLocks noGrp="1"/>
          </p:cNvSpPr>
          <p:nvPr/>
        </p:nvSpPr>
        <p:spPr>
          <a:xfrm>
            <a:off x="857160" y="4334040"/>
            <a:ext cx="2666520" cy="3614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nSpc>
                <a:spcPct val="100000"/>
              </a:lnSpc>
              <a:buNone/>
            </a:pPr>
            <a:r>
              <a:rPr sz="1729" b="1" u="none">
                <a:solidFill>
                  <a:srgbClr val="FF0000"/>
                </a:solidFill>
                <a:latin typeface="Courier New"/>
                <a:ea typeface="Courier New"/>
                <a:cs typeface="Courier New"/>
              </a:rPr>
              <a:t>cuDNN</a:t>
            </a:r>
          </a:p>
        </p:txBody>
      </p:sp>
      <p:sp>
        <p:nvSpPr>
          <p:cNvPr id="1393" name="s24-conv">
            <a:extLst>
              <a:ext uri="{FF2B5EF4-FFF2-40B4-BE49-F238E27FC236}">
                <a16:creationId xmlns:a16="http://schemas.microsoft.com/office/drawing/2014/main" id="{CE6D26CB-1FF5-4216-A3C2-1429A5D4F4CC}"/>
              </a:ext>
            </a:extLst>
          </p:cNvPr>
          <p:cNvSpPr>
            <a:spLocks noGrp="1"/>
          </p:cNvSpPr>
          <p:nvPr/>
        </p:nvSpPr>
        <p:spPr>
          <a:xfrm>
            <a:off x="1809720" y="4762440"/>
            <a:ext cx="1333080" cy="4759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7145">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Arial"/>
                <a:ea typeface="Arial"/>
                <a:cs typeface="Arial"/>
              </a:rPr>
              <a:t>convolution</a:t>
            </a:r>
          </a:p>
        </p:txBody>
      </p:sp>
      <p:sp>
        <p:nvSpPr>
          <p:cNvPr id="1394" name="s24-bias">
            <a:extLst>
              <a:ext uri="{FF2B5EF4-FFF2-40B4-BE49-F238E27FC236}">
                <a16:creationId xmlns:a16="http://schemas.microsoft.com/office/drawing/2014/main" id="{3F616A93-86FA-42CD-A182-CDC6FA4768D6}"/>
              </a:ext>
            </a:extLst>
          </p:cNvPr>
          <p:cNvSpPr>
            <a:spLocks noGrp="1"/>
          </p:cNvSpPr>
          <p:nvPr/>
        </p:nvSpPr>
        <p:spPr>
          <a:xfrm>
            <a:off x="3524400" y="4762440"/>
            <a:ext cx="1047240" cy="4759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7145">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Arial"/>
                <a:ea typeface="Arial"/>
                <a:cs typeface="Arial"/>
              </a:rPr>
              <a:t>bias</a:t>
            </a:r>
          </a:p>
        </p:txBody>
      </p:sp>
      <p:sp>
        <p:nvSpPr>
          <p:cNvPr id="1395" name="s24-act">
            <a:extLst>
              <a:ext uri="{FF2B5EF4-FFF2-40B4-BE49-F238E27FC236}">
                <a16:creationId xmlns:a16="http://schemas.microsoft.com/office/drawing/2014/main" id="{D411909E-8EBD-43A8-8AA3-9905C33F5CCB}"/>
              </a:ext>
            </a:extLst>
          </p:cNvPr>
          <p:cNvSpPr>
            <a:spLocks noGrp="1"/>
          </p:cNvSpPr>
          <p:nvPr/>
        </p:nvSpPr>
        <p:spPr>
          <a:xfrm>
            <a:off x="4952880" y="4762440"/>
            <a:ext cx="1285560" cy="4759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7145">
            <a:solidFill>
              <a:srgbClr val="6666FF"/>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Arial"/>
                <a:ea typeface="Arial"/>
                <a:cs typeface="Arial"/>
              </a:rPr>
              <a:t>activation</a:t>
            </a:r>
          </a:p>
        </p:txBody>
      </p:sp>
      <p:sp>
        <p:nvSpPr>
          <p:cNvPr id="1396" name="s24-plan">
            <a:extLst>
              <a:ext uri="{FF2B5EF4-FFF2-40B4-BE49-F238E27FC236}">
                <a16:creationId xmlns:a16="http://schemas.microsoft.com/office/drawing/2014/main" id="{4944D1B5-CABD-4D35-9091-E18B6F902B0F}"/>
              </a:ext>
            </a:extLst>
          </p:cNvPr>
          <p:cNvSpPr>
            <a:spLocks noGrp="1"/>
          </p:cNvSpPr>
          <p:nvPr/>
        </p:nvSpPr>
        <p:spPr>
          <a:xfrm>
            <a:off x="6762600" y="4591080"/>
            <a:ext cx="2095200" cy="7999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33CCCC"/>
          </a:solidFill>
          <a:ln w="19050">
            <a:solidFill>
              <a:srgbClr val="0353A4"/>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operation graph</a:t>
            </a:r>
          </a:p>
          <a:p>
            <a:pPr algn="ctr">
              <a:lnSpc>
                <a:spcPct val="100000"/>
              </a:lnSpc>
              <a:buNone/>
            </a:pPr>
            <a:r>
              <a:rPr sz="1200" b="1" u="none">
                <a:solidFill>
                  <a:srgbClr val="001233"/>
                </a:solidFill>
                <a:latin typeface="Courier New"/>
                <a:ea typeface="Courier New"/>
                <a:cs typeface="Courier New"/>
              </a:rPr>
              <a:t>→ heuristics</a:t>
            </a:r>
          </a:p>
          <a:p>
            <a:pPr algn="ctr">
              <a:lnSpc>
                <a:spcPct val="100000"/>
              </a:lnSpc>
              <a:buNone/>
            </a:pPr>
            <a:r>
              <a:rPr sz="1200" b="1" u="none">
                <a:solidFill>
                  <a:srgbClr val="001233"/>
                </a:solidFill>
                <a:latin typeface="Courier New"/>
                <a:ea typeface="Courier New"/>
                <a:cs typeface="Courier New"/>
              </a:rPr>
              <a:t>→ fused plan</a:t>
            </a:r>
          </a:p>
        </p:txBody>
      </p:sp>
      <p:cxnSp>
        <p:nvCxnSpPr>
          <p:cNvPr id="1450" name="s24-flow-s24-conv-s24-bias"/>
          <p:cNvCxnSpPr>
            <a:stCxn id="1393" idx="3"/>
            <a:endCxn id="1394" idx="1"/>
          </p:cNvCxnSpPr>
          <p:nvPr/>
        </p:nvCxnSpPr>
        <p:spPr>
          <a:xfrm>
            <a:off x="3142800" y="5000400"/>
            <a:ext cx="381960" cy="360"/>
          </a:xfrm>
          <a:prstGeom prst="straightConnector1">
            <a:avLst/>
          </a:prstGeom>
          <a:ln w="28575">
            <a:solidFill>
              <a:srgbClr val="6666FF"/>
            </a:solidFill>
            <a:round/>
            <a:tailEnd type="triangle" w="sm" len="sm"/>
          </a:ln>
        </p:spPr>
      </p:cxnSp>
      <p:cxnSp>
        <p:nvCxnSpPr>
          <p:cNvPr id="1451" name="s24-flow-s24-bias-s24-act"/>
          <p:cNvCxnSpPr>
            <a:stCxn id="1394" idx="3"/>
            <a:endCxn id="1395" idx="1"/>
          </p:cNvCxnSpPr>
          <p:nvPr/>
        </p:nvCxnSpPr>
        <p:spPr>
          <a:xfrm>
            <a:off x="4571640" y="5000400"/>
            <a:ext cx="381600" cy="360"/>
          </a:xfrm>
          <a:prstGeom prst="straightConnector1">
            <a:avLst/>
          </a:prstGeom>
          <a:ln w="28575">
            <a:solidFill>
              <a:srgbClr val="6666FF"/>
            </a:solidFill>
            <a:round/>
            <a:tailEnd type="triangle" w="sm" len="sm"/>
          </a:ln>
        </p:spPr>
      </p:cxnSp>
      <p:cxnSp>
        <p:nvCxnSpPr>
          <p:cNvPr id="1452" name="s24-flow-s24-act-s24-plan"/>
          <p:cNvCxnSpPr>
            <a:stCxn id="1395" idx="3"/>
            <a:endCxn id="1396" idx="1"/>
          </p:cNvCxnSpPr>
          <p:nvPr/>
        </p:nvCxnSpPr>
        <p:spPr>
          <a:xfrm flipV="1">
            <a:off x="6238440" y="4991040"/>
            <a:ext cx="524520" cy="9720"/>
          </a:xfrm>
          <a:prstGeom prst="straightConnector1">
            <a:avLst/>
          </a:prstGeom>
          <a:ln w="42863">
            <a:solidFill>
              <a:srgbClr val="0353A4"/>
            </a:solidFill>
            <a:round/>
            <a:tailEnd type="triangle" w="sm" len="sm"/>
          </a:ln>
        </p:spPr>
      </p:cxnSp>
      <p:sp>
        <p:nvSpPr>
          <p:cNvPr id="1400" name="s24-gpu">
            <a:extLst>
              <a:ext uri="{FF2B5EF4-FFF2-40B4-BE49-F238E27FC236}">
                <a16:creationId xmlns:a16="http://schemas.microsoft.com/office/drawing/2014/main" id="{5C7BB9BC-CE62-4A77-B3C8-B22CECBC94F1}"/>
              </a:ext>
            </a:extLst>
          </p:cNvPr>
          <p:cNvSpPr>
            <a:spLocks noGrp="1"/>
          </p:cNvSpPr>
          <p:nvPr/>
        </p:nvSpPr>
        <p:spPr>
          <a:xfrm>
            <a:off x="9524880" y="2381400"/>
            <a:ext cx="1714320" cy="28573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BCDCFE"/>
          </a:solidFill>
          <a:ln w="20955">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80" b="1" u="none">
                <a:solidFill>
                  <a:srgbClr val="001233"/>
                </a:solidFill>
                <a:latin typeface="Courier New"/>
                <a:ea typeface="Courier New"/>
                <a:cs typeface="Courier New"/>
              </a:rPr>
              <a:t>GPU</a:t>
            </a:r>
          </a:p>
          <a:p>
            <a:pPr>
              <a:lnSpc>
                <a:spcPct val="100000"/>
              </a:lnSpc>
              <a:buNone/>
            </a:pPr>
            <a:endParaRPr sz="1280" b="1" u="none">
              <a:solidFill>
                <a:srgbClr val="001233"/>
              </a:solidFill>
              <a:latin typeface="Courier New"/>
              <a:ea typeface="Courier New"/>
              <a:cs typeface="Courier New"/>
            </a:endParaRPr>
          </a:p>
          <a:p>
            <a:pPr algn="ctr">
              <a:lnSpc>
                <a:spcPct val="100000"/>
              </a:lnSpc>
              <a:buNone/>
            </a:pPr>
            <a:r>
              <a:rPr sz="1280" b="1" u="none">
                <a:solidFill>
                  <a:srgbClr val="001233"/>
                </a:solidFill>
                <a:latin typeface="Courier New"/>
                <a:ea typeface="Courier New"/>
                <a:cs typeface="Courier New"/>
              </a:rPr>
              <a:t>CUDA lanes</a:t>
            </a:r>
          </a:p>
          <a:p>
            <a:pPr algn="ctr">
              <a:lnSpc>
                <a:spcPct val="100000"/>
              </a:lnSpc>
              <a:buNone/>
            </a:pPr>
            <a:r>
              <a:rPr sz="1280" b="1" u="none">
                <a:solidFill>
                  <a:srgbClr val="001233"/>
                </a:solidFill>
                <a:latin typeface="Courier New"/>
                <a:ea typeface="Courier New"/>
                <a:cs typeface="Courier New"/>
              </a:rPr>
              <a:t>Tensor Core tiles</a:t>
            </a:r>
          </a:p>
          <a:p>
            <a:pPr algn="ctr">
              <a:lnSpc>
                <a:spcPct val="100000"/>
              </a:lnSpc>
              <a:buNone/>
            </a:pPr>
            <a:r>
              <a:rPr sz="1280" b="1" u="none">
                <a:solidFill>
                  <a:srgbClr val="001233"/>
                </a:solidFill>
                <a:latin typeface="Courier New"/>
                <a:ea typeface="Courier New"/>
                <a:cs typeface="Courier New"/>
              </a:rPr>
              <a:t>shared / global memory</a:t>
            </a:r>
          </a:p>
        </p:txBody>
      </p:sp>
      <p:cxnSp>
        <p:nvCxnSpPr>
          <p:cNvPr id="1454" name="s24-flow-s24-gemm-plan-s24-gpu"/>
          <p:cNvCxnSpPr>
            <a:stCxn id="1390" idx="3"/>
            <a:endCxn id="1400" idx="1"/>
          </p:cNvCxnSpPr>
          <p:nvPr/>
        </p:nvCxnSpPr>
        <p:spPr>
          <a:xfrm>
            <a:off x="7095600" y="3262320"/>
            <a:ext cx="2429640" cy="547920"/>
          </a:xfrm>
          <a:prstGeom prst="straightConnector1">
            <a:avLst/>
          </a:prstGeom>
          <a:ln w="47625">
            <a:solidFill>
              <a:srgbClr val="0353A4"/>
            </a:solidFill>
            <a:round/>
            <a:tailEnd type="triangle" w="sm" len="sm"/>
          </a:ln>
        </p:spPr>
      </p:cxnSp>
      <p:cxnSp>
        <p:nvCxnSpPr>
          <p:cNvPr id="1455" name="s24-flow-s24-plan-s24-gpu"/>
          <p:cNvCxnSpPr>
            <a:stCxn id="1396" idx="3"/>
            <a:endCxn id="1400" idx="1"/>
          </p:cNvCxnSpPr>
          <p:nvPr/>
        </p:nvCxnSpPr>
        <p:spPr>
          <a:xfrm flipV="1">
            <a:off x="8857800" y="3809880"/>
            <a:ext cx="667440" cy="1181520"/>
          </a:xfrm>
          <a:prstGeom prst="straightConnector1">
            <a:avLst/>
          </a:prstGeom>
          <a:ln w="47625">
            <a:solidFill>
              <a:srgbClr val="0353A4"/>
            </a:solidFill>
            <a:round/>
            <a:tailEnd type="triangle" w="sm" len="sm"/>
          </a:ln>
        </p:spPr>
      </p:cxnSp>
      <p:sp>
        <p:nvSpPr>
          <p:cNvPr id="1403" name="s24-contract-brace-top">
            <a:extLst>
              <a:ext uri="{FF2B5EF4-FFF2-40B4-BE49-F238E27FC236}">
                <a16:creationId xmlns:a16="http://schemas.microsoft.com/office/drawing/2014/main" id="{6500744A-BE9E-439B-9AAD-0E41E02C65CB}"/>
              </a:ext>
            </a:extLst>
          </p:cNvPr>
          <p:cNvSpPr>
            <a:spLocks noGrp="1"/>
          </p:cNvSpPr>
          <p:nvPr/>
        </p:nvSpPr>
        <p:spPr>
          <a:xfrm>
            <a:off x="8858160" y="2523960"/>
            <a:ext cx="333360" cy="360"/>
          </a:xfrm>
          <a:prstGeom prst="line">
            <a:avLst/>
          </a:prstGeom>
          <a:ln w="52388">
            <a:solidFill>
              <a:srgbClr val="0353A4"/>
            </a:solidFill>
          </a:ln>
        </p:spPr>
        <p:style>
          <a:lnRef idx="0">
            <a:scrgbClr r="0" g="0" b="0"/>
          </a:lnRef>
          <a:fillRef idx="0">
            <a:scrgbClr r="0" g="0" b="0"/>
          </a:fillRef>
          <a:effectRef idx="0">
            <a:scrgbClr r="0" g="0" b="0"/>
          </a:effectRef>
          <a:fontRef idx="minor"/>
        </p:style>
        <p:txBody>
          <a:bodyPr lIns="90000" tIns="-44640" rIns="90000" bIns="-44640" anchor="t">
            <a:noAutofit/>
          </a:bodyPr>
          <a:lstStyle/>
          <a:p>
            <a:pPr>
              <a:buNone/>
            </a:pPr>
            <a:endParaRPr/>
          </a:p>
        </p:txBody>
      </p:sp>
      <p:sp>
        <p:nvSpPr>
          <p:cNvPr id="1404" name="s24-contract-brace-side">
            <a:extLst>
              <a:ext uri="{FF2B5EF4-FFF2-40B4-BE49-F238E27FC236}">
                <a16:creationId xmlns:a16="http://schemas.microsoft.com/office/drawing/2014/main" id="{FF4F49AA-54E4-4845-80FB-38E07B201617}"/>
              </a:ext>
            </a:extLst>
          </p:cNvPr>
          <p:cNvSpPr>
            <a:spLocks noGrp="1"/>
          </p:cNvSpPr>
          <p:nvPr/>
        </p:nvSpPr>
        <p:spPr>
          <a:xfrm>
            <a:off x="8858160" y="2523960"/>
            <a:ext cx="360" cy="2571840"/>
          </a:xfrm>
          <a:prstGeom prst="line">
            <a:avLst/>
          </a:prstGeom>
          <a:ln w="52388">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05" name="s24-contract-brace-bottom">
            <a:extLst>
              <a:ext uri="{FF2B5EF4-FFF2-40B4-BE49-F238E27FC236}">
                <a16:creationId xmlns:a16="http://schemas.microsoft.com/office/drawing/2014/main" id="{0A237991-B9F6-4F16-A55E-77BA51ED416B}"/>
              </a:ext>
            </a:extLst>
          </p:cNvPr>
          <p:cNvSpPr>
            <a:spLocks noGrp="1"/>
          </p:cNvSpPr>
          <p:nvPr/>
        </p:nvSpPr>
        <p:spPr>
          <a:xfrm>
            <a:off x="8858160" y="5095800"/>
            <a:ext cx="333360" cy="360"/>
          </a:xfrm>
          <a:prstGeom prst="line">
            <a:avLst/>
          </a:prstGeom>
          <a:ln w="52388">
            <a:solidFill>
              <a:srgbClr val="0353A4"/>
            </a:solidFill>
          </a:ln>
        </p:spPr>
        <p:style>
          <a:lnRef idx="0">
            <a:scrgbClr r="0" g="0" b="0"/>
          </a:lnRef>
          <a:fillRef idx="0">
            <a:scrgbClr r="0" g="0" b="0"/>
          </a:fillRef>
          <a:effectRef idx="0">
            <a:scrgbClr r="0" g="0" b="0"/>
          </a:effectRef>
          <a:fontRef idx="minor"/>
        </p:style>
        <p:txBody>
          <a:bodyPr lIns="90000" tIns="-44640" rIns="90000" bIns="-44640" anchor="t">
            <a:noAutofit/>
          </a:bodyPr>
          <a:lstStyle/>
          <a:p>
            <a:pPr>
              <a:buNone/>
            </a:pPr>
            <a:endParaRPr/>
          </a:p>
        </p:txBody>
      </p:sp>
      <p:sp>
        <p:nvSpPr>
          <p:cNvPr id="1406" name="s24-claim">
            <a:extLst>
              <a:ext uri="{FF2B5EF4-FFF2-40B4-BE49-F238E27FC236}">
                <a16:creationId xmlns:a16="http://schemas.microsoft.com/office/drawing/2014/main" id="{D5D47871-D761-440B-A06D-2E7CC984DB93}"/>
              </a:ext>
            </a:extLst>
          </p:cNvPr>
          <p:cNvSpPr>
            <a:spLocks noGrp="1"/>
          </p:cNvSpPr>
          <p:nvPr/>
        </p:nvSpPr>
        <p:spPr>
          <a:xfrm>
            <a:off x="2095560" y="5572080"/>
            <a:ext cx="69530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729" b="1" u="none">
                <a:solidFill>
                  <a:srgbClr val="FF0000"/>
                </a:solidFill>
                <a:latin typeface="Arial"/>
                <a:ea typeface="Arial"/>
                <a:cs typeface="Arial"/>
              </a:rPr>
              <a:t>the contract gives the library room to choose</a:t>
            </a:r>
          </a:p>
        </p:txBody>
      </p:sp>
      <p:sp>
        <p:nvSpPr>
          <p:cNvPr id="1407" name="s24-source">
            <a:extLst>
              <a:ext uri="{FF2B5EF4-FFF2-40B4-BE49-F238E27FC236}">
                <a16:creationId xmlns:a16="http://schemas.microsoft.com/office/drawing/2014/main" id="{60F5B54D-D67E-41AC-9AD8-A1CBE932AFAD}"/>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Sources: NVIDIA cuBLAS 13.x documentation; NVIDIA cuDNN graph frontend and execution-plan overview.</a:t>
            </a:r>
          </a:p>
        </p:txBody>
      </p:sp>
    </p:spTree>
    <p:extLst>
      <p:ext uri="{BB962C8B-B14F-4D97-AF65-F5344CB8AC3E}">
        <p14:creationId xmlns:p14="http://schemas.microsoft.com/office/powerpoint/2010/main" val="2026144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8" name="PlaceHolder 1">
            <a:extLst>
              <a:ext uri="{FF2B5EF4-FFF2-40B4-BE49-F238E27FC236}">
                <a16:creationId xmlns:a16="http://schemas.microsoft.com/office/drawing/2014/main" id="{9ED685EE-7D33-43F2-B3E4-92A3EB9C0D89}"/>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3000" b="1" u="none">
                <a:solidFill>
                  <a:srgbClr val="001233"/>
                </a:solidFill>
                <a:latin typeface="Arial"/>
                <a:ea typeface="Arial"/>
                <a:cs typeface="Arial"/>
              </a:rPr>
              <a:t>Thrust and CUB</a:t>
            </a:r>
          </a:p>
        </p:txBody>
      </p:sp>
      <p:sp>
        <p:nvSpPr>
          <p:cNvPr id="1409" name="s25-page-number">
            <a:extLst>
              <a:ext uri="{FF2B5EF4-FFF2-40B4-BE49-F238E27FC236}">
                <a16:creationId xmlns:a16="http://schemas.microsoft.com/office/drawing/2014/main" id="{38D6674F-FA64-4195-9449-035E9B30EEBA}"/>
              </a:ext>
            </a:extLst>
          </p:cNvPr>
          <p:cNvSpPr>
            <a:spLocks noGrp="1"/>
          </p:cNvSpPr>
          <p:nvPr/>
        </p:nvSpPr>
        <p:spPr>
          <a:xfrm>
            <a:off x="11487240" y="6453360"/>
            <a:ext cx="456840" cy="264600"/>
          </a:xfrm>
          <a:prstGeom prst="rect">
            <a:avLst/>
          </a:prstGeom>
          <a:noFill/>
          <a:ln w="0">
            <a:noFill/>
          </a:ln>
        </p:spPr>
        <p:style>
          <a:lnRef idx="0">
            <a:scrgbClr r="0" g="0" b="0"/>
          </a:lnRef>
          <a:fillRef idx="0">
            <a:scrgbClr r="0" g="0" b="0"/>
          </a:fillRef>
          <a:effectRef idx="0">
            <a:scrgbClr r="0" g="0" b="0"/>
          </a:effectRef>
          <a:fontRef idx="minor"/>
        </p:style>
        <p:txBody>
          <a:bodyPr lIns="45720" rIns="45720" anchor="ctr">
            <a:noAutofit/>
          </a:bodyPr>
          <a:lstStyle/>
          <a:p>
            <a:pPr algn="r">
              <a:lnSpc>
                <a:spcPct val="100000"/>
              </a:lnSpc>
              <a:buNone/>
            </a:pPr>
            <a:r>
              <a:rPr sz="900" b="0" u="none">
                <a:solidFill>
                  <a:srgbClr val="88888D"/>
                </a:solidFill>
                <a:latin typeface="Arial"/>
                <a:ea typeface="Arial"/>
                <a:cs typeface="Arial"/>
              </a:rPr>
              <a:t>25</a:t>
            </a:r>
          </a:p>
        </p:txBody>
      </p:sp>
      <p:sp>
        <p:nvSpPr>
          <p:cNvPr id="1410" name="s25-subtitle">
            <a:extLst>
              <a:ext uri="{FF2B5EF4-FFF2-40B4-BE49-F238E27FC236}">
                <a16:creationId xmlns:a16="http://schemas.microsoft.com/office/drawing/2014/main" id="{854F95E5-DAA1-4513-976D-2BA9C647689E}"/>
              </a:ext>
            </a:extLst>
          </p:cNvPr>
          <p:cNvSpPr>
            <a:spLocks noGrp="1"/>
          </p:cNvSpPr>
          <p:nvPr/>
        </p:nvSpPr>
        <p:spPr>
          <a:xfrm>
            <a:off x="733320" y="1047600"/>
            <a:ext cx="8762760" cy="28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350" b="1" u="none">
                <a:solidFill>
                  <a:srgbClr val="001233"/>
                </a:solidFill>
                <a:latin typeface="Arial"/>
                <a:ea typeface="Arial"/>
                <a:cs typeface="Arial"/>
              </a:rPr>
              <a:t>The same algebra can be packaged at warp, block, device, or range scope</a:t>
            </a:r>
          </a:p>
        </p:txBody>
      </p:sp>
      <p:sp>
        <p:nvSpPr>
          <p:cNvPr id="1411" name="s25-range">
            <a:extLst>
              <a:ext uri="{FF2B5EF4-FFF2-40B4-BE49-F238E27FC236}">
                <a16:creationId xmlns:a16="http://schemas.microsoft.com/office/drawing/2014/main" id="{CF553ABA-5583-4216-9481-C9DD0E2D7FAD}"/>
              </a:ext>
            </a:extLst>
          </p:cNvPr>
          <p:cNvSpPr>
            <a:spLocks noGrp="1"/>
          </p:cNvSpPr>
          <p:nvPr/>
        </p:nvSpPr>
        <p:spPr>
          <a:xfrm>
            <a:off x="857160" y="1476360"/>
            <a:ext cx="7095600" cy="40003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20955">
            <a:solidFill>
              <a:srgbClr val="012345"/>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12" name="s25-range-label">
            <a:extLst>
              <a:ext uri="{FF2B5EF4-FFF2-40B4-BE49-F238E27FC236}">
                <a16:creationId xmlns:a16="http://schemas.microsoft.com/office/drawing/2014/main" id="{C142544B-B7EA-4D50-886A-CE4FCDB4D593}"/>
              </a:ext>
            </a:extLst>
          </p:cNvPr>
          <p:cNvSpPr>
            <a:spLocks noGrp="1"/>
          </p:cNvSpPr>
          <p:nvPr/>
        </p:nvSpPr>
        <p:spPr>
          <a:xfrm>
            <a:off x="1066680" y="1600200"/>
            <a:ext cx="2476080" cy="30456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nSpc>
                <a:spcPct val="100000"/>
              </a:lnSpc>
              <a:buNone/>
            </a:pPr>
            <a:r>
              <a:rPr sz="1500" b="1" u="none">
                <a:solidFill>
                  <a:srgbClr val="FF0000"/>
                </a:solidFill>
                <a:latin typeface="Courier New"/>
                <a:ea typeface="Courier New"/>
                <a:cs typeface="Courier New"/>
              </a:rPr>
              <a:t>RANGE / CONTAINER</a:t>
            </a:r>
          </a:p>
        </p:txBody>
      </p:sp>
      <p:sp>
        <p:nvSpPr>
          <p:cNvPr id="1413" name="s25-thrust">
            <a:extLst>
              <a:ext uri="{FF2B5EF4-FFF2-40B4-BE49-F238E27FC236}">
                <a16:creationId xmlns:a16="http://schemas.microsoft.com/office/drawing/2014/main" id="{2F64255D-6F14-49C5-B35B-6C424012196E}"/>
              </a:ext>
            </a:extLst>
          </p:cNvPr>
          <p:cNvSpPr>
            <a:spLocks noGrp="1"/>
          </p:cNvSpPr>
          <p:nvPr/>
        </p:nvSpPr>
        <p:spPr>
          <a:xfrm>
            <a:off x="4095720" y="1600200"/>
            <a:ext cx="3571560" cy="30456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r">
              <a:lnSpc>
                <a:spcPct val="100000"/>
              </a:lnSpc>
              <a:buNone/>
            </a:pPr>
            <a:r>
              <a:rPr sz="1350" b="1" u="none">
                <a:solidFill>
                  <a:srgbClr val="001233"/>
                </a:solidFill>
                <a:latin typeface="Courier New"/>
                <a:ea typeface="Courier New"/>
                <a:cs typeface="Courier New"/>
              </a:rPr>
              <a:t>Thrust: reduce / scan</a:t>
            </a:r>
          </a:p>
        </p:txBody>
      </p:sp>
      <p:sp>
        <p:nvSpPr>
          <p:cNvPr id="1414" name="s25-device">
            <a:extLst>
              <a:ext uri="{FF2B5EF4-FFF2-40B4-BE49-F238E27FC236}">
                <a16:creationId xmlns:a16="http://schemas.microsoft.com/office/drawing/2014/main" id="{31629CFD-5D56-4A79-AEE6-FF2856B63729}"/>
              </a:ext>
            </a:extLst>
          </p:cNvPr>
          <p:cNvSpPr>
            <a:spLocks noGrp="1"/>
          </p:cNvSpPr>
          <p:nvPr/>
        </p:nvSpPr>
        <p:spPr>
          <a:xfrm>
            <a:off x="1428840" y="2095560"/>
            <a:ext cx="5905080" cy="28573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19050">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15" name="s25-device-fill-0">
            <a:extLst>
              <a:ext uri="{FF2B5EF4-FFF2-40B4-BE49-F238E27FC236}">
                <a16:creationId xmlns:a16="http://schemas.microsoft.com/office/drawing/2014/main" id="{41472009-5869-49FD-896F-AB10DD48E6F2}"/>
              </a:ext>
            </a:extLst>
          </p:cNvPr>
          <p:cNvSpPr>
            <a:spLocks noGrp="1"/>
          </p:cNvSpPr>
          <p:nvPr/>
        </p:nvSpPr>
        <p:spPr>
          <a:xfrm>
            <a:off x="1447920" y="2114640"/>
            <a:ext cx="5866920" cy="234720"/>
          </a:xfrm>
          <a:prstGeom prst="rect">
            <a:avLst/>
          </a:prstGeom>
          <a:solidFill>
            <a:srgbClr val="D2E1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16" name="s25-device-fill-1">
            <a:extLst>
              <a:ext uri="{FF2B5EF4-FFF2-40B4-BE49-F238E27FC236}">
                <a16:creationId xmlns:a16="http://schemas.microsoft.com/office/drawing/2014/main" id="{9314DBCA-CE44-42AC-9795-DD2F3C646950}"/>
              </a:ext>
            </a:extLst>
          </p:cNvPr>
          <p:cNvSpPr>
            <a:spLocks noGrp="1"/>
          </p:cNvSpPr>
          <p:nvPr/>
        </p:nvSpPr>
        <p:spPr>
          <a:xfrm>
            <a:off x="1447920" y="2340000"/>
            <a:ext cx="5866920" cy="244080"/>
          </a:xfrm>
          <a:prstGeom prst="rect">
            <a:avLst/>
          </a:prstGeom>
          <a:solidFill>
            <a:srgbClr val="D2E1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17" name="s25-device-fill-2">
            <a:extLst>
              <a:ext uri="{FF2B5EF4-FFF2-40B4-BE49-F238E27FC236}">
                <a16:creationId xmlns:a16="http://schemas.microsoft.com/office/drawing/2014/main" id="{B13F52A2-CB00-4DF7-8CF9-43C3AD64E521}"/>
              </a:ext>
            </a:extLst>
          </p:cNvPr>
          <p:cNvSpPr>
            <a:spLocks noGrp="1"/>
          </p:cNvSpPr>
          <p:nvPr/>
        </p:nvSpPr>
        <p:spPr>
          <a:xfrm>
            <a:off x="1447920" y="2575080"/>
            <a:ext cx="5866920" cy="244080"/>
          </a:xfrm>
          <a:prstGeom prst="rect">
            <a:avLst/>
          </a:prstGeom>
          <a:solidFill>
            <a:srgbClr val="D2E1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18" name="s25-device-fill-3">
            <a:extLst>
              <a:ext uri="{FF2B5EF4-FFF2-40B4-BE49-F238E27FC236}">
                <a16:creationId xmlns:a16="http://schemas.microsoft.com/office/drawing/2014/main" id="{C2556DD8-DBD6-4BCA-8BB2-44EC05960D9E}"/>
              </a:ext>
            </a:extLst>
          </p:cNvPr>
          <p:cNvSpPr>
            <a:spLocks noGrp="1"/>
          </p:cNvSpPr>
          <p:nvPr/>
        </p:nvSpPr>
        <p:spPr>
          <a:xfrm>
            <a:off x="1447920" y="2809800"/>
            <a:ext cx="5866920" cy="244080"/>
          </a:xfrm>
          <a:prstGeom prst="rect">
            <a:avLst/>
          </a:prstGeom>
          <a:solidFill>
            <a:srgbClr val="D2E1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19" name="s25-device-fill-4">
            <a:extLst>
              <a:ext uri="{FF2B5EF4-FFF2-40B4-BE49-F238E27FC236}">
                <a16:creationId xmlns:a16="http://schemas.microsoft.com/office/drawing/2014/main" id="{A79CD26D-B81E-4C91-B641-2E93C2C01120}"/>
              </a:ext>
            </a:extLst>
          </p:cNvPr>
          <p:cNvSpPr>
            <a:spLocks noGrp="1"/>
          </p:cNvSpPr>
          <p:nvPr/>
        </p:nvSpPr>
        <p:spPr>
          <a:xfrm>
            <a:off x="1447920" y="3044880"/>
            <a:ext cx="5866920" cy="244080"/>
          </a:xfrm>
          <a:prstGeom prst="rect">
            <a:avLst/>
          </a:prstGeom>
          <a:solidFill>
            <a:srgbClr val="D2E1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20" name="s25-device-fill-5">
            <a:extLst>
              <a:ext uri="{FF2B5EF4-FFF2-40B4-BE49-F238E27FC236}">
                <a16:creationId xmlns:a16="http://schemas.microsoft.com/office/drawing/2014/main" id="{72BB319B-477F-44D5-BBF6-C22DD1A086EA}"/>
              </a:ext>
            </a:extLst>
          </p:cNvPr>
          <p:cNvSpPr>
            <a:spLocks noGrp="1"/>
          </p:cNvSpPr>
          <p:nvPr/>
        </p:nvSpPr>
        <p:spPr>
          <a:xfrm>
            <a:off x="1447920" y="3279600"/>
            <a:ext cx="5866920" cy="244080"/>
          </a:xfrm>
          <a:prstGeom prst="rect">
            <a:avLst/>
          </a:prstGeom>
          <a:solidFill>
            <a:srgbClr val="D2E1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21" name="s25-device-fill-6">
            <a:extLst>
              <a:ext uri="{FF2B5EF4-FFF2-40B4-BE49-F238E27FC236}">
                <a16:creationId xmlns:a16="http://schemas.microsoft.com/office/drawing/2014/main" id="{AE55CB78-C428-4872-859A-C458237B47DA}"/>
              </a:ext>
            </a:extLst>
          </p:cNvPr>
          <p:cNvSpPr>
            <a:spLocks noGrp="1"/>
          </p:cNvSpPr>
          <p:nvPr/>
        </p:nvSpPr>
        <p:spPr>
          <a:xfrm>
            <a:off x="1447920" y="3514680"/>
            <a:ext cx="5866920" cy="244080"/>
          </a:xfrm>
          <a:prstGeom prst="rect">
            <a:avLst/>
          </a:prstGeom>
          <a:solidFill>
            <a:srgbClr val="D2E1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22" name="s25-device-fill-7">
            <a:extLst>
              <a:ext uri="{FF2B5EF4-FFF2-40B4-BE49-F238E27FC236}">
                <a16:creationId xmlns:a16="http://schemas.microsoft.com/office/drawing/2014/main" id="{8EFC7F2D-2DF6-4D39-9C4A-3A954F3C0E82}"/>
              </a:ext>
            </a:extLst>
          </p:cNvPr>
          <p:cNvSpPr>
            <a:spLocks noGrp="1"/>
          </p:cNvSpPr>
          <p:nvPr/>
        </p:nvSpPr>
        <p:spPr>
          <a:xfrm>
            <a:off x="1447920" y="3749760"/>
            <a:ext cx="5866920" cy="244080"/>
          </a:xfrm>
          <a:prstGeom prst="rect">
            <a:avLst/>
          </a:prstGeom>
          <a:solidFill>
            <a:srgbClr val="D2E1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23" name="s25-device-fill-8">
            <a:extLst>
              <a:ext uri="{FF2B5EF4-FFF2-40B4-BE49-F238E27FC236}">
                <a16:creationId xmlns:a16="http://schemas.microsoft.com/office/drawing/2014/main" id="{EAA28C68-27F0-457C-9EF3-6639B39FA197}"/>
              </a:ext>
            </a:extLst>
          </p:cNvPr>
          <p:cNvSpPr>
            <a:spLocks noGrp="1"/>
          </p:cNvSpPr>
          <p:nvPr/>
        </p:nvSpPr>
        <p:spPr>
          <a:xfrm>
            <a:off x="1447920" y="3984480"/>
            <a:ext cx="5866920" cy="244080"/>
          </a:xfrm>
          <a:prstGeom prst="rect">
            <a:avLst/>
          </a:prstGeom>
          <a:solidFill>
            <a:srgbClr val="D2E1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24" name="s25-device-fill-9">
            <a:extLst>
              <a:ext uri="{FF2B5EF4-FFF2-40B4-BE49-F238E27FC236}">
                <a16:creationId xmlns:a16="http://schemas.microsoft.com/office/drawing/2014/main" id="{87D2F42A-9EC0-4CDC-9029-82794309E33A}"/>
              </a:ext>
            </a:extLst>
          </p:cNvPr>
          <p:cNvSpPr>
            <a:spLocks noGrp="1"/>
          </p:cNvSpPr>
          <p:nvPr/>
        </p:nvSpPr>
        <p:spPr>
          <a:xfrm>
            <a:off x="1447920" y="4219560"/>
            <a:ext cx="5866920" cy="244080"/>
          </a:xfrm>
          <a:prstGeom prst="rect">
            <a:avLst/>
          </a:prstGeom>
          <a:solidFill>
            <a:srgbClr val="D2E1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25" name="s25-device-fill-10">
            <a:extLst>
              <a:ext uri="{FF2B5EF4-FFF2-40B4-BE49-F238E27FC236}">
                <a16:creationId xmlns:a16="http://schemas.microsoft.com/office/drawing/2014/main" id="{590A0799-2780-4D3A-8934-959F1317C151}"/>
              </a:ext>
            </a:extLst>
          </p:cNvPr>
          <p:cNvSpPr>
            <a:spLocks noGrp="1"/>
          </p:cNvSpPr>
          <p:nvPr/>
        </p:nvSpPr>
        <p:spPr>
          <a:xfrm>
            <a:off x="1447920" y="4454640"/>
            <a:ext cx="5866920" cy="244080"/>
          </a:xfrm>
          <a:prstGeom prst="rect">
            <a:avLst/>
          </a:prstGeom>
          <a:solidFill>
            <a:srgbClr val="D2E1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26" name="s25-device-fill-11">
            <a:extLst>
              <a:ext uri="{FF2B5EF4-FFF2-40B4-BE49-F238E27FC236}">
                <a16:creationId xmlns:a16="http://schemas.microsoft.com/office/drawing/2014/main" id="{E4132A0B-5E15-4783-879E-09A435A20BC9}"/>
              </a:ext>
            </a:extLst>
          </p:cNvPr>
          <p:cNvSpPr>
            <a:spLocks noGrp="1"/>
          </p:cNvSpPr>
          <p:nvPr/>
        </p:nvSpPr>
        <p:spPr>
          <a:xfrm>
            <a:off x="1447920" y="4689360"/>
            <a:ext cx="5866920" cy="244080"/>
          </a:xfrm>
          <a:prstGeom prst="rect">
            <a:avLst/>
          </a:prstGeom>
          <a:solidFill>
            <a:srgbClr val="D2E1F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27" name="s25-device-label">
            <a:extLst>
              <a:ext uri="{FF2B5EF4-FFF2-40B4-BE49-F238E27FC236}">
                <a16:creationId xmlns:a16="http://schemas.microsoft.com/office/drawing/2014/main" id="{A6952E5B-9805-4A5A-BD3D-6955FBD41A78}"/>
              </a:ext>
            </a:extLst>
          </p:cNvPr>
          <p:cNvSpPr>
            <a:spLocks noGrp="1"/>
          </p:cNvSpPr>
          <p:nvPr/>
        </p:nvSpPr>
        <p:spPr>
          <a:xfrm>
            <a:off x="1600200" y="2190600"/>
            <a:ext cx="1190160" cy="26640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nSpc>
                <a:spcPct val="100000"/>
              </a:lnSpc>
              <a:buNone/>
            </a:pPr>
            <a:r>
              <a:rPr sz="1280" b="1" u="none">
                <a:solidFill>
                  <a:srgbClr val="0353A4"/>
                </a:solidFill>
                <a:latin typeface="Courier New"/>
                <a:ea typeface="Courier New"/>
                <a:cs typeface="Courier New"/>
              </a:rPr>
              <a:t>DEVICE</a:t>
            </a:r>
          </a:p>
        </p:txBody>
      </p:sp>
      <p:sp>
        <p:nvSpPr>
          <p:cNvPr id="1428" name="s25-device-api">
            <a:extLst>
              <a:ext uri="{FF2B5EF4-FFF2-40B4-BE49-F238E27FC236}">
                <a16:creationId xmlns:a16="http://schemas.microsoft.com/office/drawing/2014/main" id="{AB3EBD49-04BB-47A6-9570-6716B2184576}"/>
              </a:ext>
            </a:extLst>
          </p:cNvPr>
          <p:cNvSpPr>
            <a:spLocks noGrp="1"/>
          </p:cNvSpPr>
          <p:nvPr/>
        </p:nvSpPr>
        <p:spPr>
          <a:xfrm>
            <a:off x="3809880" y="2171880"/>
            <a:ext cx="3285720" cy="30456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r">
              <a:lnSpc>
                <a:spcPct val="100000"/>
              </a:lnSpc>
              <a:buNone/>
            </a:pPr>
            <a:r>
              <a:rPr sz="1200" b="1" u="none">
                <a:solidFill>
                  <a:srgbClr val="001233"/>
                </a:solidFill>
                <a:latin typeface="Courier New"/>
                <a:ea typeface="Courier New"/>
                <a:cs typeface="Courier New"/>
              </a:rPr>
              <a:t>CUB DeviceScan / DeviceReduce</a:t>
            </a:r>
          </a:p>
        </p:txBody>
      </p:sp>
      <p:sp>
        <p:nvSpPr>
          <p:cNvPr id="1429" name="s25-grid-block-0">
            <a:extLst>
              <a:ext uri="{FF2B5EF4-FFF2-40B4-BE49-F238E27FC236}">
                <a16:creationId xmlns:a16="http://schemas.microsoft.com/office/drawing/2014/main" id="{D3E2E2C8-8A30-46BD-B315-79B26F74208F}"/>
              </a:ext>
            </a:extLst>
          </p:cNvPr>
          <p:cNvSpPr>
            <a:spLocks noGrp="1"/>
          </p:cNvSpPr>
          <p:nvPr/>
        </p:nvSpPr>
        <p:spPr>
          <a:xfrm>
            <a:off x="1762200" y="2685960"/>
            <a:ext cx="1380600" cy="6282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78BAFD"/>
          </a:solidFill>
          <a:ln w="17145">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block 0</a:t>
            </a:r>
          </a:p>
        </p:txBody>
      </p:sp>
      <p:sp>
        <p:nvSpPr>
          <p:cNvPr id="1430" name="s25-grid-block-1">
            <a:extLst>
              <a:ext uri="{FF2B5EF4-FFF2-40B4-BE49-F238E27FC236}">
                <a16:creationId xmlns:a16="http://schemas.microsoft.com/office/drawing/2014/main" id="{E193CBF0-4E0B-420A-A217-A2BB41F34F10}"/>
              </a:ext>
            </a:extLst>
          </p:cNvPr>
          <p:cNvSpPr>
            <a:spLocks noGrp="1"/>
          </p:cNvSpPr>
          <p:nvPr/>
        </p:nvSpPr>
        <p:spPr>
          <a:xfrm>
            <a:off x="3429000" y="2685960"/>
            <a:ext cx="1380600" cy="6282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78BAFD"/>
          </a:solidFill>
          <a:ln w="17145">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block 1</a:t>
            </a:r>
          </a:p>
        </p:txBody>
      </p:sp>
      <p:sp>
        <p:nvSpPr>
          <p:cNvPr id="1431" name="s25-grid-block-2">
            <a:extLst>
              <a:ext uri="{FF2B5EF4-FFF2-40B4-BE49-F238E27FC236}">
                <a16:creationId xmlns:a16="http://schemas.microsoft.com/office/drawing/2014/main" id="{87D931AE-57AE-4DA4-8DD4-D1F6297701B5}"/>
              </a:ext>
            </a:extLst>
          </p:cNvPr>
          <p:cNvSpPr>
            <a:spLocks noGrp="1"/>
          </p:cNvSpPr>
          <p:nvPr/>
        </p:nvSpPr>
        <p:spPr>
          <a:xfrm>
            <a:off x="5095800" y="2685960"/>
            <a:ext cx="1380600" cy="6282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78BAFD"/>
          </a:solidFill>
          <a:ln w="17145">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block 2</a:t>
            </a:r>
          </a:p>
        </p:txBody>
      </p:sp>
      <p:sp>
        <p:nvSpPr>
          <p:cNvPr id="1432" name="s25-grid-block-3">
            <a:extLst>
              <a:ext uri="{FF2B5EF4-FFF2-40B4-BE49-F238E27FC236}">
                <a16:creationId xmlns:a16="http://schemas.microsoft.com/office/drawing/2014/main" id="{F366C412-2F64-4C9B-952A-4354B9466CD1}"/>
              </a:ext>
            </a:extLst>
          </p:cNvPr>
          <p:cNvSpPr>
            <a:spLocks noGrp="1"/>
          </p:cNvSpPr>
          <p:nvPr/>
        </p:nvSpPr>
        <p:spPr>
          <a:xfrm>
            <a:off x="1762200" y="3562200"/>
            <a:ext cx="1380600" cy="6282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78BAFD"/>
          </a:solidFill>
          <a:ln w="17145">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block 3</a:t>
            </a:r>
          </a:p>
        </p:txBody>
      </p:sp>
      <p:sp>
        <p:nvSpPr>
          <p:cNvPr id="1433" name="s25-grid-block-4">
            <a:extLst>
              <a:ext uri="{FF2B5EF4-FFF2-40B4-BE49-F238E27FC236}">
                <a16:creationId xmlns:a16="http://schemas.microsoft.com/office/drawing/2014/main" id="{5BBB58FA-6F21-456F-B432-696C3F845218}"/>
              </a:ext>
            </a:extLst>
          </p:cNvPr>
          <p:cNvSpPr>
            <a:spLocks noGrp="1"/>
          </p:cNvSpPr>
          <p:nvPr/>
        </p:nvSpPr>
        <p:spPr>
          <a:xfrm>
            <a:off x="3429000" y="3562200"/>
            <a:ext cx="1380600" cy="6282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78BAFD"/>
          </a:solidFill>
          <a:ln w="17145">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block 4</a:t>
            </a:r>
          </a:p>
        </p:txBody>
      </p:sp>
      <p:sp>
        <p:nvSpPr>
          <p:cNvPr id="1434" name="s25-grid-block-5">
            <a:extLst>
              <a:ext uri="{FF2B5EF4-FFF2-40B4-BE49-F238E27FC236}">
                <a16:creationId xmlns:a16="http://schemas.microsoft.com/office/drawing/2014/main" id="{A0BCE6F2-8829-4FFB-A159-2F6B455F67DF}"/>
              </a:ext>
            </a:extLst>
          </p:cNvPr>
          <p:cNvSpPr>
            <a:spLocks noGrp="1"/>
          </p:cNvSpPr>
          <p:nvPr/>
        </p:nvSpPr>
        <p:spPr>
          <a:xfrm>
            <a:off x="5095800" y="3562200"/>
            <a:ext cx="1380600" cy="62820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78BAFD"/>
          </a:solidFill>
          <a:ln w="17145">
            <a:solidFill>
              <a:srgbClr val="012345"/>
            </a:solidFill>
          </a:ln>
        </p:spPr>
        <p:style>
          <a:lnRef idx="0">
            <a:scrgbClr r="0" g="0" b="0"/>
          </a:lnRef>
          <a:fillRef idx="0">
            <a:scrgbClr r="0" g="0" b="0"/>
          </a:fillRef>
          <a:effectRef idx="0">
            <a:scrgbClr r="0" g="0" b="0"/>
          </a:effectRef>
          <a:fontRef idx="minor"/>
        </p:style>
        <p:txBody>
          <a:bodyPr lIns="66600" tIns="38160" rIns="66600" bIns="38160" anchor="ctr">
            <a:normAutofit/>
          </a:bodyPr>
          <a:lstStyle/>
          <a:p>
            <a:pPr algn="ctr">
              <a:lnSpc>
                <a:spcPct val="100000"/>
              </a:lnSpc>
              <a:buNone/>
            </a:pPr>
            <a:r>
              <a:rPr sz="1200" b="1" u="none">
                <a:solidFill>
                  <a:srgbClr val="001233"/>
                </a:solidFill>
                <a:latin typeface="Courier New"/>
                <a:ea typeface="Courier New"/>
                <a:cs typeface="Courier New"/>
              </a:rPr>
              <a:t>block 5</a:t>
            </a:r>
          </a:p>
        </p:txBody>
      </p:sp>
      <p:sp>
        <p:nvSpPr>
          <p:cNvPr id="1435" name="s25-block-api">
            <a:extLst>
              <a:ext uri="{FF2B5EF4-FFF2-40B4-BE49-F238E27FC236}">
                <a16:creationId xmlns:a16="http://schemas.microsoft.com/office/drawing/2014/main" id="{C77C83B4-96B8-476E-BE12-9C34743D1FD2}"/>
              </a:ext>
            </a:extLst>
          </p:cNvPr>
          <p:cNvSpPr>
            <a:spLocks noGrp="1"/>
          </p:cNvSpPr>
          <p:nvPr/>
        </p:nvSpPr>
        <p:spPr>
          <a:xfrm>
            <a:off x="1857240" y="4286160"/>
            <a:ext cx="1714320" cy="28548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1" u="none">
                <a:solidFill>
                  <a:srgbClr val="001233"/>
                </a:solidFill>
                <a:latin typeface="Courier New"/>
                <a:ea typeface="Courier New"/>
                <a:cs typeface="Courier New"/>
              </a:rPr>
              <a:t>CUB BlockScan</a:t>
            </a:r>
          </a:p>
        </p:txBody>
      </p:sp>
      <p:sp>
        <p:nvSpPr>
          <p:cNvPr id="1436" name="s25-warps-3">
            <a:extLst>
              <a:ext uri="{FF2B5EF4-FFF2-40B4-BE49-F238E27FC236}">
                <a16:creationId xmlns:a16="http://schemas.microsoft.com/office/drawing/2014/main" id="{1D467E1C-EF31-420A-B01B-C53EA78AD8DA}"/>
              </a:ext>
            </a:extLst>
          </p:cNvPr>
          <p:cNvSpPr>
            <a:spLocks noGrp="1"/>
          </p:cNvSpPr>
          <p:nvPr/>
        </p:nvSpPr>
        <p:spPr>
          <a:xfrm>
            <a:off x="4381560" y="3914640"/>
            <a:ext cx="1952280" cy="418680"/>
          </a:xfrm>
          <a:prstGeom prst="rect">
            <a:avLst/>
          </a:prstGeom>
          <a:solidFill>
            <a:srgbClr val="BCDCFE"/>
          </a:solidFill>
          <a:ln w="9525">
            <a:solidFill>
              <a:srgbClr val="012345"/>
            </a:solidFill>
          </a:ln>
        </p:spPr>
        <p:style>
          <a:lnRef idx="0">
            <a:scrgbClr r="0" g="0" b="0"/>
          </a:lnRef>
          <a:fillRef idx="0">
            <a:scrgbClr r="0" g="0" b="0"/>
          </a:fillRef>
          <a:effectRef idx="0">
            <a:scrgbClr r="0" g="0" b="0"/>
          </a:effectRef>
          <a:fontRef idx="minor"/>
        </p:style>
        <p:txBody>
          <a:bodyPr lIns="38160" tIns="19080" rIns="38160" bIns="19080" anchor="ctr">
            <a:normAutofit/>
          </a:bodyPr>
          <a:lstStyle/>
          <a:p>
            <a:pPr>
              <a:buNone/>
            </a:pPr>
            <a:endParaRPr/>
          </a:p>
        </p:txBody>
      </p:sp>
      <p:sp>
        <p:nvSpPr>
          <p:cNvPr id="1437" name="s25-warps-2">
            <a:extLst>
              <a:ext uri="{FF2B5EF4-FFF2-40B4-BE49-F238E27FC236}">
                <a16:creationId xmlns:a16="http://schemas.microsoft.com/office/drawing/2014/main" id="{2BD20F45-A677-48F8-9441-EB9D9BFDBA56}"/>
              </a:ext>
            </a:extLst>
          </p:cNvPr>
          <p:cNvSpPr>
            <a:spLocks noGrp="1"/>
          </p:cNvSpPr>
          <p:nvPr/>
        </p:nvSpPr>
        <p:spPr>
          <a:xfrm>
            <a:off x="4286160" y="3981600"/>
            <a:ext cx="1952280" cy="418680"/>
          </a:xfrm>
          <a:prstGeom prst="rect">
            <a:avLst/>
          </a:prstGeom>
          <a:solidFill>
            <a:srgbClr val="BCDCFE"/>
          </a:solidFill>
          <a:ln w="9525">
            <a:solidFill>
              <a:srgbClr val="012345"/>
            </a:solidFill>
          </a:ln>
        </p:spPr>
        <p:style>
          <a:lnRef idx="0">
            <a:scrgbClr r="0" g="0" b="0"/>
          </a:lnRef>
          <a:fillRef idx="0">
            <a:scrgbClr r="0" g="0" b="0"/>
          </a:fillRef>
          <a:effectRef idx="0">
            <a:scrgbClr r="0" g="0" b="0"/>
          </a:effectRef>
          <a:fontRef idx="minor"/>
        </p:style>
        <p:txBody>
          <a:bodyPr lIns="38160" tIns="19080" rIns="38160" bIns="19080" anchor="ctr">
            <a:normAutofit/>
          </a:bodyPr>
          <a:lstStyle/>
          <a:p>
            <a:pPr>
              <a:buNone/>
            </a:pPr>
            <a:endParaRPr/>
          </a:p>
        </p:txBody>
      </p:sp>
      <p:sp>
        <p:nvSpPr>
          <p:cNvPr id="1438" name="s25-warps-1">
            <a:extLst>
              <a:ext uri="{FF2B5EF4-FFF2-40B4-BE49-F238E27FC236}">
                <a16:creationId xmlns:a16="http://schemas.microsoft.com/office/drawing/2014/main" id="{D2B00848-6983-4C54-A19B-E4DAD520B477}"/>
              </a:ext>
            </a:extLst>
          </p:cNvPr>
          <p:cNvSpPr>
            <a:spLocks noGrp="1"/>
          </p:cNvSpPr>
          <p:nvPr/>
        </p:nvSpPr>
        <p:spPr>
          <a:xfrm>
            <a:off x="4191120" y="4048200"/>
            <a:ext cx="1952280" cy="418680"/>
          </a:xfrm>
          <a:prstGeom prst="rect">
            <a:avLst/>
          </a:prstGeom>
          <a:solidFill>
            <a:srgbClr val="BCDCFE"/>
          </a:solidFill>
          <a:ln w="9525">
            <a:solidFill>
              <a:srgbClr val="012345"/>
            </a:solidFill>
          </a:ln>
        </p:spPr>
        <p:style>
          <a:lnRef idx="0">
            <a:scrgbClr r="0" g="0" b="0"/>
          </a:lnRef>
          <a:fillRef idx="0">
            <a:scrgbClr r="0" g="0" b="0"/>
          </a:fillRef>
          <a:effectRef idx="0">
            <a:scrgbClr r="0" g="0" b="0"/>
          </a:effectRef>
          <a:fontRef idx="minor"/>
        </p:style>
        <p:txBody>
          <a:bodyPr lIns="38160" tIns="19080" rIns="38160" bIns="19080" anchor="ctr">
            <a:normAutofit/>
          </a:bodyPr>
          <a:lstStyle/>
          <a:p>
            <a:pPr>
              <a:buNone/>
            </a:pPr>
            <a:endParaRPr/>
          </a:p>
        </p:txBody>
      </p:sp>
      <p:sp>
        <p:nvSpPr>
          <p:cNvPr id="1439" name="s25-warps-0">
            <a:extLst>
              <a:ext uri="{FF2B5EF4-FFF2-40B4-BE49-F238E27FC236}">
                <a16:creationId xmlns:a16="http://schemas.microsoft.com/office/drawing/2014/main" id="{A4BD8B65-3B18-4468-A60A-0B4B0C4AA195}"/>
              </a:ext>
            </a:extLst>
          </p:cNvPr>
          <p:cNvSpPr>
            <a:spLocks noGrp="1"/>
          </p:cNvSpPr>
          <p:nvPr/>
        </p:nvSpPr>
        <p:spPr>
          <a:xfrm>
            <a:off x="4095720" y="4114800"/>
            <a:ext cx="1952280" cy="418680"/>
          </a:xfrm>
          <a:prstGeom prst="rect">
            <a:avLst/>
          </a:prstGeom>
          <a:solidFill>
            <a:srgbClr val="002855"/>
          </a:solidFill>
          <a:ln w="17145">
            <a:solidFill>
              <a:srgbClr val="012345"/>
            </a:solidFill>
          </a:ln>
        </p:spPr>
        <p:style>
          <a:lnRef idx="0">
            <a:scrgbClr r="0" g="0" b="0"/>
          </a:lnRef>
          <a:fillRef idx="0">
            <a:scrgbClr r="0" g="0" b="0"/>
          </a:fillRef>
          <a:effectRef idx="0">
            <a:scrgbClr r="0" g="0" b="0"/>
          </a:effectRef>
          <a:fontRef idx="minor"/>
        </p:style>
        <p:txBody>
          <a:bodyPr lIns="38160" tIns="19080" rIns="38160" bIns="19080" anchor="ctr">
            <a:normAutofit/>
          </a:bodyPr>
          <a:lstStyle/>
          <a:p>
            <a:pPr algn="ctr">
              <a:lnSpc>
                <a:spcPct val="100000"/>
              </a:lnSpc>
              <a:buNone/>
            </a:pPr>
            <a:r>
              <a:rPr sz="1200" b="1" u="none">
                <a:solidFill>
                  <a:srgbClr val="FFFFFF"/>
                </a:solidFill>
                <a:latin typeface="Courier New"/>
                <a:ea typeface="Courier New"/>
                <a:cs typeface="Courier New"/>
              </a:rPr>
              <a:t>warp 0</a:t>
            </a:r>
          </a:p>
        </p:txBody>
      </p:sp>
      <p:sp>
        <p:nvSpPr>
          <p:cNvPr id="1440" name="s25-warp-api">
            <a:extLst>
              <a:ext uri="{FF2B5EF4-FFF2-40B4-BE49-F238E27FC236}">
                <a16:creationId xmlns:a16="http://schemas.microsoft.com/office/drawing/2014/main" id="{848F5016-5ABC-4A9B-A44E-954F9D6C81BB}"/>
              </a:ext>
            </a:extLst>
          </p:cNvPr>
          <p:cNvSpPr>
            <a:spLocks noGrp="1"/>
          </p:cNvSpPr>
          <p:nvPr/>
        </p:nvSpPr>
        <p:spPr>
          <a:xfrm>
            <a:off x="3714840" y="4600440"/>
            <a:ext cx="2952360" cy="30456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1" u="none">
                <a:solidFill>
                  <a:srgbClr val="001233"/>
                </a:solidFill>
                <a:latin typeface="Courier New"/>
                <a:ea typeface="Courier New"/>
                <a:cs typeface="Courier New"/>
              </a:rPr>
              <a:t>CUB WarpScan / shuffles</a:t>
            </a:r>
          </a:p>
        </p:txBody>
      </p:sp>
      <p:sp>
        <p:nvSpPr>
          <p:cNvPr id="1441" name="s25-nesting-top">
            <a:extLst>
              <a:ext uri="{FF2B5EF4-FFF2-40B4-BE49-F238E27FC236}">
                <a16:creationId xmlns:a16="http://schemas.microsoft.com/office/drawing/2014/main" id="{48D6100F-B781-494A-A562-73FAE85B9937}"/>
              </a:ext>
            </a:extLst>
          </p:cNvPr>
          <p:cNvSpPr>
            <a:spLocks noGrp="1"/>
          </p:cNvSpPr>
          <p:nvPr/>
        </p:nvSpPr>
        <p:spPr>
          <a:xfrm>
            <a:off x="8096040" y="1666800"/>
            <a:ext cx="380880" cy="360"/>
          </a:xfrm>
          <a:prstGeom prst="line">
            <a:avLst/>
          </a:prstGeom>
          <a:ln w="57150">
            <a:solidFill>
              <a:srgbClr val="0353A4"/>
            </a:solidFill>
          </a:ln>
        </p:spPr>
        <p:style>
          <a:lnRef idx="0">
            <a:scrgbClr r="0" g="0" b="0"/>
          </a:lnRef>
          <a:fillRef idx="0">
            <a:scrgbClr r="0" g="0" b="0"/>
          </a:fillRef>
          <a:effectRef idx="0">
            <a:scrgbClr r="0" g="0" b="0"/>
          </a:effectRef>
          <a:fontRef idx="minor"/>
        </p:style>
        <p:txBody>
          <a:bodyPr lIns="90000" tIns="-44640" rIns="90000" bIns="-44640" anchor="t">
            <a:noAutofit/>
          </a:bodyPr>
          <a:lstStyle/>
          <a:p>
            <a:pPr>
              <a:buNone/>
            </a:pPr>
            <a:endParaRPr/>
          </a:p>
        </p:txBody>
      </p:sp>
      <p:sp>
        <p:nvSpPr>
          <p:cNvPr id="1442" name="s25-nesting-side">
            <a:extLst>
              <a:ext uri="{FF2B5EF4-FFF2-40B4-BE49-F238E27FC236}">
                <a16:creationId xmlns:a16="http://schemas.microsoft.com/office/drawing/2014/main" id="{A89F2955-0DD0-40E7-A539-0FE59AAC5229}"/>
              </a:ext>
            </a:extLst>
          </p:cNvPr>
          <p:cNvSpPr>
            <a:spLocks noGrp="1"/>
          </p:cNvSpPr>
          <p:nvPr/>
        </p:nvSpPr>
        <p:spPr>
          <a:xfrm>
            <a:off x="8096040" y="1666800"/>
            <a:ext cx="360" cy="3619440"/>
          </a:xfrm>
          <a:prstGeom prst="line">
            <a:avLst/>
          </a:prstGeom>
          <a:ln w="57150">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43" name="s25-nesting-bottom">
            <a:extLst>
              <a:ext uri="{FF2B5EF4-FFF2-40B4-BE49-F238E27FC236}">
                <a16:creationId xmlns:a16="http://schemas.microsoft.com/office/drawing/2014/main" id="{F4F788A3-4A8D-4894-AB4A-A009F76AE29A}"/>
              </a:ext>
            </a:extLst>
          </p:cNvPr>
          <p:cNvSpPr>
            <a:spLocks noGrp="1"/>
          </p:cNvSpPr>
          <p:nvPr/>
        </p:nvSpPr>
        <p:spPr>
          <a:xfrm>
            <a:off x="8096040" y="5286240"/>
            <a:ext cx="380880" cy="360"/>
          </a:xfrm>
          <a:prstGeom prst="line">
            <a:avLst/>
          </a:prstGeom>
          <a:ln w="57150">
            <a:solidFill>
              <a:srgbClr val="0353A4"/>
            </a:solidFill>
          </a:ln>
        </p:spPr>
        <p:style>
          <a:lnRef idx="0">
            <a:scrgbClr r="0" g="0" b="0"/>
          </a:lnRef>
          <a:fillRef idx="0">
            <a:scrgbClr r="0" g="0" b="0"/>
          </a:fillRef>
          <a:effectRef idx="0">
            <a:scrgbClr r="0" g="0" b="0"/>
          </a:effectRef>
          <a:fontRef idx="minor"/>
        </p:style>
        <p:txBody>
          <a:bodyPr lIns="90000" tIns="-44640" rIns="90000" bIns="-44640" anchor="t">
            <a:noAutofit/>
          </a:bodyPr>
          <a:lstStyle/>
          <a:p>
            <a:pPr>
              <a:buNone/>
            </a:pPr>
            <a:endParaRPr/>
          </a:p>
        </p:txBody>
      </p:sp>
      <p:sp>
        <p:nvSpPr>
          <p:cNvPr id="1444" name="s25-claim">
            <a:extLst>
              <a:ext uri="{FF2B5EF4-FFF2-40B4-BE49-F238E27FC236}">
                <a16:creationId xmlns:a16="http://schemas.microsoft.com/office/drawing/2014/main" id="{B1B58546-6906-4660-9AA1-41FA72306586}"/>
              </a:ext>
            </a:extLst>
          </p:cNvPr>
          <p:cNvSpPr>
            <a:spLocks noGrp="1"/>
          </p:cNvSpPr>
          <p:nvPr/>
        </p:nvSpPr>
        <p:spPr>
          <a:xfrm>
            <a:off x="8572680" y="2381400"/>
            <a:ext cx="2476080" cy="104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1870" b="1" u="none">
                <a:solidFill>
                  <a:srgbClr val="FF0000"/>
                </a:solidFill>
                <a:latin typeface="Arial"/>
                <a:ea typeface="Arial"/>
                <a:cs typeface="Arial"/>
              </a:rPr>
              <a:t>abstraction grows outward</a:t>
            </a:r>
          </a:p>
          <a:p>
            <a:pPr>
              <a:lnSpc>
                <a:spcPct val="100000"/>
              </a:lnSpc>
              <a:buNone/>
            </a:pPr>
            <a:r>
              <a:rPr sz="1870" b="1" u="none">
                <a:solidFill>
                  <a:srgbClr val="FF0000"/>
                </a:solidFill>
                <a:latin typeface="Arial"/>
                <a:ea typeface="Arial"/>
                <a:cs typeface="Arial"/>
              </a:rPr>
              <a:t>control grows inward</a:t>
            </a:r>
          </a:p>
        </p:txBody>
      </p:sp>
      <p:sp>
        <p:nvSpPr>
          <p:cNvPr id="1445" name="s25-code">
            <a:extLst>
              <a:ext uri="{FF2B5EF4-FFF2-40B4-BE49-F238E27FC236}">
                <a16:creationId xmlns:a16="http://schemas.microsoft.com/office/drawing/2014/main" id="{4020DC8F-B30A-4478-984D-0313BE7365D5}"/>
              </a:ext>
            </a:extLst>
          </p:cNvPr>
          <p:cNvSpPr>
            <a:spLocks noGrp="1"/>
          </p:cNvSpPr>
          <p:nvPr/>
        </p:nvSpPr>
        <p:spPr>
          <a:xfrm>
            <a:off x="8286840" y="3809880"/>
            <a:ext cx="3095280" cy="914040"/>
          </a:xfrm>
          <a:prstGeom prst="rect">
            <a:avLst/>
          </a:prstGeom>
          <a:noFill/>
          <a:ln w="0">
            <a:noFill/>
          </a:ln>
        </p:spPr>
        <p:style>
          <a:lnRef idx="0">
            <a:scrgbClr r="0" g="0" b="0"/>
          </a:lnRef>
          <a:fillRef idx="0">
            <a:scrgbClr r="0" g="0" b="0"/>
          </a:fillRef>
          <a:effectRef idx="0">
            <a:scrgbClr r="0" g="0" b="0"/>
          </a:effectRef>
          <a:fontRef idx="minor"/>
        </p:style>
        <p:txBody>
          <a:bodyPr lIns="38160" tIns="28440" rIns="19080" bIns="19080" anchor="t">
            <a:normAutofit/>
          </a:bodyPr>
          <a:lstStyle/>
          <a:p>
            <a:pPr>
              <a:lnSpc>
                <a:spcPct val="100000"/>
              </a:lnSpc>
              <a:buNone/>
            </a:pPr>
            <a:r>
              <a:rPr sz="1200" b="1" u="none">
                <a:solidFill>
                  <a:srgbClr val="001233"/>
                </a:solidFill>
                <a:latin typeface="Courier New"/>
                <a:ea typeface="Courier New"/>
                <a:cs typeface="Courier New"/>
              </a:rPr>
              <a:t>thrust::inclusive_scan(</a:t>
            </a:r>
          </a:p>
          <a:p>
            <a:pPr>
              <a:lnSpc>
                <a:spcPct val="100000"/>
              </a:lnSpc>
              <a:buNone/>
            </a:pPr>
            <a:r>
              <a:rPr sz="1200" b="1" u="none">
                <a:solidFill>
                  <a:srgbClr val="001233"/>
                </a:solidFill>
                <a:latin typeface="Courier New"/>
                <a:ea typeface="Courier New"/>
                <a:cs typeface="Courier New"/>
              </a:rPr>
              <a:t>  d.begin(), d.end(),</a:t>
            </a:r>
          </a:p>
          <a:p>
            <a:pPr>
              <a:lnSpc>
                <a:spcPct val="100000"/>
              </a:lnSpc>
              <a:buNone/>
            </a:pPr>
            <a:r>
              <a:rPr sz="1200" b="1" u="none">
                <a:solidFill>
                  <a:srgbClr val="001233"/>
                </a:solidFill>
                <a:latin typeface="Courier New"/>
                <a:ea typeface="Courier New"/>
                <a:cs typeface="Courier New"/>
              </a:rPr>
              <a:t>  out.begin());</a:t>
            </a:r>
          </a:p>
        </p:txBody>
      </p:sp>
      <p:sp>
        <p:nvSpPr>
          <p:cNvPr id="1446" name="s25-baseline">
            <a:extLst>
              <a:ext uri="{FF2B5EF4-FFF2-40B4-BE49-F238E27FC236}">
                <a16:creationId xmlns:a16="http://schemas.microsoft.com/office/drawing/2014/main" id="{A23DA1F9-5EA3-4279-9384-EE60F1C087B4}"/>
              </a:ext>
            </a:extLst>
          </p:cNvPr>
          <p:cNvSpPr>
            <a:spLocks noGrp="1"/>
          </p:cNvSpPr>
          <p:nvPr/>
        </p:nvSpPr>
        <p:spPr>
          <a:xfrm>
            <a:off x="8048520" y="4857840"/>
            <a:ext cx="3333240" cy="590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1200" b="1" u="none">
                <a:solidFill>
                  <a:srgbClr val="0353A4"/>
                </a:solidFill>
                <a:latin typeface="Arial"/>
                <a:ea typeface="Arial"/>
                <a:cs typeface="Arial"/>
              </a:rPr>
              <a:t>Start here. Descend only when measurement shows the missing contract.</a:t>
            </a:r>
          </a:p>
        </p:txBody>
      </p:sp>
      <p:sp>
        <p:nvSpPr>
          <p:cNvPr id="1447" name="s25-source">
            <a:extLst>
              <a:ext uri="{FF2B5EF4-FFF2-40B4-BE49-F238E27FC236}">
                <a16:creationId xmlns:a16="http://schemas.microsoft.com/office/drawing/2014/main" id="{B0D6A9E4-C868-49AD-8A49-FC7F5D517F87}"/>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NVIDIA CCCL: Thrust overview; CUB WarpScan, BlockScan, DeviceScan, and DeviceReduce.</a:t>
            </a:r>
          </a:p>
        </p:txBody>
      </p:sp>
    </p:spTree>
    <p:extLst>
      <p:ext uri="{BB962C8B-B14F-4D97-AF65-F5344CB8AC3E}">
        <p14:creationId xmlns:p14="http://schemas.microsoft.com/office/powerpoint/2010/main" val="15698817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8" name="PlaceHolder 1">
            <a:extLst>
              <a:ext uri="{FF2B5EF4-FFF2-40B4-BE49-F238E27FC236}">
                <a16:creationId xmlns:a16="http://schemas.microsoft.com/office/drawing/2014/main" id="{1DE8B554-7858-4150-BDB6-816F6C4A3B7B}"/>
              </a:ext>
            </a:extLst>
          </p:cNvPr>
          <p:cNvSpPr>
            <a:spLocks noGrp="1"/>
          </p:cNvSpPr>
          <p:nvPr>
            <p:ph type="title"/>
          </p:nvPr>
        </p:nvSpPr>
        <p:spPr>
          <a:xfrm>
            <a:off x="679680" y="316080"/>
            <a:ext cx="10832040" cy="529920"/>
          </a:xfrm>
          <a:prstGeom prst="rect">
            <a:avLst/>
          </a:prstGeom>
          <a:noFill/>
          <a:ln w="12600">
            <a:noFill/>
          </a:ln>
        </p:spPr>
        <p:txBody>
          <a:bodyPr lIns="45720" tIns="45720" rIns="45720" bIns="45720" anchor="ctr">
            <a:normAutofit/>
          </a:bodyPr>
          <a:lstStyle/>
          <a:p>
            <a:pPr indent="0" algn="l">
              <a:lnSpc>
                <a:spcPct val="90000"/>
              </a:lnSpc>
              <a:spcBef>
                <a:spcPts val="1800"/>
              </a:spcBef>
              <a:buNone/>
            </a:pPr>
            <a:r>
              <a:rPr sz="3000" b="1" u="none">
                <a:solidFill>
                  <a:srgbClr val="001233"/>
                </a:solidFill>
                <a:latin typeface="Arial"/>
                <a:ea typeface="Arial"/>
                <a:cs typeface="Arial"/>
              </a:rPr>
              <a:t>Choosing the Right Abstraction</a:t>
            </a:r>
          </a:p>
        </p:txBody>
      </p:sp>
      <p:sp>
        <p:nvSpPr>
          <p:cNvPr id="1449" name="s26-page-number">
            <a:extLst>
              <a:ext uri="{FF2B5EF4-FFF2-40B4-BE49-F238E27FC236}">
                <a16:creationId xmlns:a16="http://schemas.microsoft.com/office/drawing/2014/main" id="{50AD0D3F-06A4-4A4F-B936-7C0FFAA738D3}"/>
              </a:ext>
            </a:extLst>
          </p:cNvPr>
          <p:cNvSpPr>
            <a:spLocks noGrp="1"/>
          </p:cNvSpPr>
          <p:nvPr/>
        </p:nvSpPr>
        <p:spPr>
          <a:xfrm>
            <a:off x="11487240" y="6453360"/>
            <a:ext cx="456840" cy="264600"/>
          </a:xfrm>
          <a:prstGeom prst="rect">
            <a:avLst/>
          </a:prstGeom>
          <a:noFill/>
          <a:ln w="0">
            <a:noFill/>
          </a:ln>
        </p:spPr>
        <p:style>
          <a:lnRef idx="0">
            <a:scrgbClr r="0" g="0" b="0"/>
          </a:lnRef>
          <a:fillRef idx="0">
            <a:scrgbClr r="0" g="0" b="0"/>
          </a:fillRef>
          <a:effectRef idx="0">
            <a:scrgbClr r="0" g="0" b="0"/>
          </a:effectRef>
          <a:fontRef idx="minor"/>
        </p:style>
        <p:txBody>
          <a:bodyPr lIns="45720" rIns="45720" anchor="ctr">
            <a:noAutofit/>
          </a:bodyPr>
          <a:lstStyle/>
          <a:p>
            <a:pPr algn="r">
              <a:lnSpc>
                <a:spcPct val="100000"/>
              </a:lnSpc>
              <a:buNone/>
            </a:pPr>
            <a:r>
              <a:rPr sz="900" b="0" u="none">
                <a:solidFill>
                  <a:srgbClr val="88888D"/>
                </a:solidFill>
                <a:latin typeface="Arial"/>
                <a:ea typeface="Arial"/>
                <a:cs typeface="Arial"/>
              </a:rPr>
              <a:t>26</a:t>
            </a:r>
          </a:p>
        </p:txBody>
      </p:sp>
      <p:sp>
        <p:nvSpPr>
          <p:cNvPr id="1450" name="s26-question">
            <a:extLst>
              <a:ext uri="{FF2B5EF4-FFF2-40B4-BE49-F238E27FC236}">
                <a16:creationId xmlns:a16="http://schemas.microsoft.com/office/drawing/2014/main" id="{4D9A1DD7-66B7-4B2A-B11A-AAFCF0BD2196}"/>
              </a:ext>
            </a:extLst>
          </p:cNvPr>
          <p:cNvSpPr>
            <a:spLocks noGrp="1"/>
          </p:cNvSpPr>
          <p:nvPr/>
        </p:nvSpPr>
        <p:spPr>
          <a:xfrm>
            <a:off x="2333520" y="1238400"/>
            <a:ext cx="7524360" cy="533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2320" b="1" u="none">
                <a:solidFill>
                  <a:srgbClr val="FF0000"/>
                </a:solidFill>
                <a:latin typeface="Arial"/>
                <a:ea typeface="Arial"/>
                <a:cs typeface="Arial"/>
              </a:rPr>
              <a:t>What are the data shape and scope?</a:t>
            </a:r>
          </a:p>
        </p:txBody>
      </p:sp>
      <p:sp>
        <p:nvSpPr>
          <p:cNvPr id="1451" name="s26-hub">
            <a:extLst>
              <a:ext uri="{FF2B5EF4-FFF2-40B4-BE49-F238E27FC236}">
                <a16:creationId xmlns:a16="http://schemas.microsoft.com/office/drawing/2014/main" id="{992DD5B7-EF98-444B-85E3-0E69C7D93F8A}"/>
              </a:ext>
            </a:extLst>
          </p:cNvPr>
          <p:cNvSpPr>
            <a:spLocks noGrp="1"/>
          </p:cNvSpPr>
          <p:nvPr/>
        </p:nvSpPr>
        <p:spPr>
          <a:xfrm>
            <a:off x="5695920" y="1933560"/>
            <a:ext cx="799920" cy="437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002855"/>
          </a:solidFill>
          <a:ln w="17145">
            <a:solidFill>
              <a:srgbClr val="012345"/>
            </a:solid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1" u="none">
                <a:solidFill>
                  <a:srgbClr val="FFFFFF"/>
                </a:solidFill>
                <a:latin typeface="Courier New"/>
                <a:ea typeface="Courier New"/>
                <a:cs typeface="Courier New"/>
              </a:rPr>
              <a:t>route</a:t>
            </a:r>
          </a:p>
        </p:txBody>
      </p:sp>
      <p:sp>
        <p:nvSpPr>
          <p:cNvPr id="1452" name="s26-range">
            <a:extLst>
              <a:ext uri="{FF2B5EF4-FFF2-40B4-BE49-F238E27FC236}">
                <a16:creationId xmlns:a16="http://schemas.microsoft.com/office/drawing/2014/main" id="{24D4F2BF-5D4C-4158-81EC-A2A09A8A8216}"/>
              </a:ext>
            </a:extLst>
          </p:cNvPr>
          <p:cNvSpPr>
            <a:spLocks noGrp="1"/>
          </p:cNvSpPr>
          <p:nvPr/>
        </p:nvSpPr>
        <p:spPr>
          <a:xfrm>
            <a:off x="762120" y="3143160"/>
            <a:ext cx="2238120" cy="999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19050">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53" name="s26-range-cells-0">
            <a:extLst>
              <a:ext uri="{FF2B5EF4-FFF2-40B4-BE49-F238E27FC236}">
                <a16:creationId xmlns:a16="http://schemas.microsoft.com/office/drawing/2014/main" id="{7592E271-FED8-4A87-BC75-8263D484169F}"/>
              </a:ext>
            </a:extLst>
          </p:cNvPr>
          <p:cNvSpPr>
            <a:spLocks noGrp="1"/>
          </p:cNvSpPr>
          <p:nvPr/>
        </p:nvSpPr>
        <p:spPr>
          <a:xfrm>
            <a:off x="1052640" y="3314880"/>
            <a:ext cx="228240" cy="266400"/>
          </a:xfrm>
          <a:prstGeom prst="rect">
            <a:avLst/>
          </a:prstGeom>
          <a:solidFill>
            <a:srgbClr val="33CCCC"/>
          </a:solidFill>
          <a:ln w="12383">
            <a:solidFill>
              <a:srgbClr val="0353A4"/>
            </a:solidFill>
          </a:ln>
        </p:spPr>
        <p:style>
          <a:lnRef idx="0">
            <a:scrgbClr r="0" g="0" b="0"/>
          </a:lnRef>
          <a:fillRef idx="0">
            <a:scrgbClr r="0" g="0" b="0"/>
          </a:fillRef>
          <a:effectRef idx="0">
            <a:scrgbClr r="0" g="0" b="0"/>
          </a:effectRef>
          <a:fontRef idx="minor"/>
        </p:style>
        <p:txBody>
          <a:bodyPr lIns="9360" tIns="0" rIns="9360" bIns="0" anchor="ctr">
            <a:normAutofit/>
          </a:bodyPr>
          <a:lstStyle/>
          <a:p>
            <a:pPr algn="ctr">
              <a:lnSpc>
                <a:spcPct val="100000"/>
              </a:lnSpc>
              <a:buNone/>
            </a:pPr>
            <a:r>
              <a:rPr sz="1200" b="0" u="none">
                <a:solidFill>
                  <a:srgbClr val="001233"/>
                </a:solidFill>
                <a:latin typeface="Courier New"/>
                <a:ea typeface="Courier New"/>
                <a:cs typeface="Courier New"/>
              </a:rPr>
              <a:t>1</a:t>
            </a:r>
          </a:p>
        </p:txBody>
      </p:sp>
      <p:sp>
        <p:nvSpPr>
          <p:cNvPr id="1454" name="s26-range-cells-1">
            <a:extLst>
              <a:ext uri="{FF2B5EF4-FFF2-40B4-BE49-F238E27FC236}">
                <a16:creationId xmlns:a16="http://schemas.microsoft.com/office/drawing/2014/main" id="{EBECD25B-F622-4A28-B644-94B30CDC02A6}"/>
              </a:ext>
            </a:extLst>
          </p:cNvPr>
          <p:cNvSpPr>
            <a:spLocks noGrp="1"/>
          </p:cNvSpPr>
          <p:nvPr/>
        </p:nvSpPr>
        <p:spPr>
          <a:xfrm>
            <a:off x="1338120" y="3314880"/>
            <a:ext cx="228240" cy="266400"/>
          </a:xfrm>
          <a:prstGeom prst="rect">
            <a:avLst/>
          </a:prstGeom>
          <a:solidFill>
            <a:srgbClr val="33CCCC"/>
          </a:solidFill>
          <a:ln w="12383">
            <a:solidFill>
              <a:srgbClr val="0353A4"/>
            </a:solidFill>
          </a:ln>
        </p:spPr>
        <p:style>
          <a:lnRef idx="0">
            <a:scrgbClr r="0" g="0" b="0"/>
          </a:lnRef>
          <a:fillRef idx="0">
            <a:scrgbClr r="0" g="0" b="0"/>
          </a:fillRef>
          <a:effectRef idx="0">
            <a:scrgbClr r="0" g="0" b="0"/>
          </a:effectRef>
          <a:fontRef idx="minor"/>
        </p:style>
        <p:txBody>
          <a:bodyPr lIns="9360" tIns="0" rIns="9360" bIns="0" anchor="ctr">
            <a:normAutofit/>
          </a:bodyPr>
          <a:lstStyle/>
          <a:p>
            <a:pPr algn="ctr">
              <a:lnSpc>
                <a:spcPct val="100000"/>
              </a:lnSpc>
              <a:buNone/>
            </a:pPr>
            <a:r>
              <a:rPr sz="1200" b="0" u="none">
                <a:solidFill>
                  <a:srgbClr val="001233"/>
                </a:solidFill>
                <a:latin typeface="Courier New"/>
                <a:ea typeface="Courier New"/>
                <a:cs typeface="Courier New"/>
              </a:rPr>
              <a:t>2</a:t>
            </a:r>
          </a:p>
        </p:txBody>
      </p:sp>
      <p:sp>
        <p:nvSpPr>
          <p:cNvPr id="1455" name="s26-range-cells-2">
            <a:extLst>
              <a:ext uri="{FF2B5EF4-FFF2-40B4-BE49-F238E27FC236}">
                <a16:creationId xmlns:a16="http://schemas.microsoft.com/office/drawing/2014/main" id="{486FB92B-06D5-476B-A205-41A477B783DB}"/>
              </a:ext>
            </a:extLst>
          </p:cNvPr>
          <p:cNvSpPr>
            <a:spLocks noGrp="1"/>
          </p:cNvSpPr>
          <p:nvPr/>
        </p:nvSpPr>
        <p:spPr>
          <a:xfrm>
            <a:off x="1623960" y="3314880"/>
            <a:ext cx="228240" cy="266400"/>
          </a:xfrm>
          <a:prstGeom prst="rect">
            <a:avLst/>
          </a:prstGeom>
          <a:solidFill>
            <a:srgbClr val="33CCCC"/>
          </a:solidFill>
          <a:ln w="12383">
            <a:solidFill>
              <a:srgbClr val="0353A4"/>
            </a:solidFill>
          </a:ln>
        </p:spPr>
        <p:style>
          <a:lnRef idx="0">
            <a:scrgbClr r="0" g="0" b="0"/>
          </a:lnRef>
          <a:fillRef idx="0">
            <a:scrgbClr r="0" g="0" b="0"/>
          </a:fillRef>
          <a:effectRef idx="0">
            <a:scrgbClr r="0" g="0" b="0"/>
          </a:effectRef>
          <a:fontRef idx="minor"/>
        </p:style>
        <p:txBody>
          <a:bodyPr lIns="9360" tIns="0" rIns="9360" bIns="0" anchor="ctr">
            <a:normAutofit/>
          </a:bodyPr>
          <a:lstStyle/>
          <a:p>
            <a:pPr algn="ctr">
              <a:lnSpc>
                <a:spcPct val="100000"/>
              </a:lnSpc>
              <a:buNone/>
            </a:pPr>
            <a:r>
              <a:rPr sz="1200" b="0" u="none">
                <a:solidFill>
                  <a:srgbClr val="001233"/>
                </a:solidFill>
                <a:latin typeface="Courier New"/>
                <a:ea typeface="Courier New"/>
                <a:cs typeface="Courier New"/>
              </a:rPr>
              <a:t>3</a:t>
            </a:r>
          </a:p>
        </p:txBody>
      </p:sp>
      <p:sp>
        <p:nvSpPr>
          <p:cNvPr id="1456" name="s26-range-cells-3">
            <a:extLst>
              <a:ext uri="{FF2B5EF4-FFF2-40B4-BE49-F238E27FC236}">
                <a16:creationId xmlns:a16="http://schemas.microsoft.com/office/drawing/2014/main" id="{930F5BAA-07A4-41C5-8D88-F9A32DE5B5A6}"/>
              </a:ext>
            </a:extLst>
          </p:cNvPr>
          <p:cNvSpPr>
            <a:spLocks noGrp="1"/>
          </p:cNvSpPr>
          <p:nvPr/>
        </p:nvSpPr>
        <p:spPr>
          <a:xfrm>
            <a:off x="1909800" y="3314880"/>
            <a:ext cx="228240" cy="266400"/>
          </a:xfrm>
          <a:prstGeom prst="rect">
            <a:avLst/>
          </a:prstGeom>
          <a:solidFill>
            <a:srgbClr val="33CCCC"/>
          </a:solidFill>
          <a:ln w="12383">
            <a:solidFill>
              <a:srgbClr val="0353A4"/>
            </a:solidFill>
          </a:ln>
        </p:spPr>
        <p:style>
          <a:lnRef idx="0">
            <a:scrgbClr r="0" g="0" b="0"/>
          </a:lnRef>
          <a:fillRef idx="0">
            <a:scrgbClr r="0" g="0" b="0"/>
          </a:fillRef>
          <a:effectRef idx="0">
            <a:scrgbClr r="0" g="0" b="0"/>
          </a:effectRef>
          <a:fontRef idx="minor"/>
        </p:style>
        <p:txBody>
          <a:bodyPr lIns="9360" tIns="0" rIns="9360" bIns="0" anchor="ctr">
            <a:normAutofit/>
          </a:bodyPr>
          <a:lstStyle/>
          <a:p>
            <a:pPr algn="ctr">
              <a:lnSpc>
                <a:spcPct val="100000"/>
              </a:lnSpc>
              <a:buNone/>
            </a:pPr>
            <a:r>
              <a:rPr sz="1200" b="0" u="none">
                <a:solidFill>
                  <a:srgbClr val="001233"/>
                </a:solidFill>
                <a:latin typeface="Courier New"/>
                <a:ea typeface="Courier New"/>
                <a:cs typeface="Courier New"/>
              </a:rPr>
              <a:t>4</a:t>
            </a:r>
          </a:p>
        </p:txBody>
      </p:sp>
      <p:sp>
        <p:nvSpPr>
          <p:cNvPr id="1457" name="s26-range-cells-4">
            <a:extLst>
              <a:ext uri="{FF2B5EF4-FFF2-40B4-BE49-F238E27FC236}">
                <a16:creationId xmlns:a16="http://schemas.microsoft.com/office/drawing/2014/main" id="{2F7B66DB-B588-4E72-B3E4-A3522C2EB2B0}"/>
              </a:ext>
            </a:extLst>
          </p:cNvPr>
          <p:cNvSpPr>
            <a:spLocks noGrp="1"/>
          </p:cNvSpPr>
          <p:nvPr/>
        </p:nvSpPr>
        <p:spPr>
          <a:xfrm>
            <a:off x="2195640" y="3314880"/>
            <a:ext cx="228240" cy="266400"/>
          </a:xfrm>
          <a:prstGeom prst="rect">
            <a:avLst/>
          </a:prstGeom>
          <a:solidFill>
            <a:srgbClr val="33CCCC"/>
          </a:solidFill>
          <a:ln w="12383">
            <a:solidFill>
              <a:srgbClr val="0353A4"/>
            </a:solidFill>
          </a:ln>
        </p:spPr>
        <p:style>
          <a:lnRef idx="0">
            <a:scrgbClr r="0" g="0" b="0"/>
          </a:lnRef>
          <a:fillRef idx="0">
            <a:scrgbClr r="0" g="0" b="0"/>
          </a:fillRef>
          <a:effectRef idx="0">
            <a:scrgbClr r="0" g="0" b="0"/>
          </a:effectRef>
          <a:fontRef idx="minor"/>
        </p:style>
        <p:txBody>
          <a:bodyPr lIns="9360" tIns="0" rIns="9360" bIns="0" anchor="ctr">
            <a:normAutofit/>
          </a:bodyPr>
          <a:lstStyle/>
          <a:p>
            <a:pPr algn="ctr">
              <a:lnSpc>
                <a:spcPct val="100000"/>
              </a:lnSpc>
              <a:buNone/>
            </a:pPr>
            <a:r>
              <a:rPr sz="1200" b="0" u="none">
                <a:solidFill>
                  <a:srgbClr val="001233"/>
                </a:solidFill>
                <a:latin typeface="Courier New"/>
                <a:ea typeface="Courier New"/>
                <a:cs typeface="Courier New"/>
              </a:rPr>
              <a:t>5</a:t>
            </a:r>
          </a:p>
        </p:txBody>
      </p:sp>
      <p:sp>
        <p:nvSpPr>
          <p:cNvPr id="1458" name="s26-range-cells-5">
            <a:extLst>
              <a:ext uri="{FF2B5EF4-FFF2-40B4-BE49-F238E27FC236}">
                <a16:creationId xmlns:a16="http://schemas.microsoft.com/office/drawing/2014/main" id="{4353A96B-4199-4452-8601-B346BCCBDF70}"/>
              </a:ext>
            </a:extLst>
          </p:cNvPr>
          <p:cNvSpPr>
            <a:spLocks noGrp="1"/>
          </p:cNvSpPr>
          <p:nvPr/>
        </p:nvSpPr>
        <p:spPr>
          <a:xfrm>
            <a:off x="2481120" y="3314880"/>
            <a:ext cx="228240" cy="266400"/>
          </a:xfrm>
          <a:prstGeom prst="rect">
            <a:avLst/>
          </a:prstGeom>
          <a:solidFill>
            <a:srgbClr val="33CCCC"/>
          </a:solidFill>
          <a:ln w="12383">
            <a:solidFill>
              <a:srgbClr val="0353A4"/>
            </a:solidFill>
          </a:ln>
        </p:spPr>
        <p:style>
          <a:lnRef idx="0">
            <a:scrgbClr r="0" g="0" b="0"/>
          </a:lnRef>
          <a:fillRef idx="0">
            <a:scrgbClr r="0" g="0" b="0"/>
          </a:fillRef>
          <a:effectRef idx="0">
            <a:scrgbClr r="0" g="0" b="0"/>
          </a:effectRef>
          <a:fontRef idx="minor"/>
        </p:style>
        <p:txBody>
          <a:bodyPr lIns="9360" tIns="0" rIns="9360" bIns="0" anchor="ctr">
            <a:normAutofit/>
          </a:bodyPr>
          <a:lstStyle/>
          <a:p>
            <a:pPr algn="ctr">
              <a:lnSpc>
                <a:spcPct val="100000"/>
              </a:lnSpc>
              <a:buNone/>
            </a:pPr>
            <a:r>
              <a:rPr sz="1200" b="0" u="none">
                <a:solidFill>
                  <a:srgbClr val="001233"/>
                </a:solidFill>
                <a:latin typeface="Courier New"/>
                <a:ea typeface="Courier New"/>
                <a:cs typeface="Courier New"/>
              </a:rPr>
              <a:t>6</a:t>
            </a:r>
          </a:p>
        </p:txBody>
      </p:sp>
      <p:sp>
        <p:nvSpPr>
          <p:cNvPr id="1459" name="s26-range-tool">
            <a:extLst>
              <a:ext uri="{FF2B5EF4-FFF2-40B4-BE49-F238E27FC236}">
                <a16:creationId xmlns:a16="http://schemas.microsoft.com/office/drawing/2014/main" id="{8C7D01FC-8F7E-468E-8F0E-8223FEA2A8DA}"/>
              </a:ext>
            </a:extLst>
          </p:cNvPr>
          <p:cNvSpPr>
            <a:spLocks noGrp="1"/>
          </p:cNvSpPr>
          <p:nvPr/>
        </p:nvSpPr>
        <p:spPr>
          <a:xfrm>
            <a:off x="905040" y="3619440"/>
            <a:ext cx="1952280" cy="4568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1" u="none">
                <a:solidFill>
                  <a:srgbClr val="001233"/>
                </a:solidFill>
                <a:latin typeface="Courier New"/>
                <a:ea typeface="Courier New"/>
                <a:cs typeface="Courier New"/>
              </a:rPr>
              <a:t>range reduce / scan</a:t>
            </a:r>
          </a:p>
          <a:p>
            <a:pPr algn="ctr">
              <a:lnSpc>
                <a:spcPct val="100000"/>
              </a:lnSpc>
              <a:buNone/>
            </a:pPr>
            <a:r>
              <a:rPr sz="1200" b="1" u="none">
                <a:solidFill>
                  <a:srgbClr val="001233"/>
                </a:solidFill>
                <a:latin typeface="Courier New"/>
                <a:ea typeface="Courier New"/>
                <a:cs typeface="Courier New"/>
              </a:rPr>
              <a:t>Thrust or CUB Device</a:t>
            </a:r>
          </a:p>
        </p:txBody>
      </p:sp>
      <p:sp>
        <p:nvSpPr>
          <p:cNvPr id="1460" name="s26-matrix">
            <a:extLst>
              <a:ext uri="{FF2B5EF4-FFF2-40B4-BE49-F238E27FC236}">
                <a16:creationId xmlns:a16="http://schemas.microsoft.com/office/drawing/2014/main" id="{967F76F1-3646-4561-BAC6-F3A706A2E0BA}"/>
              </a:ext>
            </a:extLst>
          </p:cNvPr>
          <p:cNvSpPr>
            <a:spLocks noGrp="1"/>
          </p:cNvSpPr>
          <p:nvPr/>
        </p:nvSpPr>
        <p:spPr>
          <a:xfrm>
            <a:off x="3571920" y="3143160"/>
            <a:ext cx="2238120" cy="999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19050">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61" name="s26-mat-a-0-0">
            <a:extLst>
              <a:ext uri="{FF2B5EF4-FFF2-40B4-BE49-F238E27FC236}">
                <a16:creationId xmlns:a16="http://schemas.microsoft.com/office/drawing/2014/main" id="{342E402B-BE60-4F64-8362-18C010105519}"/>
              </a:ext>
            </a:extLst>
          </p:cNvPr>
          <p:cNvSpPr>
            <a:spLocks noGrp="1"/>
          </p:cNvSpPr>
          <p:nvPr/>
        </p:nvSpPr>
        <p:spPr>
          <a:xfrm>
            <a:off x="3857760" y="3333600"/>
            <a:ext cx="114120" cy="11412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62" name="s26-mat-a-0-1">
            <a:extLst>
              <a:ext uri="{FF2B5EF4-FFF2-40B4-BE49-F238E27FC236}">
                <a16:creationId xmlns:a16="http://schemas.microsoft.com/office/drawing/2014/main" id="{B969C296-5810-4810-A80C-34A390894199}"/>
              </a:ext>
            </a:extLst>
          </p:cNvPr>
          <p:cNvSpPr>
            <a:spLocks noGrp="1"/>
          </p:cNvSpPr>
          <p:nvPr/>
        </p:nvSpPr>
        <p:spPr>
          <a:xfrm>
            <a:off x="3990960" y="3333600"/>
            <a:ext cx="114120" cy="11412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63" name="s26-mat-a-0-2">
            <a:extLst>
              <a:ext uri="{FF2B5EF4-FFF2-40B4-BE49-F238E27FC236}">
                <a16:creationId xmlns:a16="http://schemas.microsoft.com/office/drawing/2014/main" id="{5E02F477-1BC8-46F5-8308-8B53798A79B2}"/>
              </a:ext>
            </a:extLst>
          </p:cNvPr>
          <p:cNvSpPr>
            <a:spLocks noGrp="1"/>
          </p:cNvSpPr>
          <p:nvPr/>
        </p:nvSpPr>
        <p:spPr>
          <a:xfrm>
            <a:off x="4124160" y="3333600"/>
            <a:ext cx="114120" cy="11412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64" name="s26-mat-a-1-0">
            <a:extLst>
              <a:ext uri="{FF2B5EF4-FFF2-40B4-BE49-F238E27FC236}">
                <a16:creationId xmlns:a16="http://schemas.microsoft.com/office/drawing/2014/main" id="{1ACEF4F8-FF78-4269-AA78-8EF1B92FE249}"/>
              </a:ext>
            </a:extLst>
          </p:cNvPr>
          <p:cNvSpPr>
            <a:spLocks noGrp="1"/>
          </p:cNvSpPr>
          <p:nvPr/>
        </p:nvSpPr>
        <p:spPr>
          <a:xfrm>
            <a:off x="3857760" y="3467160"/>
            <a:ext cx="114120" cy="11412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65" name="s26-mat-a-1-1">
            <a:extLst>
              <a:ext uri="{FF2B5EF4-FFF2-40B4-BE49-F238E27FC236}">
                <a16:creationId xmlns:a16="http://schemas.microsoft.com/office/drawing/2014/main" id="{48D63689-5CB9-43C5-AF04-4736ED599552}"/>
              </a:ext>
            </a:extLst>
          </p:cNvPr>
          <p:cNvSpPr>
            <a:spLocks noGrp="1"/>
          </p:cNvSpPr>
          <p:nvPr/>
        </p:nvSpPr>
        <p:spPr>
          <a:xfrm>
            <a:off x="3990960" y="3467160"/>
            <a:ext cx="114120" cy="11412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66" name="s26-mat-a-1-2">
            <a:extLst>
              <a:ext uri="{FF2B5EF4-FFF2-40B4-BE49-F238E27FC236}">
                <a16:creationId xmlns:a16="http://schemas.microsoft.com/office/drawing/2014/main" id="{40C1B167-400D-4374-B02E-C054BA82552B}"/>
              </a:ext>
            </a:extLst>
          </p:cNvPr>
          <p:cNvSpPr>
            <a:spLocks noGrp="1"/>
          </p:cNvSpPr>
          <p:nvPr/>
        </p:nvSpPr>
        <p:spPr>
          <a:xfrm>
            <a:off x="4124160" y="3467160"/>
            <a:ext cx="114120" cy="11412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67" name="s26-mat-a-2-0">
            <a:extLst>
              <a:ext uri="{FF2B5EF4-FFF2-40B4-BE49-F238E27FC236}">
                <a16:creationId xmlns:a16="http://schemas.microsoft.com/office/drawing/2014/main" id="{49719C4D-6B43-4B3A-98F3-D72B13545DF3}"/>
              </a:ext>
            </a:extLst>
          </p:cNvPr>
          <p:cNvSpPr>
            <a:spLocks noGrp="1"/>
          </p:cNvSpPr>
          <p:nvPr/>
        </p:nvSpPr>
        <p:spPr>
          <a:xfrm>
            <a:off x="3857760" y="3600360"/>
            <a:ext cx="114120" cy="11412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68" name="s26-mat-a-2-1">
            <a:extLst>
              <a:ext uri="{FF2B5EF4-FFF2-40B4-BE49-F238E27FC236}">
                <a16:creationId xmlns:a16="http://schemas.microsoft.com/office/drawing/2014/main" id="{0F28242C-6798-4405-B1C0-09497397D816}"/>
              </a:ext>
            </a:extLst>
          </p:cNvPr>
          <p:cNvSpPr>
            <a:spLocks noGrp="1"/>
          </p:cNvSpPr>
          <p:nvPr/>
        </p:nvSpPr>
        <p:spPr>
          <a:xfrm>
            <a:off x="3990960" y="3600360"/>
            <a:ext cx="114120" cy="11412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69" name="s26-mat-a-2-2">
            <a:extLst>
              <a:ext uri="{FF2B5EF4-FFF2-40B4-BE49-F238E27FC236}">
                <a16:creationId xmlns:a16="http://schemas.microsoft.com/office/drawing/2014/main" id="{EA4EDABB-3D73-4FE4-A888-339475F61557}"/>
              </a:ext>
            </a:extLst>
          </p:cNvPr>
          <p:cNvSpPr>
            <a:spLocks noGrp="1"/>
          </p:cNvSpPr>
          <p:nvPr/>
        </p:nvSpPr>
        <p:spPr>
          <a:xfrm>
            <a:off x="4124160" y="3600360"/>
            <a:ext cx="114120" cy="11412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70" name="s26-mat-b-0-0">
            <a:extLst>
              <a:ext uri="{FF2B5EF4-FFF2-40B4-BE49-F238E27FC236}">
                <a16:creationId xmlns:a16="http://schemas.microsoft.com/office/drawing/2014/main" id="{E8A3CC6C-7EB1-4DE2-B1FD-DA742884B153}"/>
              </a:ext>
            </a:extLst>
          </p:cNvPr>
          <p:cNvSpPr>
            <a:spLocks noGrp="1"/>
          </p:cNvSpPr>
          <p:nvPr/>
        </p:nvSpPr>
        <p:spPr>
          <a:xfrm>
            <a:off x="4476600" y="3333600"/>
            <a:ext cx="114120" cy="11412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71" name="s26-mat-b-0-1">
            <a:extLst>
              <a:ext uri="{FF2B5EF4-FFF2-40B4-BE49-F238E27FC236}">
                <a16:creationId xmlns:a16="http://schemas.microsoft.com/office/drawing/2014/main" id="{196AA661-1BA0-47E5-A837-0DB2B52F7F53}"/>
              </a:ext>
            </a:extLst>
          </p:cNvPr>
          <p:cNvSpPr>
            <a:spLocks noGrp="1"/>
          </p:cNvSpPr>
          <p:nvPr/>
        </p:nvSpPr>
        <p:spPr>
          <a:xfrm>
            <a:off x="4610160" y="3333600"/>
            <a:ext cx="114120" cy="11412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72" name="s26-mat-b-0-2">
            <a:extLst>
              <a:ext uri="{FF2B5EF4-FFF2-40B4-BE49-F238E27FC236}">
                <a16:creationId xmlns:a16="http://schemas.microsoft.com/office/drawing/2014/main" id="{5ADE07CF-03DC-4B7A-8BE4-C0E3DC76023E}"/>
              </a:ext>
            </a:extLst>
          </p:cNvPr>
          <p:cNvSpPr>
            <a:spLocks noGrp="1"/>
          </p:cNvSpPr>
          <p:nvPr/>
        </p:nvSpPr>
        <p:spPr>
          <a:xfrm>
            <a:off x="4743360" y="3333600"/>
            <a:ext cx="114120" cy="11412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73" name="s26-mat-b-1-0">
            <a:extLst>
              <a:ext uri="{FF2B5EF4-FFF2-40B4-BE49-F238E27FC236}">
                <a16:creationId xmlns:a16="http://schemas.microsoft.com/office/drawing/2014/main" id="{A0E0A91E-3CCB-4B34-BD14-22571671CCB0}"/>
              </a:ext>
            </a:extLst>
          </p:cNvPr>
          <p:cNvSpPr>
            <a:spLocks noGrp="1"/>
          </p:cNvSpPr>
          <p:nvPr/>
        </p:nvSpPr>
        <p:spPr>
          <a:xfrm>
            <a:off x="4476600" y="3467160"/>
            <a:ext cx="114120" cy="11412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74" name="s26-mat-b-1-1">
            <a:extLst>
              <a:ext uri="{FF2B5EF4-FFF2-40B4-BE49-F238E27FC236}">
                <a16:creationId xmlns:a16="http://schemas.microsoft.com/office/drawing/2014/main" id="{40BE23D0-0E52-4732-ACF6-78CEDECE79FC}"/>
              </a:ext>
            </a:extLst>
          </p:cNvPr>
          <p:cNvSpPr>
            <a:spLocks noGrp="1"/>
          </p:cNvSpPr>
          <p:nvPr/>
        </p:nvSpPr>
        <p:spPr>
          <a:xfrm>
            <a:off x="4610160" y="3467160"/>
            <a:ext cx="114120" cy="11412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75" name="s26-mat-b-1-2">
            <a:extLst>
              <a:ext uri="{FF2B5EF4-FFF2-40B4-BE49-F238E27FC236}">
                <a16:creationId xmlns:a16="http://schemas.microsoft.com/office/drawing/2014/main" id="{51271487-0D09-4F91-9B3D-282797D16A6C}"/>
              </a:ext>
            </a:extLst>
          </p:cNvPr>
          <p:cNvSpPr>
            <a:spLocks noGrp="1"/>
          </p:cNvSpPr>
          <p:nvPr/>
        </p:nvSpPr>
        <p:spPr>
          <a:xfrm>
            <a:off x="4743360" y="3467160"/>
            <a:ext cx="114120" cy="11412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76" name="s26-mat-b-2-0">
            <a:extLst>
              <a:ext uri="{FF2B5EF4-FFF2-40B4-BE49-F238E27FC236}">
                <a16:creationId xmlns:a16="http://schemas.microsoft.com/office/drawing/2014/main" id="{EAAB41D8-E873-402A-A596-ECF890C951EF}"/>
              </a:ext>
            </a:extLst>
          </p:cNvPr>
          <p:cNvSpPr>
            <a:spLocks noGrp="1"/>
          </p:cNvSpPr>
          <p:nvPr/>
        </p:nvSpPr>
        <p:spPr>
          <a:xfrm>
            <a:off x="4476600" y="3600360"/>
            <a:ext cx="114120" cy="11412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77" name="s26-mat-b-2-1">
            <a:extLst>
              <a:ext uri="{FF2B5EF4-FFF2-40B4-BE49-F238E27FC236}">
                <a16:creationId xmlns:a16="http://schemas.microsoft.com/office/drawing/2014/main" id="{D589BA90-B7D7-4A98-BBF1-551F6544D3B0}"/>
              </a:ext>
            </a:extLst>
          </p:cNvPr>
          <p:cNvSpPr>
            <a:spLocks noGrp="1"/>
          </p:cNvSpPr>
          <p:nvPr/>
        </p:nvSpPr>
        <p:spPr>
          <a:xfrm>
            <a:off x="4610160" y="3600360"/>
            <a:ext cx="114120" cy="11412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78" name="s26-mat-b-2-2">
            <a:extLst>
              <a:ext uri="{FF2B5EF4-FFF2-40B4-BE49-F238E27FC236}">
                <a16:creationId xmlns:a16="http://schemas.microsoft.com/office/drawing/2014/main" id="{646A4D8F-FCCA-40AD-B2EF-57CC09834CF9}"/>
              </a:ext>
            </a:extLst>
          </p:cNvPr>
          <p:cNvSpPr>
            <a:spLocks noGrp="1"/>
          </p:cNvSpPr>
          <p:nvPr/>
        </p:nvSpPr>
        <p:spPr>
          <a:xfrm>
            <a:off x="4743360" y="3600360"/>
            <a:ext cx="114120" cy="114120"/>
          </a:xfrm>
          <a:prstGeom prst="rect">
            <a:avLst/>
          </a:prstGeom>
          <a:solidFill>
            <a:srgbClr val="BCDCFE"/>
          </a:solidFill>
          <a:ln w="9525">
            <a:solidFill>
              <a:srgbClr val="0353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79" name="s26-matrix-tool">
            <a:extLst>
              <a:ext uri="{FF2B5EF4-FFF2-40B4-BE49-F238E27FC236}">
                <a16:creationId xmlns:a16="http://schemas.microsoft.com/office/drawing/2014/main" id="{5139DF3D-1386-466B-B83B-8C6D0D7F5891}"/>
              </a:ext>
            </a:extLst>
          </p:cNvPr>
          <p:cNvSpPr>
            <a:spLocks noGrp="1"/>
          </p:cNvSpPr>
          <p:nvPr/>
        </p:nvSpPr>
        <p:spPr>
          <a:xfrm>
            <a:off x="3714840" y="3619440"/>
            <a:ext cx="1952280" cy="4568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1" u="none">
                <a:solidFill>
                  <a:srgbClr val="001233"/>
                </a:solidFill>
                <a:latin typeface="Courier New"/>
                <a:ea typeface="Courier New"/>
                <a:cs typeface="Courier New"/>
              </a:rPr>
              <a:t>dense GEMM</a:t>
            </a:r>
          </a:p>
          <a:p>
            <a:pPr algn="ctr">
              <a:lnSpc>
                <a:spcPct val="100000"/>
              </a:lnSpc>
              <a:buNone/>
            </a:pPr>
            <a:r>
              <a:rPr sz="1200" b="1" u="none">
                <a:solidFill>
                  <a:srgbClr val="001233"/>
                </a:solidFill>
                <a:latin typeface="Courier New"/>
                <a:ea typeface="Courier New"/>
                <a:cs typeface="Courier New"/>
              </a:rPr>
              <a:t>cuBLAS / cuBLASLt</a:t>
            </a:r>
          </a:p>
        </p:txBody>
      </p:sp>
      <p:sp>
        <p:nvSpPr>
          <p:cNvPr id="1480" name="s26-graph">
            <a:extLst>
              <a:ext uri="{FF2B5EF4-FFF2-40B4-BE49-F238E27FC236}">
                <a16:creationId xmlns:a16="http://schemas.microsoft.com/office/drawing/2014/main" id="{3F13A09B-18D9-4394-83A0-C171EC13ECD8}"/>
              </a:ext>
            </a:extLst>
          </p:cNvPr>
          <p:cNvSpPr>
            <a:spLocks noGrp="1"/>
          </p:cNvSpPr>
          <p:nvPr/>
        </p:nvSpPr>
        <p:spPr>
          <a:xfrm>
            <a:off x="6381720" y="3143160"/>
            <a:ext cx="2238120" cy="999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19050">
            <a:solidFill>
              <a:srgbClr val="6666FF"/>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81" name="s26-g1">
            <a:extLst>
              <a:ext uri="{FF2B5EF4-FFF2-40B4-BE49-F238E27FC236}">
                <a16:creationId xmlns:a16="http://schemas.microsoft.com/office/drawing/2014/main" id="{ED3C473A-64C7-497A-B191-912E5C79E0B0}"/>
              </a:ext>
            </a:extLst>
          </p:cNvPr>
          <p:cNvSpPr>
            <a:spLocks noGrp="1"/>
          </p:cNvSpPr>
          <p:nvPr/>
        </p:nvSpPr>
        <p:spPr>
          <a:xfrm>
            <a:off x="6572160" y="3314880"/>
            <a:ext cx="495000" cy="275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3335">
            <a:solidFill>
              <a:srgbClr val="6666FF"/>
            </a:solidFill>
          </a:ln>
        </p:spPr>
        <p:style>
          <a:lnRef idx="0">
            <a:scrgbClr r="0" g="0" b="0"/>
          </a:lnRef>
          <a:fillRef idx="0">
            <a:scrgbClr r="0" g="0" b="0"/>
          </a:fillRef>
          <a:effectRef idx="0">
            <a:scrgbClr r="0" g="0" b="0"/>
          </a:effectRef>
          <a:fontRef idx="minor"/>
        </p:style>
        <p:txBody>
          <a:bodyPr lIns="9360" tIns="0" rIns="9360" bIns="0" anchor="ctr">
            <a:normAutofit/>
          </a:bodyPr>
          <a:lstStyle/>
          <a:p>
            <a:pPr algn="ctr">
              <a:lnSpc>
                <a:spcPct val="100000"/>
              </a:lnSpc>
              <a:buNone/>
            </a:pPr>
            <a:r>
              <a:rPr sz="1200" b="1" u="none">
                <a:solidFill>
                  <a:srgbClr val="001233"/>
                </a:solidFill>
                <a:latin typeface="Arial"/>
                <a:ea typeface="Arial"/>
                <a:cs typeface="Arial"/>
              </a:rPr>
              <a:t>conv</a:t>
            </a:r>
          </a:p>
        </p:txBody>
      </p:sp>
      <p:sp>
        <p:nvSpPr>
          <p:cNvPr id="1482" name="s26-g2">
            <a:extLst>
              <a:ext uri="{FF2B5EF4-FFF2-40B4-BE49-F238E27FC236}">
                <a16:creationId xmlns:a16="http://schemas.microsoft.com/office/drawing/2014/main" id="{BC716771-93BB-41AE-9CA8-6FC2516C4EA5}"/>
              </a:ext>
            </a:extLst>
          </p:cNvPr>
          <p:cNvSpPr>
            <a:spLocks noGrp="1"/>
          </p:cNvSpPr>
          <p:nvPr/>
        </p:nvSpPr>
        <p:spPr>
          <a:xfrm>
            <a:off x="7191360" y="3314880"/>
            <a:ext cx="495000" cy="275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3335">
            <a:solidFill>
              <a:srgbClr val="6666FF"/>
            </a:solidFill>
          </a:ln>
        </p:spPr>
        <p:style>
          <a:lnRef idx="0">
            <a:scrgbClr r="0" g="0" b="0"/>
          </a:lnRef>
          <a:fillRef idx="0">
            <a:scrgbClr r="0" g="0" b="0"/>
          </a:fillRef>
          <a:effectRef idx="0">
            <a:scrgbClr r="0" g="0" b="0"/>
          </a:effectRef>
          <a:fontRef idx="minor"/>
        </p:style>
        <p:txBody>
          <a:bodyPr lIns="9360" tIns="0" rIns="9360" bIns="0" anchor="ctr">
            <a:normAutofit/>
          </a:bodyPr>
          <a:lstStyle/>
          <a:p>
            <a:pPr algn="ctr">
              <a:lnSpc>
                <a:spcPct val="100000"/>
              </a:lnSpc>
              <a:buNone/>
            </a:pPr>
            <a:r>
              <a:rPr sz="1200" b="1" u="none">
                <a:solidFill>
                  <a:srgbClr val="001233"/>
                </a:solidFill>
                <a:latin typeface="Arial"/>
                <a:ea typeface="Arial"/>
                <a:cs typeface="Arial"/>
              </a:rPr>
              <a:t>bias</a:t>
            </a:r>
          </a:p>
        </p:txBody>
      </p:sp>
      <p:sp>
        <p:nvSpPr>
          <p:cNvPr id="1483" name="s26-g3">
            <a:extLst>
              <a:ext uri="{FF2B5EF4-FFF2-40B4-BE49-F238E27FC236}">
                <a16:creationId xmlns:a16="http://schemas.microsoft.com/office/drawing/2014/main" id="{69996685-BA03-4074-BF09-7184DE622775}"/>
              </a:ext>
            </a:extLst>
          </p:cNvPr>
          <p:cNvSpPr>
            <a:spLocks noGrp="1"/>
          </p:cNvSpPr>
          <p:nvPr/>
        </p:nvSpPr>
        <p:spPr>
          <a:xfrm>
            <a:off x="7810560" y="3314880"/>
            <a:ext cx="552240" cy="27576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solidFill>
            <a:srgbClr val="E0E0FF"/>
          </a:solidFill>
          <a:ln w="13335">
            <a:solidFill>
              <a:srgbClr val="6666FF"/>
            </a:solidFill>
          </a:ln>
        </p:spPr>
        <p:style>
          <a:lnRef idx="0">
            <a:scrgbClr r="0" g="0" b="0"/>
          </a:lnRef>
          <a:fillRef idx="0">
            <a:scrgbClr r="0" g="0" b="0"/>
          </a:fillRef>
          <a:effectRef idx="0">
            <a:scrgbClr r="0" g="0" b="0"/>
          </a:effectRef>
          <a:fontRef idx="minor"/>
        </p:style>
        <p:txBody>
          <a:bodyPr lIns="9360" tIns="0" rIns="9360" bIns="0" anchor="ctr">
            <a:normAutofit/>
          </a:bodyPr>
          <a:lstStyle/>
          <a:p>
            <a:pPr algn="ctr">
              <a:lnSpc>
                <a:spcPct val="100000"/>
              </a:lnSpc>
              <a:buNone/>
            </a:pPr>
            <a:r>
              <a:rPr sz="1200" b="1" u="none">
                <a:solidFill>
                  <a:srgbClr val="001233"/>
                </a:solidFill>
                <a:latin typeface="Arial"/>
                <a:ea typeface="Arial"/>
                <a:cs typeface="Arial"/>
              </a:rPr>
              <a:t>act</a:t>
            </a:r>
          </a:p>
        </p:txBody>
      </p:sp>
      <p:cxnSp>
        <p:nvCxnSpPr>
          <p:cNvPr id="1533" name="s26-flow-s26-g1-s26-g2"/>
          <p:cNvCxnSpPr>
            <a:stCxn id="1481" idx="3"/>
            <a:endCxn id="1482" idx="1"/>
          </p:cNvCxnSpPr>
          <p:nvPr/>
        </p:nvCxnSpPr>
        <p:spPr>
          <a:xfrm>
            <a:off x="7067160" y="3452760"/>
            <a:ext cx="124560" cy="360"/>
          </a:xfrm>
          <a:prstGeom prst="straightConnector1">
            <a:avLst/>
          </a:prstGeom>
          <a:ln w="17145">
            <a:solidFill>
              <a:srgbClr val="6666FF"/>
            </a:solidFill>
            <a:round/>
            <a:tailEnd type="triangle" w="sm" len="sm"/>
          </a:ln>
        </p:spPr>
      </p:cxnSp>
      <p:cxnSp>
        <p:nvCxnSpPr>
          <p:cNvPr id="1534" name="s26-flow-s26-g2-s26-g3"/>
          <p:cNvCxnSpPr>
            <a:stCxn id="1482" idx="3"/>
            <a:endCxn id="1483" idx="1"/>
          </p:cNvCxnSpPr>
          <p:nvPr/>
        </p:nvCxnSpPr>
        <p:spPr>
          <a:xfrm>
            <a:off x="7686360" y="3452760"/>
            <a:ext cx="124560" cy="360"/>
          </a:xfrm>
          <a:prstGeom prst="straightConnector1">
            <a:avLst/>
          </a:prstGeom>
          <a:ln w="17145">
            <a:solidFill>
              <a:srgbClr val="6666FF"/>
            </a:solidFill>
            <a:round/>
            <a:tailEnd type="triangle" w="sm" len="sm"/>
          </a:ln>
        </p:spPr>
      </p:cxnSp>
      <p:sp>
        <p:nvSpPr>
          <p:cNvPr id="1486" name="s26-graph-tool">
            <a:extLst>
              <a:ext uri="{FF2B5EF4-FFF2-40B4-BE49-F238E27FC236}">
                <a16:creationId xmlns:a16="http://schemas.microsoft.com/office/drawing/2014/main" id="{9125BE27-7DD6-44E7-AE46-846B400CF066}"/>
              </a:ext>
            </a:extLst>
          </p:cNvPr>
          <p:cNvSpPr>
            <a:spLocks noGrp="1"/>
          </p:cNvSpPr>
          <p:nvPr/>
        </p:nvSpPr>
        <p:spPr>
          <a:xfrm>
            <a:off x="6524640" y="3619440"/>
            <a:ext cx="1952280" cy="4568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1" u="none">
                <a:solidFill>
                  <a:srgbClr val="001233"/>
                </a:solidFill>
                <a:latin typeface="Courier New"/>
                <a:ea typeface="Courier New"/>
                <a:cs typeface="Courier New"/>
              </a:rPr>
              <a:t>DNN operation graph</a:t>
            </a:r>
          </a:p>
          <a:p>
            <a:pPr algn="ctr">
              <a:lnSpc>
                <a:spcPct val="100000"/>
              </a:lnSpc>
              <a:buNone/>
            </a:pPr>
            <a:r>
              <a:rPr sz="1200" b="1" u="none">
                <a:solidFill>
                  <a:srgbClr val="001233"/>
                </a:solidFill>
                <a:latin typeface="Courier New"/>
                <a:ea typeface="Courier New"/>
                <a:cs typeface="Courier New"/>
              </a:rPr>
              <a:t>cuDNN</a:t>
            </a:r>
          </a:p>
        </p:txBody>
      </p:sp>
      <p:sp>
        <p:nvSpPr>
          <p:cNvPr id="1487" name="s26-custom">
            <a:extLst>
              <a:ext uri="{FF2B5EF4-FFF2-40B4-BE49-F238E27FC236}">
                <a16:creationId xmlns:a16="http://schemas.microsoft.com/office/drawing/2014/main" id="{786C22BB-70AD-481E-B119-6E3451D1F54B}"/>
              </a:ext>
            </a:extLst>
          </p:cNvPr>
          <p:cNvSpPr>
            <a:spLocks noGrp="1"/>
          </p:cNvSpPr>
          <p:nvPr/>
        </p:nvSpPr>
        <p:spPr>
          <a:xfrm>
            <a:off x="9191520" y="3143160"/>
            <a:ext cx="2238120" cy="999720"/>
          </a:xfrm>
          <a:custGeom>
            <a:avLst/>
            <a:gdLst/>
            <a:ahLst/>
            <a:cxnLst/>
            <a:rect l="l" t="t" r="r" b="b"/>
            <a:pathLst>
              <a:path w="4819313" h="1380757">
                <a:moveTo>
                  <a:pt x="0" y="0"/>
                </a:moveTo>
                <a:cubicBezTo>
                  <a:pt x="285953" y="33098"/>
                  <a:pt x="387102" y="-16605"/>
                  <a:pt x="688473" y="0"/>
                </a:cubicBezTo>
                <a:cubicBezTo>
                  <a:pt x="989844" y="16605"/>
                  <a:pt x="1102854" y="-5553"/>
                  <a:pt x="1280560" y="0"/>
                </a:cubicBezTo>
                <a:cubicBezTo>
                  <a:pt x="1458266" y="5553"/>
                  <a:pt x="1565368" y="-27160"/>
                  <a:pt x="1824454" y="0"/>
                </a:cubicBezTo>
                <a:cubicBezTo>
                  <a:pt x="2083540" y="27160"/>
                  <a:pt x="2186267" y="20804"/>
                  <a:pt x="2464734" y="0"/>
                </a:cubicBezTo>
                <a:cubicBezTo>
                  <a:pt x="2743201" y="-20804"/>
                  <a:pt x="2986924" y="-1149"/>
                  <a:pt x="3249594" y="0"/>
                </a:cubicBezTo>
                <a:cubicBezTo>
                  <a:pt x="3512264" y="1149"/>
                  <a:pt x="3735871" y="14068"/>
                  <a:pt x="4034453" y="0"/>
                </a:cubicBezTo>
                <a:cubicBezTo>
                  <a:pt x="4333035" y="-14068"/>
                  <a:pt x="4579747" y="2988"/>
                  <a:pt x="4819313" y="0"/>
                </a:cubicBezTo>
                <a:cubicBezTo>
                  <a:pt x="4797821" y="140358"/>
                  <a:pt x="4818393" y="431934"/>
                  <a:pt x="4819313" y="648956"/>
                </a:cubicBezTo>
                <a:cubicBezTo>
                  <a:pt x="4820233" y="865978"/>
                  <a:pt x="4827925" y="1049543"/>
                  <a:pt x="4819313" y="1380757"/>
                </a:cubicBezTo>
                <a:cubicBezTo>
                  <a:pt x="4574741" y="1404156"/>
                  <a:pt x="4292541" y="1419347"/>
                  <a:pt x="4034453" y="1380757"/>
                </a:cubicBezTo>
                <a:cubicBezTo>
                  <a:pt x="3776365" y="1342167"/>
                  <a:pt x="3622561" y="1384694"/>
                  <a:pt x="3345980" y="1380757"/>
                </a:cubicBezTo>
                <a:cubicBezTo>
                  <a:pt x="3069399" y="1376820"/>
                  <a:pt x="2972422" y="1365534"/>
                  <a:pt x="2705700" y="1380757"/>
                </a:cubicBezTo>
                <a:cubicBezTo>
                  <a:pt x="2438978" y="1395980"/>
                  <a:pt x="2257234" y="1406689"/>
                  <a:pt x="1969034" y="1380757"/>
                </a:cubicBezTo>
                <a:cubicBezTo>
                  <a:pt x="1680834" y="1354825"/>
                  <a:pt x="1352995" y="1379693"/>
                  <a:pt x="1184174" y="1380757"/>
                </a:cubicBezTo>
                <a:cubicBezTo>
                  <a:pt x="1015353" y="1381821"/>
                  <a:pt x="819004" y="1364201"/>
                  <a:pt x="592087" y="1380757"/>
                </a:cubicBezTo>
                <a:cubicBezTo>
                  <a:pt x="365170" y="1397313"/>
                  <a:pt x="291893" y="1355006"/>
                  <a:pt x="0" y="1380757"/>
                </a:cubicBezTo>
                <a:cubicBezTo>
                  <a:pt x="770" y="1228869"/>
                  <a:pt x="-5579" y="925070"/>
                  <a:pt x="0" y="731801"/>
                </a:cubicBezTo>
                <a:cubicBezTo>
                  <a:pt x="5579" y="538532"/>
                  <a:pt x="-26881" y="247936"/>
                  <a:pt x="0" y="0"/>
                </a:cubicBezTo>
                <a:close/>
              </a:path>
              <a:path w="4819313" h="1380757">
                <a:moveTo>
                  <a:pt x="0" y="0"/>
                </a:moveTo>
                <a:cubicBezTo>
                  <a:pt x="335832" y="2145"/>
                  <a:pt x="516121" y="2824"/>
                  <a:pt x="784860" y="0"/>
                </a:cubicBezTo>
                <a:cubicBezTo>
                  <a:pt x="1053599" y="-2824"/>
                  <a:pt x="1250978" y="-7598"/>
                  <a:pt x="1425140" y="0"/>
                </a:cubicBezTo>
                <a:cubicBezTo>
                  <a:pt x="1599302" y="7598"/>
                  <a:pt x="1877110" y="22883"/>
                  <a:pt x="2113613" y="0"/>
                </a:cubicBezTo>
                <a:cubicBezTo>
                  <a:pt x="2350116" y="-22883"/>
                  <a:pt x="2635079" y="34510"/>
                  <a:pt x="2850279" y="0"/>
                </a:cubicBezTo>
                <a:cubicBezTo>
                  <a:pt x="3065479" y="-34510"/>
                  <a:pt x="3187378" y="-28312"/>
                  <a:pt x="3442366" y="0"/>
                </a:cubicBezTo>
                <a:cubicBezTo>
                  <a:pt x="3697354" y="28312"/>
                  <a:pt x="3957245" y="20885"/>
                  <a:pt x="4227226" y="0"/>
                </a:cubicBezTo>
                <a:cubicBezTo>
                  <a:pt x="4497207" y="-20885"/>
                  <a:pt x="4636511" y="28262"/>
                  <a:pt x="4819313" y="0"/>
                </a:cubicBezTo>
                <a:cubicBezTo>
                  <a:pt x="4831513" y="181256"/>
                  <a:pt x="4840750" y="513776"/>
                  <a:pt x="4819313" y="717994"/>
                </a:cubicBezTo>
                <a:cubicBezTo>
                  <a:pt x="4797876" y="922212"/>
                  <a:pt x="4827487" y="1211707"/>
                  <a:pt x="4819313" y="1380757"/>
                </a:cubicBezTo>
                <a:cubicBezTo>
                  <a:pt x="4643109" y="1404230"/>
                  <a:pt x="4491921" y="1394905"/>
                  <a:pt x="4275419" y="1380757"/>
                </a:cubicBezTo>
                <a:cubicBezTo>
                  <a:pt x="4058917" y="1366609"/>
                  <a:pt x="3884108" y="1373645"/>
                  <a:pt x="3731525" y="1380757"/>
                </a:cubicBezTo>
                <a:cubicBezTo>
                  <a:pt x="3578942" y="1387869"/>
                  <a:pt x="3378890" y="1399061"/>
                  <a:pt x="3091245" y="1380757"/>
                </a:cubicBezTo>
                <a:cubicBezTo>
                  <a:pt x="2803600" y="1362453"/>
                  <a:pt x="2625301" y="1389270"/>
                  <a:pt x="2499158" y="1380757"/>
                </a:cubicBezTo>
                <a:cubicBezTo>
                  <a:pt x="2373015" y="1372244"/>
                  <a:pt x="2095959" y="1383662"/>
                  <a:pt x="1955264" y="1380757"/>
                </a:cubicBezTo>
                <a:cubicBezTo>
                  <a:pt x="1814569" y="1377852"/>
                  <a:pt x="1593549" y="1373211"/>
                  <a:pt x="1411370" y="1380757"/>
                </a:cubicBezTo>
                <a:cubicBezTo>
                  <a:pt x="1229191" y="1388303"/>
                  <a:pt x="879239" y="1369975"/>
                  <a:pt x="674704" y="1380757"/>
                </a:cubicBezTo>
                <a:cubicBezTo>
                  <a:pt x="470169" y="1391539"/>
                  <a:pt x="177673" y="1366174"/>
                  <a:pt x="0" y="1380757"/>
                </a:cubicBezTo>
                <a:cubicBezTo>
                  <a:pt x="30600" y="1099685"/>
                  <a:pt x="33157" y="1026255"/>
                  <a:pt x="0" y="704186"/>
                </a:cubicBezTo>
                <a:cubicBezTo>
                  <a:pt x="-33157" y="382117"/>
                  <a:pt x="-34456" y="309666"/>
                  <a:pt x="0" y="0"/>
                </a:cubicBezTo>
                <a:close/>
              </a:path>
            </a:pathLst>
          </a:custGeom>
          <a:noFill/>
          <a:ln w="23813">
            <a:solidFill>
              <a:srgbClr val="FF0000"/>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buNone/>
            </a:pPr>
            <a:endParaRPr/>
          </a:p>
        </p:txBody>
      </p:sp>
      <p:sp>
        <p:nvSpPr>
          <p:cNvPr id="1488" name="s26-custom-code">
            <a:extLst>
              <a:ext uri="{FF2B5EF4-FFF2-40B4-BE49-F238E27FC236}">
                <a16:creationId xmlns:a16="http://schemas.microsoft.com/office/drawing/2014/main" id="{0B93E214-D8DD-4101-9781-8E4B0F45C102}"/>
              </a:ext>
            </a:extLst>
          </p:cNvPr>
          <p:cNvSpPr>
            <a:spLocks noGrp="1"/>
          </p:cNvSpPr>
          <p:nvPr/>
        </p:nvSpPr>
        <p:spPr>
          <a:xfrm>
            <a:off x="9381960" y="3305160"/>
            <a:ext cx="1856880" cy="30456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1" u="none">
                <a:solidFill>
                  <a:srgbClr val="FF0000"/>
                </a:solidFill>
                <a:latin typeface="Courier New"/>
                <a:ea typeface="Courier New"/>
                <a:cs typeface="Courier New"/>
              </a:rPr>
              <a:t>&lt;&lt;&lt;grid, block&gt;&gt;&gt;</a:t>
            </a:r>
          </a:p>
        </p:txBody>
      </p:sp>
      <p:sp>
        <p:nvSpPr>
          <p:cNvPr id="1489" name="s26-custom-tool">
            <a:extLst>
              <a:ext uri="{FF2B5EF4-FFF2-40B4-BE49-F238E27FC236}">
                <a16:creationId xmlns:a16="http://schemas.microsoft.com/office/drawing/2014/main" id="{036B6181-6D44-4024-B1A6-BBB2007B7AE5}"/>
              </a:ext>
            </a:extLst>
          </p:cNvPr>
          <p:cNvSpPr>
            <a:spLocks noGrp="1"/>
          </p:cNvSpPr>
          <p:nvPr/>
        </p:nvSpPr>
        <p:spPr>
          <a:xfrm>
            <a:off x="9334440" y="3619440"/>
            <a:ext cx="1952280" cy="45684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00" b="1" u="none">
                <a:solidFill>
                  <a:srgbClr val="001233"/>
                </a:solidFill>
                <a:latin typeface="Courier New"/>
                <a:ea typeface="Courier New"/>
                <a:cs typeface="Courier New"/>
              </a:rPr>
              <a:t>unsupported fusion</a:t>
            </a:r>
          </a:p>
          <a:p>
            <a:pPr algn="ctr">
              <a:lnSpc>
                <a:spcPct val="100000"/>
              </a:lnSpc>
              <a:buNone/>
            </a:pPr>
            <a:r>
              <a:rPr sz="1200" b="1" u="none">
                <a:solidFill>
                  <a:srgbClr val="001233"/>
                </a:solidFill>
                <a:latin typeface="Courier New"/>
                <a:ea typeface="Courier New"/>
                <a:cs typeface="Courier New"/>
              </a:rPr>
              <a:t>custom CUDA</a:t>
            </a:r>
          </a:p>
        </p:txBody>
      </p:sp>
      <p:cxnSp>
        <p:nvCxnSpPr>
          <p:cNvPr id="1539" name="s26-flow-s26-hub-s26-range"/>
          <p:cNvCxnSpPr>
            <a:stCxn id="1451" idx="2"/>
            <a:endCxn id="1452" idx="0"/>
          </p:cNvCxnSpPr>
          <p:nvPr/>
        </p:nvCxnSpPr>
        <p:spPr>
          <a:xfrm rot="5400000">
            <a:off x="3602520" y="649800"/>
            <a:ext cx="772200" cy="4215240"/>
          </a:xfrm>
          <a:prstGeom prst="bentConnector3">
            <a:avLst>
              <a:gd name="adj1" fmla="val 50000"/>
            </a:avLst>
          </a:prstGeom>
          <a:ln w="28575">
            <a:solidFill>
              <a:srgbClr val="0353A4"/>
            </a:solidFill>
            <a:round/>
            <a:tailEnd type="triangle" w="sm" len="sm"/>
          </a:ln>
        </p:spPr>
      </p:cxnSp>
      <p:cxnSp>
        <p:nvCxnSpPr>
          <p:cNvPr id="1540" name="s26-flow-s26-hub-s26-matrix"/>
          <p:cNvCxnSpPr>
            <a:stCxn id="1451" idx="2"/>
            <a:endCxn id="1460" idx="0"/>
          </p:cNvCxnSpPr>
          <p:nvPr/>
        </p:nvCxnSpPr>
        <p:spPr>
          <a:xfrm rot="5400000">
            <a:off x="5007240" y="2054880"/>
            <a:ext cx="772200" cy="1405440"/>
          </a:xfrm>
          <a:prstGeom prst="bentConnector3">
            <a:avLst>
              <a:gd name="adj1" fmla="val 50000"/>
            </a:avLst>
          </a:prstGeom>
          <a:ln w="28575">
            <a:solidFill>
              <a:srgbClr val="0353A4"/>
            </a:solidFill>
            <a:round/>
            <a:tailEnd type="triangle" w="sm" len="sm"/>
          </a:ln>
        </p:spPr>
      </p:cxnSp>
      <p:cxnSp>
        <p:nvCxnSpPr>
          <p:cNvPr id="1541" name="s26-flow-s26-hub-s26-graph"/>
          <p:cNvCxnSpPr>
            <a:stCxn id="1451" idx="2"/>
            <a:endCxn id="1480" idx="0"/>
          </p:cNvCxnSpPr>
          <p:nvPr/>
        </p:nvCxnSpPr>
        <p:spPr>
          <a:xfrm rot="16200000" flipH="1">
            <a:off x="6412320" y="2054880"/>
            <a:ext cx="772200" cy="1405080"/>
          </a:xfrm>
          <a:prstGeom prst="bentConnector3">
            <a:avLst>
              <a:gd name="adj1" fmla="val 50000"/>
            </a:avLst>
          </a:prstGeom>
          <a:ln w="28575">
            <a:solidFill>
              <a:srgbClr val="0353A4"/>
            </a:solidFill>
            <a:round/>
            <a:tailEnd type="triangle" w="sm" len="sm"/>
          </a:ln>
        </p:spPr>
      </p:cxnSp>
      <p:cxnSp>
        <p:nvCxnSpPr>
          <p:cNvPr id="1542" name="s26-flow-s26-hub-s26-custom"/>
          <p:cNvCxnSpPr>
            <a:stCxn id="1451" idx="2"/>
            <a:endCxn id="1487" idx="0"/>
          </p:cNvCxnSpPr>
          <p:nvPr/>
        </p:nvCxnSpPr>
        <p:spPr>
          <a:xfrm rot="16200000" flipH="1">
            <a:off x="7817040" y="649800"/>
            <a:ext cx="772200" cy="4214880"/>
          </a:xfrm>
          <a:prstGeom prst="bentConnector3">
            <a:avLst>
              <a:gd name="adj1" fmla="val 50000"/>
            </a:avLst>
          </a:prstGeom>
          <a:ln w="28575">
            <a:solidFill>
              <a:srgbClr val="FF0000"/>
            </a:solidFill>
            <a:round/>
            <a:tailEnd type="triangle" w="sm" len="sm"/>
          </a:ln>
        </p:spPr>
      </p:cxnSp>
      <p:sp>
        <p:nvSpPr>
          <p:cNvPr id="1494" name="s26-matrix-check">
            <a:extLst>
              <a:ext uri="{FF2B5EF4-FFF2-40B4-BE49-F238E27FC236}">
                <a16:creationId xmlns:a16="http://schemas.microsoft.com/office/drawing/2014/main" id="{05F47B91-FA36-4C83-BDC3-78DE18F0505F}"/>
              </a:ext>
            </a:extLst>
          </p:cNvPr>
          <p:cNvSpPr>
            <a:spLocks noGrp="1"/>
          </p:cNvSpPr>
          <p:nvPr/>
        </p:nvSpPr>
        <p:spPr>
          <a:xfrm>
            <a:off x="2238480" y="4457880"/>
            <a:ext cx="7714800" cy="380520"/>
          </a:xfrm>
          <a:prstGeom prst="rect">
            <a:avLst/>
          </a:prstGeom>
          <a:noFill/>
          <a:ln w="0">
            <a:noFill/>
          </a:ln>
        </p:spPr>
        <p:style>
          <a:lnRef idx="0">
            <a:scrgbClr r="0" g="0" b="0"/>
          </a:lnRef>
          <a:fillRef idx="0">
            <a:scrgbClr r="0" g="0" b="0"/>
          </a:fillRef>
          <a:effectRef idx="0">
            <a:scrgbClr r="0" g="0" b="0"/>
          </a:effectRef>
          <a:fontRef idx="minor"/>
        </p:style>
        <p:txBody>
          <a:bodyPr lIns="19080" tIns="9360" rIns="19080" bIns="9360" anchor="ctr">
            <a:normAutofit/>
          </a:bodyPr>
          <a:lstStyle/>
          <a:p>
            <a:pPr algn="ctr">
              <a:lnSpc>
                <a:spcPct val="100000"/>
              </a:lnSpc>
              <a:buNone/>
            </a:pPr>
            <a:r>
              <a:rPr sz="1280" b="1" u="none">
                <a:solidFill>
                  <a:srgbClr val="001233"/>
                </a:solidFill>
                <a:latin typeface="Courier New"/>
                <a:ea typeface="Courier New"/>
                <a:cs typeface="Courier New"/>
              </a:rPr>
              <a:t>Matrix contract = supported shape + precision + layout → Tensor Core</a:t>
            </a:r>
          </a:p>
        </p:txBody>
      </p:sp>
      <p:sp>
        <p:nvSpPr>
          <p:cNvPr id="1495" name="s26-conclusion">
            <a:extLst>
              <a:ext uri="{FF2B5EF4-FFF2-40B4-BE49-F238E27FC236}">
                <a16:creationId xmlns:a16="http://schemas.microsoft.com/office/drawing/2014/main" id="{70834680-B9FB-4FE4-8A5B-BAED6408C874}"/>
              </a:ext>
            </a:extLst>
          </p:cNvPr>
          <p:cNvSpPr>
            <a:spLocks noGrp="1"/>
          </p:cNvSpPr>
          <p:nvPr/>
        </p:nvSpPr>
        <p:spPr>
          <a:xfrm>
            <a:off x="1047600" y="5191200"/>
            <a:ext cx="10096200" cy="552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lnSpc>
                <a:spcPct val="100000"/>
              </a:lnSpc>
              <a:buNone/>
            </a:pPr>
            <a:r>
              <a:rPr sz="2020" b="1" u="none">
                <a:solidFill>
                  <a:srgbClr val="FF0000"/>
                </a:solidFill>
                <a:latin typeface="Arial"/>
                <a:ea typeface="Arial"/>
                <a:cs typeface="Arial"/>
              </a:rPr>
              <a:t>LIBRARY BASELINE  →  MEASURE  →  CUSTOM ONLY WITH EVIDENCE</a:t>
            </a:r>
          </a:p>
        </p:txBody>
      </p:sp>
      <p:sp>
        <p:nvSpPr>
          <p:cNvPr id="1496" name="s26-source">
            <a:extLst>
              <a:ext uri="{FF2B5EF4-FFF2-40B4-BE49-F238E27FC236}">
                <a16:creationId xmlns:a16="http://schemas.microsoft.com/office/drawing/2014/main" id="{0A06A7BC-6A4C-4B69-9466-4380BC2EE871}"/>
              </a:ext>
            </a:extLst>
          </p:cNvPr>
          <p:cNvSpPr>
            <a:spLocks noGrp="1"/>
          </p:cNvSpPr>
          <p:nvPr/>
        </p:nvSpPr>
        <p:spPr>
          <a:xfrm>
            <a:off x="876240" y="6172200"/>
            <a:ext cx="10553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nSpc>
                <a:spcPct val="100000"/>
              </a:lnSpc>
              <a:buNone/>
            </a:pPr>
            <a:r>
              <a:rPr sz="690" b="0" u="none">
                <a:solidFill>
                  <a:srgbClr val="5C677D"/>
                </a:solidFill>
                <a:latin typeface="Arial"/>
                <a:ea typeface="Arial"/>
                <a:cs typeface="Arial"/>
              </a:rPr>
              <a:t>NVIDIA CUDA libraries and CCCL documentation; decision flow summarizes slides 16–25.</a:t>
            </a:r>
          </a:p>
        </p:txBody>
      </p:sp>
    </p:spTree>
    <p:extLst>
      <p:ext uri="{BB962C8B-B14F-4D97-AF65-F5344CB8AC3E}">
        <p14:creationId xmlns:p14="http://schemas.microsoft.com/office/powerpoint/2010/main" val="928123171"/>
      </p:ext>
    </p:extLst>
  </p:cSld>
  <p:clrMapOvr>
    <a:masterClrMapping/>
  </p:clrMapOvr>
</p:sld>
</file>

<file path=ppt/theme/theme1.xml><?xml version="1.0" encoding="utf-8"?>
<a:theme xmlns:a="http://schemas.openxmlformats.org/drawingml/2006/main" name="Office 테마">
  <a:themeElements>
    <a:clrScheme name="Office 테마">
      <a:dk1>
        <a:srgbClr val="001233"/>
      </a:dk1>
      <a:lt1>
        <a:srgbClr val="FFFFFF"/>
      </a:lt1>
      <a:dk2>
        <a:srgbClr val="A7A7A7"/>
      </a:dk2>
      <a:lt2>
        <a:srgbClr val="535353"/>
      </a:lt2>
      <a:accent1>
        <a:srgbClr val="0353A4"/>
      </a:accent1>
      <a:accent2>
        <a:srgbClr val="002855"/>
      </a:accent2>
      <a:accent3>
        <a:srgbClr val="5C677D"/>
      </a:accent3>
      <a:accent4>
        <a:srgbClr val="33CCCC"/>
      </a:accent4>
      <a:accent5>
        <a:srgbClr val="6666FF"/>
      </a:accent5>
      <a:accent6>
        <a:srgbClr val="FF6600"/>
      </a:accent6>
      <a:hlink>
        <a:srgbClr val="0000FF"/>
      </a:hlink>
      <a:folHlink>
        <a:srgbClr val="FF00FF"/>
      </a:folHlink>
    </a:clrScheme>
    <a:fontScheme name="Office 테마">
      <a:majorFont>
        <a:latin typeface="Arial"/>
        <a:ea typeface="Arial"/>
        <a:cs typeface="Arial"/>
      </a:majorFont>
      <a:minorFont>
        <a:latin typeface="Arial"/>
        <a:ea typeface="Arial"/>
        <a:cs typeface="Arial"/>
      </a:minorFont>
    </a:fontScheme>
    <a:fmtScheme name="Office 테마">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a:prstDash val="solid"/>
        </a:ln>
        <a:ln w="25400">
          <a:prstDash val="solid"/>
        </a:ln>
        <a:ln w="38100">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테마">
  <a:themeElements>
    <a:clrScheme name="Office 테마">
      <a:dk1>
        <a:srgbClr val="001233"/>
      </a:dk1>
      <a:lt1>
        <a:srgbClr val="FFFFFF"/>
      </a:lt1>
      <a:dk2>
        <a:srgbClr val="A7A7A7"/>
      </a:dk2>
      <a:lt2>
        <a:srgbClr val="535353"/>
      </a:lt2>
      <a:accent1>
        <a:srgbClr val="0353A4"/>
      </a:accent1>
      <a:accent2>
        <a:srgbClr val="002855"/>
      </a:accent2>
      <a:accent3>
        <a:srgbClr val="5C677D"/>
      </a:accent3>
      <a:accent4>
        <a:srgbClr val="33CCCC"/>
      </a:accent4>
      <a:accent5>
        <a:srgbClr val="6666FF"/>
      </a:accent5>
      <a:accent6>
        <a:srgbClr val="FF6600"/>
      </a:accent6>
      <a:hlink>
        <a:srgbClr val="0000FF"/>
      </a:hlink>
      <a:folHlink>
        <a:srgbClr val="FF00FF"/>
      </a:folHlink>
    </a:clrScheme>
    <a:fontScheme name="Office 테마">
      <a:majorFont>
        <a:latin typeface="Arial"/>
        <a:ea typeface="Arial"/>
        <a:cs typeface="Arial"/>
      </a:majorFont>
      <a:minorFont>
        <a:latin typeface="Arial"/>
        <a:ea typeface="Arial"/>
        <a:cs typeface="Arial"/>
      </a:minorFont>
    </a:fontScheme>
    <a:fmtScheme name="Office 테마">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a:prstDash val="solid"/>
        </a:ln>
        <a:ln w="25400">
          <a:prstDash val="solid"/>
        </a:ln>
        <a:ln w="38100">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7700</Words>
  <Application>Microsoft Macintosh PowerPoint</Application>
  <DocSecurity>0</DocSecurity>
  <PresentationFormat>Widescreen</PresentationFormat>
  <Paragraphs>890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Courier New</vt:lpstr>
      <vt:lpstr>Office 테마</vt:lpstr>
      <vt:lpstr>CUDA Sum Reduction Incremental Optimization on L40S</vt:lpstr>
      <vt:lpstr>L40S Hardware Scope</vt:lpstr>
      <vt:lpstr>Naïve shared-memory tree: log₂B synchronized levels</vt:lpstr>
      <vt:lpstr>2 GiB reduction is DRAM-bound: ≈ 1 add per 4-byte input</vt:lpstr>
      <vt:lpstr>Each block emits one partial sum; another kernel reduces those</vt:lpstr>
      <vt:lpstr>Kernel 1: Scattered Work</vt:lpstr>
      <vt:lpstr>K2 changes lane IDs</vt:lpstr>
      <vt:lpstr>K3 keeps lanes 0–3 and makes writes contiguous</vt:lpstr>
      <vt:lpstr>K4 halves blocks by pre-adding two inputs per thread</vt:lpstr>
      <vt:lpstr>K5 cuts final-warp barriers; 2 GiB time stays flat</vt:lpstr>
      <vt:lpstr>K6 removes loop control; the data path does not change</vt:lpstr>
      <vt:lpstr>K5/K6 cut on-chip work; 2 GiB stays at 2.74 ms</vt:lpstr>
      <vt:lpstr>K7 reuses 568 blocks—and increases DRAM service</vt:lpstr>
      <vt:lpstr>The cap—not grid-stride code—causes K7’s regression</vt:lpstr>
      <vt:lpstr>A CUDA optimization helps only when it shortens the critical path</vt:lpstr>
      <vt:lpstr>From Reduction to Prefix Sum</vt:lpstr>
      <vt:lpstr>Kogge-Stone Scan</vt:lpstr>
      <vt:lpstr>Brent-Kung Scan</vt:lpstr>
      <vt:lpstr>Barrier Hiding on L40S</vt:lpstr>
      <vt:lpstr>Device-Wide Scan Traffic</vt:lpstr>
      <vt:lpstr>Warp-Level Scan</vt:lpstr>
      <vt:lpstr>Block-to-Device Scan</vt:lpstr>
      <vt:lpstr>Tensor Core Scope</vt:lpstr>
      <vt:lpstr>cuBLAS and cuDNN</vt:lpstr>
      <vt:lpstr>Thrust and CUB</vt:lpstr>
      <vt:lpstr>Choosing the Right Abstraction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Yunmin CHA</cp:lastModifiedBy>
  <cp:revision>2</cp:revision>
  <dcterms:created xsi:type="dcterms:W3CDTF">2026-07-15T09:17:07Z</dcterms:created>
  <dcterms:modified xsi:type="dcterms:W3CDTF">2026-07-15T09:55:29Z</dcterms:modified>
</cp:coreProperties>
</file>