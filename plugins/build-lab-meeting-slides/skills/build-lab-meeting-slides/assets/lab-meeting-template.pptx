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81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5"/>
    <p:restoredTop sz="63366"/>
  </p:normalViewPr>
  <p:slideViewPr>
    <p:cSldViewPr snapToGrid="0">
      <p:cViewPr varScale="1">
        <p:scale>
          <a:sx n="77" d="100"/>
          <a:sy n="77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 algn="l">
              <a:lnSpc>
                <a:spcPct val="100000"/>
              </a:lnSpc>
              <a:buNone/>
            </a:pPr>
            <a:r>
              <a:rPr lang="ko-KR" altLang="en-US" sz="1600" b="0" u="none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긴장하지 말자 </a:t>
            </a:r>
            <a:endParaRPr sz="1600" b="0" u="none" dirty="0">
              <a:solidFill>
                <a:srgbClr val="808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3" name="Google Shape;38;p3" hidden="1">
            <a:extLst>
              <a:ext uri="{FF2B5EF4-FFF2-40B4-BE49-F238E27FC236}">
                <a16:creationId xmlns:a16="http://schemas.microsoft.com/office/drawing/2014/main" id="{C21C248D-69CE-477A-9DC2-E1B4A6D9C2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" name="Google Shape;39;p3" hidden="1">
            <a:extLst>
              <a:ext uri="{FF2B5EF4-FFF2-40B4-BE49-F238E27FC236}">
                <a16:creationId xmlns:a16="http://schemas.microsoft.com/office/drawing/2014/main" id="{F12E4EDD-2FCD-4116-9352-7E6530F01F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" name="Google Shape;40;p3" hidden="1">
            <a:extLst>
              <a:ext uri="{FF2B5EF4-FFF2-40B4-BE49-F238E27FC236}">
                <a16:creationId xmlns:a16="http://schemas.microsoft.com/office/drawing/2014/main" id="{13966AFF-E18F-47C1-A996-71BB7C86AD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" name="Google Shape;41;p3" hidden="1">
            <a:extLst>
              <a:ext uri="{FF2B5EF4-FFF2-40B4-BE49-F238E27FC236}">
                <a16:creationId xmlns:a16="http://schemas.microsoft.com/office/drawing/2014/main" id="{C8AD5F1E-B2F3-4CE5-BC6A-2795D0DA3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" name="Google Shape;42;p3" hidden="1">
            <a:extLst>
              <a:ext uri="{FF2B5EF4-FFF2-40B4-BE49-F238E27FC236}">
                <a16:creationId xmlns:a16="http://schemas.microsoft.com/office/drawing/2014/main" id="{6098BC7E-4D68-430A-97F9-7A84BF70B4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2B945B13-AC28-4417-976E-26F58017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4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32AA68AF-5EBD-4B16-866F-31BE3758A8B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10" name="PlaceHolder 3">
            <a:extLst>
              <a:ext uri="{FF2B5EF4-FFF2-40B4-BE49-F238E27FC236}">
                <a16:creationId xmlns:a16="http://schemas.microsoft.com/office/drawing/2014/main" id="{D62CDA10-137D-4493-A3DE-9BA9A7198D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1" name="PlaceHolder 4">
            <a:extLst>
              <a:ext uri="{FF2B5EF4-FFF2-40B4-BE49-F238E27FC236}">
                <a16:creationId xmlns:a16="http://schemas.microsoft.com/office/drawing/2014/main" id="{F06399D5-9162-4793-9820-73F5332B69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2" name="PlaceHolder 5">
            <a:extLst>
              <a:ext uri="{FF2B5EF4-FFF2-40B4-BE49-F238E27FC236}">
                <a16:creationId xmlns:a16="http://schemas.microsoft.com/office/drawing/2014/main" id="{A2DAA362-13CD-45BE-BD45-D96A83FFB6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2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3" name="PlaceHolder 6">
            <a:extLst>
              <a:ext uri="{FF2B5EF4-FFF2-40B4-BE49-F238E27FC236}">
                <a16:creationId xmlns:a16="http://schemas.microsoft.com/office/drawing/2014/main" id="{0163D043-41AD-429D-98D5-3A90BEB7A1CA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034803-F4E7-4946-AEB3-660A95E46229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15" name="Google Shape;38;p3" hidden="1">
            <a:extLst>
              <a:ext uri="{FF2B5EF4-FFF2-40B4-BE49-F238E27FC236}">
                <a16:creationId xmlns:a16="http://schemas.microsoft.com/office/drawing/2014/main" id="{93859160-B93A-410A-8E6C-7C8795DD70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Google Shape;39;p3" hidden="1">
            <a:extLst>
              <a:ext uri="{FF2B5EF4-FFF2-40B4-BE49-F238E27FC236}">
                <a16:creationId xmlns:a16="http://schemas.microsoft.com/office/drawing/2014/main" id="{54E256B1-0227-4892-907A-5A483EA9BB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" name="Google Shape;40;p3" hidden="1">
            <a:extLst>
              <a:ext uri="{FF2B5EF4-FFF2-40B4-BE49-F238E27FC236}">
                <a16:creationId xmlns:a16="http://schemas.microsoft.com/office/drawing/2014/main" id="{B6D44E11-2083-4278-B7CE-C4D4DDB14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" name="Google Shape;41;p3" hidden="1">
            <a:extLst>
              <a:ext uri="{FF2B5EF4-FFF2-40B4-BE49-F238E27FC236}">
                <a16:creationId xmlns:a16="http://schemas.microsoft.com/office/drawing/2014/main" id="{737D5CA6-B04A-4670-892A-B685E26655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" name="Google Shape;42;p3" hidden="1">
            <a:extLst>
              <a:ext uri="{FF2B5EF4-FFF2-40B4-BE49-F238E27FC236}">
                <a16:creationId xmlns:a16="http://schemas.microsoft.com/office/drawing/2014/main" id="{4FE2B2F0-159A-40EF-9829-766A56F93C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" name="PlaceHolder 1">
            <a:extLst>
              <a:ext uri="{FF2B5EF4-FFF2-40B4-BE49-F238E27FC236}">
                <a16:creationId xmlns:a16="http://schemas.microsoft.com/office/drawing/2014/main" id="{57D747AB-774B-4525-B04A-C9221082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ED7AC823-6F5A-4DB8-97CA-448D41573BB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431640" algn="l">
              <a:lnSpc>
                <a:spcPct val="90000"/>
              </a:lnSpc>
              <a:spcBef>
                <a:spcPts val="1001"/>
              </a:spcBef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457200" indent="-431640" algn="l">
              <a:lnSpc>
                <a:spcPct val="90000"/>
              </a:lnSpc>
              <a:spcBef>
                <a:spcPts val="1001"/>
              </a:spcBef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457200" indent="-431640" algn="l">
              <a:lnSpc>
                <a:spcPct val="90000"/>
              </a:lnSpc>
              <a:spcBef>
                <a:spcPts val="1001"/>
              </a:spcBef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457200" indent="-431640" algn="l">
              <a:lnSpc>
                <a:spcPct val="90000"/>
              </a:lnSpc>
              <a:spcBef>
                <a:spcPts val="1001"/>
              </a:spcBef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457200" indent="-431640" algn="l">
              <a:lnSpc>
                <a:spcPct val="90000"/>
              </a:lnSpc>
              <a:spcBef>
                <a:spcPts val="1001"/>
              </a:spcBef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22" name="PlaceHolder 3">
            <a:extLst>
              <a:ext uri="{FF2B5EF4-FFF2-40B4-BE49-F238E27FC236}">
                <a16:creationId xmlns:a16="http://schemas.microsoft.com/office/drawing/2014/main" id="{E4A5DEF0-C5B9-4CB1-B04C-440062C596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43164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457200" indent="-43164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457200" indent="-43164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457200" indent="-43164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457200" indent="-43164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3" name="PlaceHolder 4">
            <a:extLst>
              <a:ext uri="{FF2B5EF4-FFF2-40B4-BE49-F238E27FC236}">
                <a16:creationId xmlns:a16="http://schemas.microsoft.com/office/drawing/2014/main" id="{5865CE20-5B0D-4C29-9896-99C5D6B9EA2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5DAB52-47DA-4FB5-872F-12C44EE24D76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25" name="Google Shape;38;p3" hidden="1">
            <a:extLst>
              <a:ext uri="{FF2B5EF4-FFF2-40B4-BE49-F238E27FC236}">
                <a16:creationId xmlns:a16="http://schemas.microsoft.com/office/drawing/2014/main" id="{5CC54F2B-BA77-41CC-80BF-807E70ED4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" name="Google Shape;39;p3" hidden="1">
            <a:extLst>
              <a:ext uri="{FF2B5EF4-FFF2-40B4-BE49-F238E27FC236}">
                <a16:creationId xmlns:a16="http://schemas.microsoft.com/office/drawing/2014/main" id="{19C745CD-E94D-4A18-84A5-D32F56226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" name="Google Shape;40;p3" hidden="1">
            <a:extLst>
              <a:ext uri="{FF2B5EF4-FFF2-40B4-BE49-F238E27FC236}">
                <a16:creationId xmlns:a16="http://schemas.microsoft.com/office/drawing/2014/main" id="{944F0246-CA52-4896-9013-8B2332419A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" name="Google Shape;41;p3" hidden="1">
            <a:extLst>
              <a:ext uri="{FF2B5EF4-FFF2-40B4-BE49-F238E27FC236}">
                <a16:creationId xmlns:a16="http://schemas.microsoft.com/office/drawing/2014/main" id="{311D33A5-0299-4CA5-9AE6-345617BEB7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" name="Google Shape;42;p3" hidden="1">
            <a:extLst>
              <a:ext uri="{FF2B5EF4-FFF2-40B4-BE49-F238E27FC236}">
                <a16:creationId xmlns:a16="http://schemas.microsoft.com/office/drawing/2014/main" id="{A2FCD01A-606A-48A0-A635-B0F495DAC9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" name="PlaceHolder 1">
            <a:extLst>
              <a:ext uri="{FF2B5EF4-FFF2-40B4-BE49-F238E27FC236}">
                <a16:creationId xmlns:a16="http://schemas.microsoft.com/office/drawing/2014/main" id="{9AF83D70-671D-40E3-AF0D-F8F2DF75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40" y="1122480"/>
            <a:ext cx="10921320" cy="23868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indent="0" algn="ctr">
              <a:lnSpc>
                <a:spcPct val="90000"/>
              </a:lnSpc>
              <a:buNone/>
              <a:defRPr sz="44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sz="4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31" name="PlaceHolder 2">
            <a:extLst>
              <a:ext uri="{FF2B5EF4-FFF2-40B4-BE49-F238E27FC236}">
                <a16:creationId xmlns:a16="http://schemas.microsoft.com/office/drawing/2014/main" id="{2F997998-DD25-4461-9135-234315DF81E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35040" y="3602160"/>
            <a:ext cx="10921320" cy="16549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06440" indent="-355680" algn="ctr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406440" indent="-355680" algn="ctr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L="406440" indent="-355680" algn="ctr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L="406440" indent="-355680" algn="ctr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L="406440" indent="-355680" algn="ctr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</a:lstStyle>
          <a:p>
            <a:pPr marL="406440" indent="-35568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06440" indent="-35568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06440" indent="-35568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06440" indent="-35568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06440" indent="-35568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32" name="PlaceHolder 3">
            <a:extLst>
              <a:ext uri="{FF2B5EF4-FFF2-40B4-BE49-F238E27FC236}">
                <a16:creationId xmlns:a16="http://schemas.microsoft.com/office/drawing/2014/main" id="{95BB9173-20F6-4579-BD9E-FDE839B49960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112834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A28520-E233-4C19-BE84-6B7D2F7CA81C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Google Shape;25;p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72000" y="5365440"/>
            <a:ext cx="2062080" cy="718920"/>
          </a:xfrm>
          <a:prstGeom prst="rect">
            <a:avLst/>
          </a:prstGeom>
          <a:ln w="12700">
            <a:noFill/>
          </a:ln>
        </p:spPr>
      </p:pic>
      <p:sp>
        <p:nvSpPr>
          <p:cNvPr id="34" name="Google Shape;26;p2">
            <a:extLst>
              <a:ext uri="{FF2B5EF4-FFF2-40B4-BE49-F238E27FC236}">
                <a16:creationId xmlns:a16="http://schemas.microsoft.com/office/drawing/2014/main" id="{CA3DB78F-CB2C-4CF5-A357-BF126F0CFB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" name="Google Shape;27;p2">
            <a:extLst>
              <a:ext uri="{FF2B5EF4-FFF2-40B4-BE49-F238E27FC236}">
                <a16:creationId xmlns:a16="http://schemas.microsoft.com/office/drawing/2014/main" id="{547B0190-389D-4D63-B2BB-04EF9BFA10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" name="Google Shape;28;p2">
            <a:extLst>
              <a:ext uri="{FF2B5EF4-FFF2-40B4-BE49-F238E27FC236}">
                <a16:creationId xmlns:a16="http://schemas.microsoft.com/office/drawing/2014/main" id="{62EBDC04-D32A-49FB-9F1D-BC49290AD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" name="Google Shape;29;p2">
            <a:extLst>
              <a:ext uri="{FF2B5EF4-FFF2-40B4-BE49-F238E27FC236}">
                <a16:creationId xmlns:a16="http://schemas.microsoft.com/office/drawing/2014/main" id="{DB7C616A-10C1-475F-9FAC-7114F4211A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" name="Google Shape;30;p2">
            <a:extLst>
              <a:ext uri="{FF2B5EF4-FFF2-40B4-BE49-F238E27FC236}">
                <a16:creationId xmlns:a16="http://schemas.microsoft.com/office/drawing/2014/main" id="{B5087E12-85B4-4C21-92B3-5BAD441A6A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40" name="Google Shape;38;p3" hidden="1">
            <a:extLst>
              <a:ext uri="{FF2B5EF4-FFF2-40B4-BE49-F238E27FC236}">
                <a16:creationId xmlns:a16="http://schemas.microsoft.com/office/drawing/2014/main" id="{20FF618B-C8CE-4CA6-9028-B1DAF474D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" name="Google Shape;39;p3" hidden="1">
            <a:extLst>
              <a:ext uri="{FF2B5EF4-FFF2-40B4-BE49-F238E27FC236}">
                <a16:creationId xmlns:a16="http://schemas.microsoft.com/office/drawing/2014/main" id="{BA83BF6E-1198-4F43-9C77-4254C7DA3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2" name="Google Shape;40;p3" hidden="1">
            <a:extLst>
              <a:ext uri="{FF2B5EF4-FFF2-40B4-BE49-F238E27FC236}">
                <a16:creationId xmlns:a16="http://schemas.microsoft.com/office/drawing/2014/main" id="{1621DCE1-A2C6-4132-9852-7F0E84C9A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" name="Google Shape;41;p3" hidden="1">
            <a:extLst>
              <a:ext uri="{FF2B5EF4-FFF2-40B4-BE49-F238E27FC236}">
                <a16:creationId xmlns:a16="http://schemas.microsoft.com/office/drawing/2014/main" id="{96E6C2A9-4737-4541-A5F3-2065B6069A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" name="Google Shape;42;p3" hidden="1">
            <a:extLst>
              <a:ext uri="{FF2B5EF4-FFF2-40B4-BE49-F238E27FC236}">
                <a16:creationId xmlns:a16="http://schemas.microsoft.com/office/drawing/2014/main" id="{87376082-9B0B-48FF-A3D9-25CDE8B81B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" name="PlaceHolder 1">
            <a:extLst>
              <a:ext uri="{FF2B5EF4-FFF2-40B4-BE49-F238E27FC236}">
                <a16:creationId xmlns:a16="http://schemas.microsoft.com/office/drawing/2014/main" id="{64166741-4B83-417B-9D8B-BAB72493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1120" cy="262836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4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46" name="PlaceHolder 2">
            <a:extLst>
              <a:ext uri="{FF2B5EF4-FFF2-40B4-BE49-F238E27FC236}">
                <a16:creationId xmlns:a16="http://schemas.microsoft.com/office/drawing/2014/main" id="{51E81673-A300-42F9-990D-E2AD274763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 rot="5400000">
            <a:off x="1800360" y="-596160"/>
            <a:ext cx="5811120" cy="773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47" name="PlaceHolder 3">
            <a:extLst>
              <a:ext uri="{FF2B5EF4-FFF2-40B4-BE49-F238E27FC236}">
                <a16:creationId xmlns:a16="http://schemas.microsoft.com/office/drawing/2014/main" id="{662704CD-D37D-40D5-98EF-5D9AAC07F1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7B0AED-829E-460E-8B71-2DF9C9DFBD15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49" name="Google Shape;38;p3">
            <a:extLst>
              <a:ext uri="{FF2B5EF4-FFF2-40B4-BE49-F238E27FC236}">
                <a16:creationId xmlns:a16="http://schemas.microsoft.com/office/drawing/2014/main" id="{13311D68-7F6F-45E1-81A9-87C7F39E01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" name="Google Shape;39;p3">
            <a:extLst>
              <a:ext uri="{FF2B5EF4-FFF2-40B4-BE49-F238E27FC236}">
                <a16:creationId xmlns:a16="http://schemas.microsoft.com/office/drawing/2014/main" id="{808E6942-53EB-4F10-A3E3-9F03D822E2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" name="Google Shape;40;p3">
            <a:extLst>
              <a:ext uri="{FF2B5EF4-FFF2-40B4-BE49-F238E27FC236}">
                <a16:creationId xmlns:a16="http://schemas.microsoft.com/office/drawing/2014/main" id="{9D56B34A-C074-4FF1-B4F6-78EC5E10E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Google Shape;41;p3">
            <a:extLst>
              <a:ext uri="{FF2B5EF4-FFF2-40B4-BE49-F238E27FC236}">
                <a16:creationId xmlns:a16="http://schemas.microsoft.com/office/drawing/2014/main" id="{8AB7A1D2-C25E-4818-86A9-31A8A6B4F3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Google Shape;42;p3">
            <a:extLst>
              <a:ext uri="{FF2B5EF4-FFF2-40B4-BE49-F238E27FC236}">
                <a16:creationId xmlns:a16="http://schemas.microsoft.com/office/drawing/2014/main" id="{846F4E74-F349-47BB-BB43-58114520D6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PlaceHolder 1">
            <a:extLst>
              <a:ext uri="{FF2B5EF4-FFF2-40B4-BE49-F238E27FC236}">
                <a16:creationId xmlns:a16="http://schemas.microsoft.com/office/drawing/2014/main" id="{7299FB97-B9F4-4CF2-A465-93C490CA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80" y="316080"/>
            <a:ext cx="10832040" cy="5299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3200" b="1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32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55" name="PlaceHolder 2">
            <a:extLst>
              <a:ext uri="{FF2B5EF4-FFF2-40B4-BE49-F238E27FC236}">
                <a16:creationId xmlns:a16="http://schemas.microsoft.com/office/drawing/2014/main" id="{0FE19376-010E-44D2-9B49-1E67B3205E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9680" y="1042200"/>
            <a:ext cx="10832040" cy="51912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800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457200" indent="-380880" algn="l">
              <a:lnSpc>
                <a:spcPct val="100000"/>
              </a:lnSpc>
              <a:spcBef>
                <a:spcPts val="1800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457200" indent="-380880" algn="l">
              <a:lnSpc>
                <a:spcPct val="100000"/>
              </a:lnSpc>
              <a:spcBef>
                <a:spcPts val="1800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457200" indent="-380880" algn="l">
              <a:lnSpc>
                <a:spcPct val="100000"/>
              </a:lnSpc>
              <a:spcBef>
                <a:spcPts val="1800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457200" indent="-380880" algn="l">
              <a:lnSpc>
                <a:spcPct val="100000"/>
              </a:lnSpc>
              <a:spcBef>
                <a:spcPts val="1800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457200" indent="-380880" algn="l">
              <a:lnSpc>
                <a:spcPct val="100000"/>
              </a:lnSpc>
              <a:spcBef>
                <a:spcPts val="1800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57200" indent="-380880" algn="l">
              <a:lnSpc>
                <a:spcPct val="100000"/>
              </a:lnSpc>
              <a:spcBef>
                <a:spcPts val="1800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57200" indent="-380880" algn="l">
              <a:lnSpc>
                <a:spcPct val="100000"/>
              </a:lnSpc>
              <a:spcBef>
                <a:spcPts val="1800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57200" indent="-380880" algn="l">
              <a:lnSpc>
                <a:spcPct val="100000"/>
              </a:lnSpc>
              <a:spcBef>
                <a:spcPts val="1800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57200" indent="-380880" algn="l">
              <a:lnSpc>
                <a:spcPct val="100000"/>
              </a:lnSpc>
              <a:spcBef>
                <a:spcPts val="1800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56" name="PlaceHolder 3">
            <a:extLst>
              <a:ext uri="{FF2B5EF4-FFF2-40B4-BE49-F238E27FC236}">
                <a16:creationId xmlns:a16="http://schemas.microsoft.com/office/drawing/2014/main" id="{989B59FD-B9C5-4944-A0C7-F69D3028E71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11670480" y="64537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92A27B-92A8-4FC0-AF43-6E4BB4B93CBA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58" name="Google Shape;38;p3" hidden="1">
            <a:extLst>
              <a:ext uri="{FF2B5EF4-FFF2-40B4-BE49-F238E27FC236}">
                <a16:creationId xmlns:a16="http://schemas.microsoft.com/office/drawing/2014/main" id="{15872184-13C6-499C-B91D-E94204738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Google Shape;39;p3" hidden="1">
            <a:extLst>
              <a:ext uri="{FF2B5EF4-FFF2-40B4-BE49-F238E27FC236}">
                <a16:creationId xmlns:a16="http://schemas.microsoft.com/office/drawing/2014/main" id="{479BA453-E520-4B26-B300-452C5CB47D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" name="Google Shape;40;p3" hidden="1">
            <a:extLst>
              <a:ext uri="{FF2B5EF4-FFF2-40B4-BE49-F238E27FC236}">
                <a16:creationId xmlns:a16="http://schemas.microsoft.com/office/drawing/2014/main" id="{BD9A75D4-DB7B-49BA-9E9A-79F50897F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" name="Google Shape;41;p3" hidden="1">
            <a:extLst>
              <a:ext uri="{FF2B5EF4-FFF2-40B4-BE49-F238E27FC236}">
                <a16:creationId xmlns:a16="http://schemas.microsoft.com/office/drawing/2014/main" id="{527F3B5F-BCDE-40A3-9651-5B395CFFD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Google Shape;42;p3" hidden="1">
            <a:extLst>
              <a:ext uri="{FF2B5EF4-FFF2-40B4-BE49-F238E27FC236}">
                <a16:creationId xmlns:a16="http://schemas.microsoft.com/office/drawing/2014/main" id="{8358EAEB-0C72-4E7B-9322-AFD3E32D2A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B9FAEDB6-A5D8-49D3-A539-C349E615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4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64" name="PlaceHolder 2">
            <a:extLst>
              <a:ext uri="{FF2B5EF4-FFF2-40B4-BE49-F238E27FC236}">
                <a16:creationId xmlns:a16="http://schemas.microsoft.com/office/drawing/2014/main" id="{4D4DE78B-7BFC-414D-9C27-5CB427AEEE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65" name="PlaceHolder 3">
            <a:extLst>
              <a:ext uri="{FF2B5EF4-FFF2-40B4-BE49-F238E27FC236}">
                <a16:creationId xmlns:a16="http://schemas.microsoft.com/office/drawing/2014/main" id="{E76FFF76-E086-43E4-96DF-CA5A9239F7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34308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2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457200" indent="-34308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457200" indent="-34308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2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6" name="PlaceHolder 4">
            <a:extLst>
              <a:ext uri="{FF2B5EF4-FFF2-40B4-BE49-F238E27FC236}">
                <a16:creationId xmlns:a16="http://schemas.microsoft.com/office/drawing/2014/main" id="{479A3673-A384-43B0-9401-E4610043030D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9316FA-C683-4228-BBCB-255820E01EF5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68" name="Google Shape;38;p3" hidden="1">
            <a:extLst>
              <a:ext uri="{FF2B5EF4-FFF2-40B4-BE49-F238E27FC236}">
                <a16:creationId xmlns:a16="http://schemas.microsoft.com/office/drawing/2014/main" id="{66F003B2-392B-4AC1-8A82-263E9314D4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9" name="Google Shape;39;p3" hidden="1">
            <a:extLst>
              <a:ext uri="{FF2B5EF4-FFF2-40B4-BE49-F238E27FC236}">
                <a16:creationId xmlns:a16="http://schemas.microsoft.com/office/drawing/2014/main" id="{4D42656C-92B3-43FA-90B9-B2C26B57A8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" name="Google Shape;40;p3" hidden="1">
            <a:extLst>
              <a:ext uri="{FF2B5EF4-FFF2-40B4-BE49-F238E27FC236}">
                <a16:creationId xmlns:a16="http://schemas.microsoft.com/office/drawing/2014/main" id="{EF5597BA-28E6-4FB6-954B-94E7E0876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" name="Google Shape;41;p3" hidden="1">
            <a:extLst>
              <a:ext uri="{FF2B5EF4-FFF2-40B4-BE49-F238E27FC236}">
                <a16:creationId xmlns:a16="http://schemas.microsoft.com/office/drawing/2014/main" id="{95A1A12D-CD21-4835-AC3F-626EF409AC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Google Shape;42;p3" hidden="1">
            <a:extLst>
              <a:ext uri="{FF2B5EF4-FFF2-40B4-BE49-F238E27FC236}">
                <a16:creationId xmlns:a16="http://schemas.microsoft.com/office/drawing/2014/main" id="{095E4B33-AD3F-4940-9643-67C15C5BF1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" name="PlaceHolder 1">
            <a:extLst>
              <a:ext uri="{FF2B5EF4-FFF2-40B4-BE49-F238E27FC236}">
                <a16:creationId xmlns:a16="http://schemas.microsoft.com/office/drawing/2014/main" id="{56D1F48C-3584-49B8-A012-111D11B3A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4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74" name="PlaceHolder 2">
            <a:extLst>
              <a:ext uri="{FF2B5EF4-FFF2-40B4-BE49-F238E27FC236}">
                <a16:creationId xmlns:a16="http://schemas.microsoft.com/office/drawing/2014/main" id="{9C9BA0C4-32DA-452E-B91A-65F65AEA23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 rot="5400000">
            <a:off x="3920760" y="-1256040"/>
            <a:ext cx="4350600" cy="1051488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457200" indent="-343080" algn="l">
              <a:lnSpc>
                <a:spcPct val="90000"/>
              </a:lnSpc>
              <a:spcBef>
                <a:spcPts val="1001"/>
              </a:spcBef>
              <a:buNone/>
              <a:defRPr sz="2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457200" indent="-34308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75" name="PlaceHolder 3">
            <a:extLst>
              <a:ext uri="{FF2B5EF4-FFF2-40B4-BE49-F238E27FC236}">
                <a16:creationId xmlns:a16="http://schemas.microsoft.com/office/drawing/2014/main" id="{59AD5FB7-DD85-4D12-BB9F-BE4218366CF9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B5A9FD-855D-42E5-B0D2-15A7191B62BB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77" name="Google Shape;38;p3" hidden="1">
            <a:extLst>
              <a:ext uri="{FF2B5EF4-FFF2-40B4-BE49-F238E27FC236}">
                <a16:creationId xmlns:a16="http://schemas.microsoft.com/office/drawing/2014/main" id="{51323F2A-FBEA-41F4-846B-B748DAA675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" name="Google Shape;39;p3" hidden="1">
            <a:extLst>
              <a:ext uri="{FF2B5EF4-FFF2-40B4-BE49-F238E27FC236}">
                <a16:creationId xmlns:a16="http://schemas.microsoft.com/office/drawing/2014/main" id="{A3F309CB-0CC8-41D7-A505-59ADC33603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" name="Google Shape;40;p3" hidden="1">
            <a:extLst>
              <a:ext uri="{FF2B5EF4-FFF2-40B4-BE49-F238E27FC236}">
                <a16:creationId xmlns:a16="http://schemas.microsoft.com/office/drawing/2014/main" id="{68897EBE-E71D-4CA5-9030-1F67C5AC1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" name="Google Shape;41;p3" hidden="1">
            <a:extLst>
              <a:ext uri="{FF2B5EF4-FFF2-40B4-BE49-F238E27FC236}">
                <a16:creationId xmlns:a16="http://schemas.microsoft.com/office/drawing/2014/main" id="{8FD9F63A-A5C6-4C51-8975-23A5CDAC9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1" name="Google Shape;42;p3" hidden="1">
            <a:extLst>
              <a:ext uri="{FF2B5EF4-FFF2-40B4-BE49-F238E27FC236}">
                <a16:creationId xmlns:a16="http://schemas.microsoft.com/office/drawing/2014/main" id="{AEA028BE-2CDB-4CC8-8C3A-262BE92B96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" name="PlaceHolder 1">
            <a:extLst>
              <a:ext uri="{FF2B5EF4-FFF2-40B4-BE49-F238E27FC236}">
                <a16:creationId xmlns:a16="http://schemas.microsoft.com/office/drawing/2014/main" id="{86FBE741-A416-4CD4-BAB2-106BEEA8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sz="32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32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83" name="PlaceHolder 2">
            <a:extLst>
              <a:ext uri="{FF2B5EF4-FFF2-40B4-BE49-F238E27FC236}">
                <a16:creationId xmlns:a16="http://schemas.microsoft.com/office/drawing/2014/main" id="{FCFA38AA-84D9-4564-89B2-E2F730AAE3A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001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1001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1001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1001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har char="l"/>
              <a:defRPr sz="18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-3240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indent="-3240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indent="-3240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indent="-3240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indent="-324000" algn="l">
              <a:lnSpc>
                <a:spcPct val="90000"/>
              </a:lnSpc>
              <a:spcBef>
                <a:spcPts val="1001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indent="-3240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indent="-324000" algn="l">
              <a:lnSpc>
                <a:spcPct val="90000"/>
              </a:lnSpc>
              <a:spcBef>
                <a:spcPts val="283"/>
              </a:spcBef>
              <a:buChar char="l"/>
            </a:pPr>
            <a:r>
              <a:rPr sz="18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84" name="PlaceHolder 3">
            <a:extLst>
              <a:ext uri="{FF2B5EF4-FFF2-40B4-BE49-F238E27FC236}">
                <a16:creationId xmlns:a16="http://schemas.microsoft.com/office/drawing/2014/main" id="{5CE623DF-0A29-469A-9B2D-0C783745CE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16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  <a:lvl2pPr marL="228600" indent="0" algn="l">
              <a:lnSpc>
                <a:spcPct val="90000"/>
              </a:lnSpc>
              <a:spcBef>
                <a:spcPts val="1001"/>
              </a:spcBef>
              <a:buNone/>
              <a:defRPr sz="16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2pPr>
            <a:lvl3pPr marL="228600" indent="0" algn="l">
              <a:lnSpc>
                <a:spcPct val="90000"/>
              </a:lnSpc>
              <a:spcBef>
                <a:spcPts val="1001"/>
              </a:spcBef>
              <a:buNone/>
              <a:defRPr sz="16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3pPr>
            <a:lvl4pPr marL="228600" indent="0" algn="l">
              <a:lnSpc>
                <a:spcPct val="90000"/>
              </a:lnSpc>
              <a:spcBef>
                <a:spcPts val="1001"/>
              </a:spcBef>
              <a:buNone/>
              <a:defRPr sz="16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4pPr>
            <a:lvl5pPr marL="228600" indent="0" algn="l">
              <a:lnSpc>
                <a:spcPct val="90000"/>
              </a:lnSpc>
              <a:spcBef>
                <a:spcPts val="1001"/>
              </a:spcBef>
              <a:buNone/>
              <a:defRPr sz="16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5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16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16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16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16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16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85" name="PlaceHolder 4">
            <a:extLst>
              <a:ext uri="{FF2B5EF4-FFF2-40B4-BE49-F238E27FC236}">
                <a16:creationId xmlns:a16="http://schemas.microsoft.com/office/drawing/2014/main" id="{F5B7C0B2-A68B-4176-BD9E-BE270EAEE8DD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76898F-6780-4BA0-82C8-70233682711F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87" name="Google Shape;38;p3" hidden="1">
            <a:extLst>
              <a:ext uri="{FF2B5EF4-FFF2-40B4-BE49-F238E27FC236}">
                <a16:creationId xmlns:a16="http://schemas.microsoft.com/office/drawing/2014/main" id="{5FC9B225-A043-4A4E-93DF-36DF7085EA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8" name="Google Shape;39;p3" hidden="1">
            <a:extLst>
              <a:ext uri="{FF2B5EF4-FFF2-40B4-BE49-F238E27FC236}">
                <a16:creationId xmlns:a16="http://schemas.microsoft.com/office/drawing/2014/main" id="{C2496D0B-2463-4313-AB21-35EC485672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9" name="Google Shape;40;p3" hidden="1">
            <a:extLst>
              <a:ext uri="{FF2B5EF4-FFF2-40B4-BE49-F238E27FC236}">
                <a16:creationId xmlns:a16="http://schemas.microsoft.com/office/drawing/2014/main" id="{B55B4299-52EA-4A62-9260-7DF1E0BEC3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Google Shape;41;p3" hidden="1">
            <a:extLst>
              <a:ext uri="{FF2B5EF4-FFF2-40B4-BE49-F238E27FC236}">
                <a16:creationId xmlns:a16="http://schemas.microsoft.com/office/drawing/2014/main" id="{CF554C24-BC39-4805-BB3F-1756593DC2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Google Shape;42;p3" hidden="1">
            <a:extLst>
              <a:ext uri="{FF2B5EF4-FFF2-40B4-BE49-F238E27FC236}">
                <a16:creationId xmlns:a16="http://schemas.microsoft.com/office/drawing/2014/main" id="{6462B8CB-9216-456B-BF3D-172673B3B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PlaceHolder 1">
            <a:extLst>
              <a:ext uri="{FF2B5EF4-FFF2-40B4-BE49-F238E27FC236}">
                <a16:creationId xmlns:a16="http://schemas.microsoft.com/office/drawing/2014/main" id="{04B1537D-53B6-4E3B-975E-3C289505AE36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E314C1-35F2-4EF8-90C8-1A1D4A76CF80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94" name="Google Shape;38;p3" hidden="1">
            <a:extLst>
              <a:ext uri="{FF2B5EF4-FFF2-40B4-BE49-F238E27FC236}">
                <a16:creationId xmlns:a16="http://schemas.microsoft.com/office/drawing/2014/main" id="{2B584676-3BB1-4876-85C8-FF7194E21F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" name="Google Shape;39;p3" hidden="1">
            <a:extLst>
              <a:ext uri="{FF2B5EF4-FFF2-40B4-BE49-F238E27FC236}">
                <a16:creationId xmlns:a16="http://schemas.microsoft.com/office/drawing/2014/main" id="{C0CB273A-9789-4843-8EEF-C3074BAD96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" name="Google Shape;40;p3" hidden="1">
            <a:extLst>
              <a:ext uri="{FF2B5EF4-FFF2-40B4-BE49-F238E27FC236}">
                <a16:creationId xmlns:a16="http://schemas.microsoft.com/office/drawing/2014/main" id="{1E58C71B-78EC-47FE-A1DE-48B210237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" name="Google Shape;41;p3" hidden="1">
            <a:extLst>
              <a:ext uri="{FF2B5EF4-FFF2-40B4-BE49-F238E27FC236}">
                <a16:creationId xmlns:a16="http://schemas.microsoft.com/office/drawing/2014/main" id="{F58CAE28-C37A-4852-8C9B-9758AD6004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8" name="Google Shape;42;p3" hidden="1">
            <a:extLst>
              <a:ext uri="{FF2B5EF4-FFF2-40B4-BE49-F238E27FC236}">
                <a16:creationId xmlns:a16="http://schemas.microsoft.com/office/drawing/2014/main" id="{658C0E1A-2640-4C1C-9DAA-C86F98F7E0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9" name="PlaceHolder 1">
            <a:extLst>
              <a:ext uri="{FF2B5EF4-FFF2-40B4-BE49-F238E27FC236}">
                <a16:creationId xmlns:a16="http://schemas.microsoft.com/office/drawing/2014/main" id="{EF5530F5-9240-499F-A976-025FD54A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sz="60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60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100" name="PlaceHolder 2">
            <a:extLst>
              <a:ext uri="{FF2B5EF4-FFF2-40B4-BE49-F238E27FC236}">
                <a16:creationId xmlns:a16="http://schemas.microsoft.com/office/drawing/2014/main" id="{03C7DAD2-6D63-4BBA-B702-B6B6FE1652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Autofit/>
          </a:bodyPr>
          <a:lstStyle>
            <a:lvl1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  <a:lvl2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2pPr>
            <a:lvl3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3pPr>
            <a:lvl4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4pPr>
            <a:lvl5pPr marL="228600" indent="0" algn="l">
              <a:lnSpc>
                <a:spcPct val="90000"/>
              </a:lnSpc>
              <a:spcBef>
                <a:spcPts val="1001"/>
              </a:spcBef>
              <a:buNone/>
              <a:defRPr sz="24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5pPr>
          </a:lstStyle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Body Level One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Body Level Two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Body Level Three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Body Level Four</a:t>
            </a:r>
          </a:p>
          <a:p>
            <a:pPr marL="228600" indent="0" algn="l">
              <a:lnSpc>
                <a:spcPct val="90000"/>
              </a:lnSpc>
              <a:spcBef>
                <a:spcPts val="1001"/>
              </a:spcBef>
              <a:buNone/>
            </a:pPr>
            <a:r>
              <a:rPr sz="24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Body Level Five</a:t>
            </a:r>
          </a:p>
        </p:txBody>
      </p:sp>
      <p:sp>
        <p:nvSpPr>
          <p:cNvPr id="101" name="PlaceHolder 3">
            <a:extLst>
              <a:ext uri="{FF2B5EF4-FFF2-40B4-BE49-F238E27FC236}">
                <a16:creationId xmlns:a16="http://schemas.microsoft.com/office/drawing/2014/main" id="{D2F787B8-CE20-4C5D-A0A1-12CC92029DA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E86AB3-88EB-4DAA-95C4-12B61EE6B6D6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;p3" hidden="1"/>
          <p:cNvPicPr>
            <a:picLocks noChangeAspect="1"/>
          </p:cNvPicPr>
          <p:nvPr/>
        </p:nvPicPr>
        <p:blipFill>
          <a:blip r:embed="rId2"/>
          <a:srcRect l="8600" t="17401" r="11111" b="17855"/>
          <a:stretch/>
        </p:blipFill>
        <p:spPr>
          <a:xfrm>
            <a:off x="11563200" y="195840"/>
            <a:ext cx="564840" cy="455400"/>
          </a:xfrm>
          <a:prstGeom prst="rect">
            <a:avLst/>
          </a:prstGeom>
          <a:ln w="12700">
            <a:noFill/>
          </a:ln>
        </p:spPr>
      </p:pic>
      <p:sp>
        <p:nvSpPr>
          <p:cNvPr id="103" name="Google Shape;38;p3" hidden="1">
            <a:extLst>
              <a:ext uri="{FF2B5EF4-FFF2-40B4-BE49-F238E27FC236}">
                <a16:creationId xmlns:a16="http://schemas.microsoft.com/office/drawing/2014/main" id="{1FA79653-0E2F-489E-8A2C-5A86C005D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135720"/>
          </a:xfrm>
          <a:prstGeom prst="rect">
            <a:avLst/>
          </a:prstGeom>
          <a:solidFill>
            <a:srgbClr val="D2E1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4" name="Google Shape;39;p3" hidden="1">
            <a:extLst>
              <a:ext uri="{FF2B5EF4-FFF2-40B4-BE49-F238E27FC236}">
                <a16:creationId xmlns:a16="http://schemas.microsoft.com/office/drawing/2014/main" id="{0F2E559C-05DB-4491-8904-3FC1A85281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68572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5" name="Google Shape;40;p3" hidden="1">
            <a:extLst>
              <a:ext uri="{FF2B5EF4-FFF2-40B4-BE49-F238E27FC236}">
                <a16:creationId xmlns:a16="http://schemas.microsoft.com/office/drawing/2014/main" id="{A570764D-71BF-47A0-9763-8D8B5F129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6857280"/>
          </a:xfrm>
          <a:prstGeom prst="rect">
            <a:avLst/>
          </a:prstGeom>
          <a:solidFill>
            <a:srgbClr val="001845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6" name="Google Shape;41;p3" hidden="1">
            <a:extLst>
              <a:ext uri="{FF2B5EF4-FFF2-40B4-BE49-F238E27FC236}">
                <a16:creationId xmlns:a16="http://schemas.microsoft.com/office/drawing/2014/main" id="{86BA9F9B-D0B7-463C-9D9C-0784EECA36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0160" cy="135720"/>
          </a:xfrm>
          <a:prstGeom prst="rect">
            <a:avLst/>
          </a:prstGeom>
          <a:solidFill>
            <a:srgbClr val="77BAFC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7" name="Google Shape;42;p3" hidden="1">
            <a:extLst>
              <a:ext uri="{FF2B5EF4-FFF2-40B4-BE49-F238E27FC236}">
                <a16:creationId xmlns:a16="http://schemas.microsoft.com/office/drawing/2014/main" id="{8BBA2666-3399-472C-AE75-FD61BE8596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040" cy="135720"/>
          </a:xfrm>
          <a:prstGeom prst="rect">
            <a:avLst/>
          </a:prstGeom>
          <a:solidFill>
            <a:srgbClr val="2269F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8" name="PlaceHolder 1">
            <a:extLst>
              <a:ext uri="{FF2B5EF4-FFF2-40B4-BE49-F238E27FC236}">
                <a16:creationId xmlns:a16="http://schemas.microsoft.com/office/drawing/2014/main" id="{517D238D-72D3-46F8-A20E-36C16378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sz="4400" b="0" u="none">
                <a:solidFill>
                  <a:srgbClr val="0012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Title Text</a:t>
            </a:r>
          </a:p>
        </p:txBody>
      </p:sp>
      <p:sp>
        <p:nvSpPr>
          <p:cNvPr id="109" name="PlaceHolder 2">
            <a:extLst>
              <a:ext uri="{FF2B5EF4-FFF2-40B4-BE49-F238E27FC236}">
                <a16:creationId xmlns:a16="http://schemas.microsoft.com/office/drawing/2014/main" id="{1363AA06-47D9-4A80-A144-DF1912F2F611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1080080" y="6406920"/>
            <a:ext cx="272880" cy="2635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sz="1200" b="0" u="none">
                <a:solidFill>
                  <a:srgbClr val="88888D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95B020-B1E9-42F4-9179-798F25100196}" type="slidenum">
              <a:rPr sz="1200" b="0" u="none">
                <a:solidFill>
                  <a:srgbClr val="88888D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rgbClr val="88888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>
            <a:extLst>
              <a:ext uri="{FF2B5EF4-FFF2-40B4-BE49-F238E27FC236}">
                <a16:creationId xmlns:a16="http://schemas.microsoft.com/office/drawing/2014/main" id="{7393D7A2-D7B1-40C4-82AE-6BA75C70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40" y="2567520"/>
            <a:ext cx="10921320" cy="15606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rmAutofit/>
          </a:bodyPr>
          <a:lstStyle/>
          <a:p>
            <a:pPr marL="406440" indent="0" algn="ctr">
              <a:lnSpc>
                <a:spcPct val="94000"/>
              </a:lnSpc>
              <a:spcBef>
                <a:spcPts val="1001"/>
              </a:spcBef>
              <a:buNone/>
            </a:pPr>
            <a:r>
              <a:rPr lang="en-US" sz="3600" dirty="0"/>
              <a:t>Title</a:t>
            </a:r>
            <a:endParaRPr sz="3600" b="1" u="none" dirty="0">
              <a:solidFill>
                <a:srgbClr val="0012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PlaceHolder 2">
            <a:extLst>
              <a:ext uri="{FF2B5EF4-FFF2-40B4-BE49-F238E27FC236}">
                <a16:creationId xmlns:a16="http://schemas.microsoft.com/office/drawing/2014/main" id="{69286623-678D-444A-897F-1C8F7515241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35040" y="4190040"/>
            <a:ext cx="10921320" cy="217260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406440" indent="0" algn="ctr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1650" b="0" i="1" u="none" dirty="0">
                <a:solidFill>
                  <a:srgbClr val="0353A4"/>
                </a:solidFill>
                <a:latin typeface="Arial"/>
                <a:ea typeface="Arial"/>
                <a:cs typeface="Arial"/>
              </a:rPr>
              <a:t>MM DD YYYY, Presented by Yunmin CHA</a:t>
            </a:r>
            <a:endParaRPr sz="1650" b="0" i="1" u="none" dirty="0">
              <a:solidFill>
                <a:srgbClr val="0353A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06;p1">
            <a:extLst>
              <a:ext uri="{FF2B5EF4-FFF2-40B4-BE49-F238E27FC236}">
                <a16:creationId xmlns:a16="http://schemas.microsoft.com/office/drawing/2014/main" id="{26B557D7-134F-4819-BFFE-1EE3B61AEC5D}"/>
              </a:ext>
            </a:extLst>
          </p:cNvPr>
          <p:cNvSpPr>
            <a:spLocks noGrp="1"/>
          </p:cNvSpPr>
          <p:nvPr/>
        </p:nvSpPr>
        <p:spPr>
          <a:xfrm>
            <a:off x="4051080" y="2359800"/>
            <a:ext cx="4089240" cy="3992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1" u="none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Meeting Subject</a:t>
            </a:r>
            <a:endParaRPr sz="2000" b="1" u="none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7" name="Picture 126"/>
          <p:cNvPicPr>
            <a:picLocks noChangeAspect="1"/>
          </p:cNvPicPr>
          <p:nvPr/>
        </p:nvPicPr>
        <p:blipFill>
          <a:blip r:embed="rId3"/>
          <a:srcRect t="9709" b="9709"/>
          <a:stretch/>
        </p:blipFill>
        <p:spPr>
          <a:xfrm>
            <a:off x="5992200" y="5528520"/>
            <a:ext cx="487080" cy="392400"/>
          </a:xfrm>
          <a:prstGeom prst="rect">
            <a:avLst/>
          </a:prstGeom>
          <a:ln w="0">
            <a:noFill/>
          </a:ln>
        </p:spPr>
      </p:pic>
      <p:sp>
        <p:nvSpPr>
          <p:cNvPr id="120" name="s1-lab-name">
            <a:extLst>
              <a:ext uri="{FF2B5EF4-FFF2-40B4-BE49-F238E27FC236}">
                <a16:creationId xmlns:a16="http://schemas.microsoft.com/office/drawing/2014/main" id="{E5FBA857-D382-46C5-8E24-8389951E841A}"/>
              </a:ext>
            </a:extLst>
          </p:cNvPr>
          <p:cNvSpPr>
            <a:spLocks noGrp="1"/>
          </p:cNvSpPr>
          <p:nvPr/>
        </p:nvSpPr>
        <p:spPr>
          <a:xfrm>
            <a:off x="6579000" y="5493960"/>
            <a:ext cx="26856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01233"/>
                </a:solidFill>
                <a:latin typeface="Arial"/>
                <a:ea typeface="Arial"/>
                <a:cs typeface="Arial"/>
              </a:rPr>
              <a:t>Scalable System Software</a:t>
            </a:r>
          </a:p>
        </p:txBody>
      </p:sp>
      <p:sp>
        <p:nvSpPr>
          <p:cNvPr id="121" name="s1-lab-divider">
            <a:extLst>
              <a:ext uri="{FF2B5EF4-FFF2-40B4-BE49-F238E27FC236}">
                <a16:creationId xmlns:a16="http://schemas.microsoft.com/office/drawing/2014/main" id="{14BB66CA-2DDD-4972-9F2D-338A7AE4BEEB}"/>
              </a:ext>
            </a:extLst>
          </p:cNvPr>
          <p:cNvSpPr>
            <a:spLocks noGrp="1"/>
          </p:cNvSpPr>
          <p:nvPr/>
        </p:nvSpPr>
        <p:spPr>
          <a:xfrm>
            <a:off x="6532920" y="5781600"/>
            <a:ext cx="2762280" cy="360"/>
          </a:xfrm>
          <a:prstGeom prst="line">
            <a:avLst/>
          </a:prstGeom>
          <a:ln w="7620">
            <a:solidFill>
              <a:srgbClr val="A3AB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2" name="s1-lab-subtitle">
            <a:extLst>
              <a:ext uri="{FF2B5EF4-FFF2-40B4-BE49-F238E27FC236}">
                <a16:creationId xmlns:a16="http://schemas.microsoft.com/office/drawing/2014/main" id="{A0B8E17D-6BF8-4F18-BD06-7C46EE770C1A}"/>
              </a:ext>
            </a:extLst>
          </p:cNvPr>
          <p:cNvSpPr>
            <a:spLocks noGrp="1"/>
          </p:cNvSpPr>
          <p:nvPr/>
        </p:nvSpPr>
        <p:spPr>
          <a:xfrm>
            <a:off x="6579000" y="5800680"/>
            <a:ext cx="268560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99A3B8"/>
                </a:solidFill>
                <a:latin typeface="Arial"/>
                <a:ea typeface="Arial"/>
                <a:cs typeface="Arial"/>
              </a:rPr>
              <a:t>L   A   B   O   R   A   T   O   R   Y</a:t>
            </a:r>
          </a:p>
        </p:txBody>
      </p:sp>
    </p:spTree>
    <p:extLst>
      <p:ext uri="{BB962C8B-B14F-4D97-AF65-F5344CB8AC3E}">
        <p14:creationId xmlns:p14="http://schemas.microsoft.com/office/powerpoint/2010/main" val="127274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>
            <a:extLst>
              <a:ext uri="{FF2B5EF4-FFF2-40B4-BE49-F238E27FC236}">
                <a16:creationId xmlns:a16="http://schemas.microsoft.com/office/drawing/2014/main" id="{1DE8B554-7858-4150-BDB6-816F6C4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80" y="316080"/>
            <a:ext cx="10832040" cy="5299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rmAutofit/>
          </a:bodyPr>
          <a:lstStyle/>
          <a:p>
            <a:pPr indent="0" algn="l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z="3000" b="1" u="none" dirty="0">
                <a:solidFill>
                  <a:srgbClr val="001233"/>
                </a:solidFill>
                <a:latin typeface="Arial"/>
                <a:ea typeface="Arial"/>
                <a:cs typeface="Arial"/>
              </a:rPr>
              <a:t>Slide Title</a:t>
            </a:r>
            <a:endParaRPr sz="3000" b="1" u="none" dirty="0">
              <a:solidFill>
                <a:srgbClr val="00123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12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1233"/>
      </a:dk1>
      <a:lt1>
        <a:srgbClr val="FFFFFF"/>
      </a:lt1>
      <a:dk2>
        <a:srgbClr val="A7A7A7"/>
      </a:dk2>
      <a:lt2>
        <a:srgbClr val="535353"/>
      </a:lt2>
      <a:accent1>
        <a:srgbClr val="0353A4"/>
      </a:accent1>
      <a:accent2>
        <a:srgbClr val="002855"/>
      </a:accent2>
      <a:accent3>
        <a:srgbClr val="5C677D"/>
      </a:accent3>
      <a:accent4>
        <a:srgbClr val="33CCCC"/>
      </a:accent4>
      <a:accent5>
        <a:srgbClr val="6666FF"/>
      </a:accent5>
      <a:accent6>
        <a:srgbClr val="FF6600"/>
      </a:accent6>
      <a:hlink>
        <a:srgbClr val="0000FF"/>
      </a:hlink>
      <a:folHlink>
        <a:srgbClr val="FF00FF"/>
      </a:folHlink>
    </a:clrScheme>
    <a:fontScheme name="Office 테마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테마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1233"/>
      </a:dk1>
      <a:lt1>
        <a:srgbClr val="FFFFFF"/>
      </a:lt1>
      <a:dk2>
        <a:srgbClr val="A7A7A7"/>
      </a:dk2>
      <a:lt2>
        <a:srgbClr val="535353"/>
      </a:lt2>
      <a:accent1>
        <a:srgbClr val="0353A4"/>
      </a:accent1>
      <a:accent2>
        <a:srgbClr val="002855"/>
      </a:accent2>
      <a:accent3>
        <a:srgbClr val="5C677D"/>
      </a:accent3>
      <a:accent4>
        <a:srgbClr val="33CCCC"/>
      </a:accent4>
      <a:accent5>
        <a:srgbClr val="6666FF"/>
      </a:accent5>
      <a:accent6>
        <a:srgbClr val="FF6600"/>
      </a:accent6>
      <a:hlink>
        <a:srgbClr val="0000FF"/>
      </a:hlink>
      <a:folHlink>
        <a:srgbClr val="FF00FF"/>
      </a:folHlink>
    </a:clrScheme>
    <a:fontScheme name="Office 테마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테마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28</Words>
  <Application>Microsoft Macintosh PowerPoint</Application>
  <DocSecurity>0</DocSecurity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테마</vt:lpstr>
      <vt:lpstr>Title</vt:lpstr>
      <vt:lpstr>Slide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Yunmin CHA</cp:lastModifiedBy>
  <cp:revision>18</cp:revision>
  <dcterms:created xsi:type="dcterms:W3CDTF">2026-07-15T09:17:07Z</dcterms:created>
  <dcterms:modified xsi:type="dcterms:W3CDTF">2026-07-18T12:37:06Z</dcterms:modified>
</cp:coreProperties>
</file>